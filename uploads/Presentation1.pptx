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2-02T18:29:08.43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14296 1104 3086 0,'-2'-19'107'0,"0"19"222"0,-2-16 580 0,4-1-502 0,-1 17-136 0,1-17-101 0,0 9-47 0,0-9-2 0,0 9-77 16,16 0-2-16,-16 0 9 0,19 0-4 16,-19 0 9-16,20-7 45 0,0 8-58 15,-20-1-8-15,18 1-9 0,-8 0-3 16,0 0-2-16,10-10 18 0,-10 11-21 16,0-1 2-16,-1 3-9 0,3 1-1 15,3 1 2-15,-11 2-6 0,-1 0 1 16,1 0 4-16,1 0 9 0,-1 26 9 0,-1-2 50 15,-3-8-44-15,0 3-8 16,0 2-12-16,0 1-8 0,-27 2-4 0,0 24 2 16,13-24-2-16,-3-1-1 0,-2-1-2 15,0-2 4-15,-17 13 0 0,18-18 1 16,-4-4-2-16,3 1 0 0,-2-6 2 16,1 2-1-16,-11-1 13 0,18-5-7 15,1-2 6-15,1 0 1 0,4 0 6 0,1 0 0 16,1 0 14-16,0 0-31 15,5 0 2-15,0 0-4 0,0-15 0 16,0 15 0-16,0 0-4 0,0-10 1 0,19 10 2 16,-19-10 3-16,0 10-1 0,22-14 8 15,-7 12-7-15,-15-2 2 0,19 3 0 16,-12 1-1-16,1 0-3 0,12 0 2 16,-10 0-4-16,1 0 1 0,-2 17-3 15,2-17-1-15,12 14-3 0,-10-14 5 16,-2 0 0-16,-2 16-2 0,0-16 3 15,3 15 0-15,5-1-2 0,-8-6 0 16,-4 0 1-16,2 0 0 0,-3-2 1 0,3 1-2 16,2 3-2-16,-7-5 2 15,1-2 2-15,-1-1-1 0,-2 0-1 16,2 0-41-16,-2-2-12 0,0 0-37 0,0 0-50 16,0 0-91-16,0 0-216 0,0 0-1056 15,0 0 323-15,0 0 150 0</inkml:trace>
  <inkml:trace contextRef="#ctx0" brushRef="#br0" timeOffset="283.27">14765 1133 5358 0,'0'0'126'0,"0"-1"96"0,0-1 42 0,0 1 17 0,0-1-90 0,0-1 1 15,0 2-155-15,0-1-19 0,0 2-14 16,0-1-2-16,0 0-12 0,0-1-7 16,0 1-20-16,0 0-22 0,0 1-22 15,0 0-31-15,0-1-240 0,0 0 36 0,0-1-216 16,0 0-130-16,0 0-174 15,0 0-225-15</inkml:trace>
  <inkml:trace contextRef="#ctx0" brushRef="#br0" timeOffset="766.54">14977 953 3623 0,'0'-7'322'16,"0"1"81"-16,0 1 27 0,0-2-84 15,0 2-122-15,0-3 32 0,0 5-177 0,25-1-1 16,-25 0-3-16,25 0-3 0,-10 0-6 16,14 0 14-16,-14 4-51 0,-3 0-9 15,2 0-5-15,-5 0 0 0,1 0 1 16,5 22 32-16,-8-22-10 0,-4 19 3 15,-1-19 1-15,-2 28 0 0,0 6 34 16,0-15-44-16,0 3-7 0,-28 0-6 16,28 3-1-16,-25-1-2 0,-1 23 21 15,10-25-13-15,3-2 6 0,-1-2-2 0,1 0-2 16,2-5-7-16,-3 6 9 16,7-12-17-16,7-2-1 0,-4-2-5 0,4 0 1 15,0-1 4-15,0-1-2 0,0-1 3 16,0 1 2-16,0-1 0 0,28 0-3 15,10 0-3-15,-13 0-7 0,5-17-3 16,5 17 1-16,4 0-7 0,2-20-18 16,39 9-81-16,-42 11 31 0,-3 0-10 15,-7-10-13-15,-5 10 0 0,4 0-49 16,-23 0 112-16,-1 0-1 0,-3 0-25 16,0 0-39-16,0 0-57 0,-30 0-400 15,4 0 106-15,10 0-102 0,1 16-13 16,-1-16-56-16,-1 0-70 0</inkml:trace>
  <inkml:trace contextRef="#ctx0" brushRef="#br0" timeOffset="1216.46">13546 1744 3504 0,'-13'1'26'0,"4"0"29"0,2-1 138 0,5 0 82 15,-2 0 252-15,4 0-342 0,0 0 1 16,0 0 26-16,0 0 28 0,25 0-15 15,8 0 89-15,-11 0-195 0,7 0-11 16,3 0 2-16,4-19-2 0,7 19-2 16,58-12 81-16,-43-2-110 0,7 4-15 15,12 1-17-15,7-3-5 0,106-13 16 16,-85 12-33-16,8 1-8 0,3 0-1 0,7 0-6 16,-2 1-1-16,114-11 0 0,-120 15-6 15,-8-3-3-15,-5 0 4 0,-9 1-1 16,-8 1 0-16,53-5 0 0,-81 8 0 15,-11 0 0-15,-8 1 4 0,-12 1 2 16,6-2 1-16,-25 3-5 0,-5 2 0 16,0 0 0-16,-2-2-8 0,0 2-47 15,0 0-237-15,0 0 6 0,0 0-207 16,0 0-234-16,0 0-371 0,-20 0-326 0</inkml:trace>
  <inkml:trace contextRef="#ctx0" brushRef="#br0" timeOffset="5399.17">12118 2181 3325 0,'0'-4'152'0,"0"3"147"0,-23-2 79 16,23 0-9-16,-18 2 31 16,-1 1-321-16,0 0-82 0,19 0 5 0,-22 0 5 15,10 22 18-15,-3-22 24 0,-1 22 18 16,2-8 37-16,-3 1-4 0,1 0 10 16,-15 16 77-16,10-7-55 15,12-15-84-15,4-3-24 0,1 0 3 16,2-6-2-16,2 5 2 0,0 1 19 15,0-5 6-15,0 4 6 0,0-1-8 16,20 0-15-16,3 7 13 0,8-4-16 16,-13-5-26-16,-2-1-7 0,2 0 3 15,2 0 2-15,16 0 9 16,-21 1-7-16,1 2-6 0,-2 0 1 0,0 3 10 16,-3 1-2-16,-2 2 10 0,-2 2 5 15,-1 3 8-15,-5-2 9 0,-1 1 2 16,0 17 39-16,-28-1-31 15,28-16-40-15,-31 0-1 0,10-1-5 16,0 1-3-16,-3-3 4 0,0-2-3 16,-1-2 0-16,0-1 2 0,-17 2 3 15,13-8 13-15,17 0-13 16,3 0-2-16,3-18-1 0,3 18-8 0,-1-16-12 16,1 16-18-16,2-23-36 15,1 23-46-15,0-23-54 0,0 13-74 16,22-11-678-16,-4 5-1094 0,-18 7 702 15</inkml:trace>
  <inkml:trace contextRef="#ctx0" brushRef="#br0" timeOffset="5848.7">12374 2596 4472 0,'7'0'502'0,"-3"0"-209"0,0 0-73 0,4-18-105 0,0 18-51 0,4-15-29 0,0 15-16 0,1-21 5 16,1 21-2-16,3-22-2 0,14-3 37 16,-2 1 45-16,-16 13-37 15,-1-3 18-15,-1 2 10 0,4-9 116 16,-7 2-42-16,-6 13-102 15,-2-2-18-15,0 5-3 0,0-3-12 16,0 4-16-16,-18 0-7 0,18 0-11 16,0 1-3-16,-24 1 6 0,24 0 0 0,-37 0 9 15,6 21 30-15,15-2-10 16,0-19-6-16,-1 25-6 0,-1-9 3 16,4-1-3-16,0 3-8 0,3-2-1 15,0 1-5-15,-2 16 1 16,12-2-4-16,1-18 2 0,0 0 0 15,23-1 1-15,-23-1-4 0,27 0-3 16,-11-2-21-16,4-2-31 0,1-1-39 16,-1-3-53-16,27 0-277 15,-2-3-248-15,-20 0 39 0,1-21-315 16,1 21-187-16</inkml:trace>
  <inkml:trace contextRef="#ctx0" brushRef="#br0" timeOffset="6498.94">12920 2444 4203 0,'0'0'243'0,"0"0"104"16,-9 0 44-16,9-17-2 0,0 17-141 15,0 0-62-15,-3 0-26 0,3 0-8 16,0-8 113-16,0 8-77 15,0 0-128-15,0 0-14 0,-4 0-17 0,4 0-14 16,0 0-8-16,-2 0-5 0,2 0-4 16,0 0-1-16,0 0 39 15,0 20 49-15,0 5-47 0,0-7-8 16,0 2-15-16,0 1-7 0,0 4-2 16,0 3-7-16,0 1-1 0,0 0 5 15,0 3 1-15,0 31 8 16,21-1-11-16,-21-34-4 0,0-2 4 15,15 0-2-15,-15 16-3 16,14-6 3-16,-14-22 4 0,6-2-1 16,-6-4 2-16,0 1 14 15,5-9-3-15,-5 0-12 0,0 0 0 0,0 0-3 16,0-29-5-16,0 29-3 0,0-32 3 16,0 9-6-16,-19-5-5 0,19-4 4 15,0-35-20-15,-11-3 20 16,11 35 9-16,0 3 3 0,0-2-5 15,0 5 5-15,-6 0-3 0,6-22 3 16,0 6 4-16,0 26 0 16,0 3-9-16,0 4 1 0,21-9-4 15,2 2-8-15,-7 12 3 16,0 0-6-16,2 0-6 0,2 1 4 0,0 2 3 16,-3 3-3-16,0 1 5 0,-3 0 0 15,10 0-15-15,-12 23 13 16,-10-3 16-16,0-20 0 0,-2 29 2 15,0-12 0-15,0 1-2 0,-25 1 4 16,25 0 0-16,-27 0-4 0,27-1 5 16,-45 9 4-16,16-6-3 15,17-17-17-15,2-2-19 0,-1 0-28 16,4-2-39-16,-3 0-29 0,4 0-36 16,0 0-45-16,-1-19-83 0,1 19-161 0,2 0-320 15,0-14-1565-15</inkml:trace>
  <inkml:trace contextRef="#ctx0" brushRef="#br0" timeOffset="6965.73">13477 2476 3956 0,'0'-7'233'0,"0"-4"117"0,0 4 39 0,-23 0-22 15,5-10 0-15,-2 3-165 16,20 9-108-16,-18 1-13 0,18 2-1 16,-20 2-5-16,9 0-15 0,-2 0-2 0,1 0-3 15,-1 27-1-15,1-27-10 0,-3 33-5 16,4-16-18-16,-16 23-3 0,17-20-19 16,1 0 4-16,3-2-2 0,1-1-5 15,1-4 3-15,4 0 2 0,0-1-2 16,0-3-2-16,0-4-2 0,22 3-9 15,-4-7 8-15,-18-1 2 16,25 0-13-16,-8 0 1 0,0-27-1 16,18 1-6-16,-1-6 19 15,-18 14 5-15,-3 4 13 0,-2-3 21 16,-1 5 26-16,-3-1 24 0,-3 5-6 0,0 8-10 16,-4-11-30-16,0 11-20 0,0-4-33 15,0 4-7-15,0 0 20 16,0 0-3-16,0 0 4 0,0 22 4 15,0 15 2-15,19-21-9 16,-19 2-12-16,17 1-32 0,-17-2-28 16,21 1-45-16,-11 0-46 0,4-2-61 15,-1 0-102-15,-1-2-230 0,1-4-320 16,21 4-1656-16</inkml:trace>
  <inkml:trace contextRef="#ctx0" brushRef="#br0" timeOffset="7315.31">13687 2511 4932 0,'0'-2'97'0,"-10"-2"273"0,10 3-1 0,0 1-287 0,0 0-7 16,24-2 97-16,-24 2 9 0,18 0-130 16,-18 0 0-16,18 0-5 15,-18 17 3-15,30-4 33 16,-10 4-38-16,-9-17-29 0,-2 20-5 0,0-12 1 15,-4 3-5-15,1-1 5 16,-1 2 3-16,-5-2 6 0,0 3 6 0,0-1-4 16,0 12 22-16,-21-4-15 15,21-13-10-15,-24 0 17 0,24-2 7 16,-14-5 41-16,5 0-57 16,9-19-22-16,0 19-4 0,0-26 1 15,0 4-4-15,0 0-5 0,0-5 0 16,29-3 4-16,-29-2 1 0,28-2-2 15,-13 5-12-15,21-25-95 0,1 11-152 16,-20 28 56-16,-1 5-110 0,-1 3-231 16,-1 2-392-16</inkml:trace>
  <inkml:trace contextRef="#ctx0" brushRef="#br0" timeOffset="8399.33">14313 2439 4901 0,'0'-18'152'16,"-19"2"366"-16,19 3-28 16,0 13-365-16,-11-8 12 15,11 8-42-15,-9 0-51 16,5 0-31-16,-3 0 2 0,0 0 7 15,-3 0 16-15,-16 23 39 16,-5 22-25-16,15-26-35 0,0 2-17 16,3 0 5-16,-9 17-3 15,8-4-3-15,11-21 2 0,1-1-6 16,2-3 1-16,0-1 4 0,0-3-8 16,0-3 14-16,19-2-2 0,-19 0-6 15,20 0 6-15,-20 0-4 0,28-17-3 0,4-5 12 16,-16 22 0-16,0-28-5 0,0 13-2 15,-3 1 6-15,-2-1 4 0,1 1 21 16,-6 1 13-16,1 2 8 0,-3 1 8 16,-1 2-11-16,-1-2 4 0,-2 6-58 15,0 4-7-15,0 0 5 16,0 22 3-16,0-1 4 16,0-21-6-16,0 30 4 0,0-14 2 15,0-1 6-15,0 14 6 16,20-7-14-16,3-13-2 0,-8-3-5 15,3-6 5-15,3 4-1 0,0-4-3 0,2 0 0 16,2 0-7-16,2-25 1 0,1 25 1 16,27-51-18-16,-8 2 0 15,-24 20 14-15,-4-2-1 0,-3-5 4 16,7-43-19-16,-14 0 32 16,-9 44 21-16,0 1 27 0,0 4 6 15,0 8 9-15,0 5-12 0,0 3-15 16,-18 7-19-16,18 1-13 0,0 3-9 15,0 3-8-15,0 0 3 0,-13 30 12 16,13-30-2-16,0 34 5 16,0-9-8-16,0 33 9 15,0 4-2-15,0-31-3 0,0 1-5 0,0 1 4 16,0-1 0-16,0-3-5 0,0 1-10 16,0-3-29-16,0 3-34 0,0 23-177 15,0-12-54-15,0-26 165 16,0-2 6-16,0-2-3 0,-17-6-38 15,17-1-60-15,0-4-88 0,0 0-114 16,-13 0-63-16,13 0-58 0,-9-27-488 16,-11-14 373-16,16 23 616 15,-3 0 193-15,1 1 229 0,0-1 214 0,-4-16 617 16,1 5-327 0,6 19-579-16,1 3-32 0,2-1-70 0,-5 4-33 15,5-2-40-15,0 0-7 0,0 3-87 16,0-1-21-16,0-1-4 0,25-2 14 15,-25 1-5-15,33 1 3 0,-12-1-3 16,4 1-4-16,2-1-3 0,3 2 6 16,35 0 16-16,0 1 22 15,-36 3-11-15,0-3 4 0,-2 3 15 16,-6-1 23-16,-1 0 21 0,-6-1 20 16,-3 2 6-16,-5 0-5 0,1 0 59 15,-7-2-63-15,0 2-79 16,0 0-3-16,0 0-8 0,0 0 2 15,0 0-18-15,0 0-4 0,0 0-3 16,0 0 7-16,0 0 0 0,0 16 3 16,0-16 3-16,0 20-1 0,0-7-3 15,0 2-1-15,0 4-4 0,0 2 5 16,0 19 2-16,0-20-6 0,0-1-6 16,0 0-15-16,0-3-25 0,0-3-33 15,0 1-67-15,0-5-76 0,0-1-86 16,0-3-108-16,0 1-263 0,0-6-1519 15</inkml:trace>
  <inkml:trace contextRef="#ctx0" brushRef="#br0" timeOffset="8565.57">15127 2126 6058 0,'0'-7'87'0,"-29"1"43"0,29 0 33 0,-20 1 5 0,20-1-75 0,-20-1-30 15,9 3-160-15,11 4-35 16,0-2-79-16,0 2-544 16,0 0-1134-16,0 0 552 0</inkml:trace>
  <inkml:trace contextRef="#ctx0" brushRef="#br0" timeOffset="8881.87">15270 2431 5379 0,'0'32'231'0,"-17"-19"-36"16,17-6 23-16,0-3-81 0,0-2-36 16,0 1-53-16,0-3-29 0,0 0-10 15,23 0-1-15,-23 0-2 0,52-19-5 16,-15 2-10-16,-21 17 12 0,1-21 0 16,-5 9 8-16,-2 12 11 0,-1-21 29 15,-9 10 37-15,8 1 23 16,-8-1-6-16,0 3-16 0,0 0-26 0,0-1-24 15,-31-3 10-15,31 7-36 0,-35 2 11 16,14 1-4-16,-1 2-5 0,1 0-9 16,0 0-7-16,2 0-10 0,0 21 10 15,2-21-21-15,-1 20-33 0,-4 7-200 16,4 3-191-16,10-15 157 16,2 0-64-16,6-3-177 0,0 1-255 15,0-4-252-15,0-2-206 0</inkml:trace>
  <inkml:trace contextRef="#ctx0" brushRef="#br0" timeOffset="9382.12">15522 2291 4928 0,'3'-8'217'0,"-1"1"67"16,-2 0 42-16,3-1-80 0,-2 2-83 15,2 3-52-15,4-1-36 0,-1 1 0 16,3 0 15-16,17-1 97 0,10 4-47 15,-16 0-88-15,1 0-9 16,0 0-16-16,1 0-4 0,-1 0-8 16,-2 15-7-16,-1-15-3 0,-2 0-2 0,-3 12 3 15,-2-12-7-15,5 12 7 0,-7 12-3 16,-7-15 3-16,-2 2-4 16,1 1 7-16,-1 1-1 0,0 17 11 15,-20-15-17-15,20 2-2 0,-17-1-2 16,17-1-3-16,-20-2 9 0,20-1 1 15,-16-3 4-15,16 0-4 0,-12-4-2 16,12-4 2-16,-8-1 9 16,8-25-2-16,0 25-6 0,0-25-4 15,0 10-4-15,0-6 9 0,0 2-10 16,22-2 3-16,-22-3 2 0,24 2-4 0,13-23 0 16,2 6 1-16,-18 26 0 15,-2 2-4-15,3 3 1 0,-2 3-5 16,-3 4 6-16,0 1 8 0,-4 0-8 15,1 0 10-15,-4 27-6 0,3 6 6 16,-7 7-9-16,-3-20 1 16,-1 1 5-16,-2 1 1 0,2-2 0 15,0-1-16-15,1-1-12 0,-1 0-23 16,3-4-26-16,0 0-26 0,1-3-33 16,9 3-200-16,12-11-159 15,-9-3 140-15,6 0-238 0,33-21-1420 16</inkml:trace>
  <inkml:trace contextRef="#ctx0" brushRef="#br0" timeOffset="9732.46">16767 2198 4814 0,'-20'-9'361'0,"3"1"140"0,17 6-342 16,0 2 2-16,-17 0-16 0,4 0 164 15,0 26-94-15,6 2-146 0,0-8-21 0,2 1-15 16,-1 1-9-16,1 1-10 0,2 0-8 16,1-2 3-16,2 1-11 0,0 14 6 15,0-6-5-15,18-18 2 16,-18-2-6-16,18-5-13 0,-18-1-16 16,30-4-22-16,-13 0-9 0,4 0 1 15,4 0 9-15,2-29 20 0,22 1-3 16,-8-11 26-16,-28 16 11 15,0-1 13-15,-8 1 9 0,-1-23 63 16,-4 6 3-16,-23 25-60 16,23 5 6-16,-35 1-11 0,-13 2-1 15,0 7-44-15,23 0-41 0,7 0-62 16,2 0-100-16,4 21-162 0,4-21-294 16,8 18-329-16,0-18-267 0</inkml:trace>
  <inkml:trace contextRef="#ctx0" brushRef="#br0" timeOffset="10081.71">17221 1980 5122 0,'0'-15'233'0,"0"1"59"0,0 1 47 0,0 4-43 16,0 1-81-16,-15-2 33 0,15 8-210 15,0 0-25-15,0 2-3 0,0 0 4 16,0 0 18-16,0 0 14 0,0 0 10 16,0 20 4-16,0-20-6 0,0 23-8 15,-11 9 27-15,11 9-40 16,-3-18-22-16,3 2 5 0,-2 0 0 16,2 3 7-16,0 0-4 0,0 4-1 0,0-1-1 15,0 2 1-15,0 30 6 16,0-5-17-16,0-31-3 15,0-2-2-15,0-1 0 0,0-3-3 0,0 20-2 16,-18-10-1-16,18-21-21 16,-18-2-28-16,18-1-52 0,-39-4-415 15,-3-3-987-15,19 0 282 16,-2-24-358-16</inkml:trace>
  <inkml:trace contextRef="#ctx0" brushRef="#br0" timeOffset="10248.59">17036 2263 5790 0,'12'0'109'0,"-12"0"63"0,0 0 44 0,7-3-47 15,-7 3-52-15,4-2-46 0,11 1-71 16,-3 1-50-16,2-1-76 16,6 1-83-16,4-1-210 0,35-5-1526 15</inkml:trace>
  <inkml:trace contextRef="#ctx0" brushRef="#br0" timeOffset="10931.79">17723 2220 5089 0,'0'0'101'0,"13"0"290"0,-13 0 1 0,0-17-287 0,5 17-28 15,-1 0 61 1,0 0 19-16,-2 0-82 0,-1 0 4 0,3 0-14 16,-2 0-5-16,3 0-9 0,2 0 39 15,-1 0-50-15,2 0-7 0,2 0-9 16,2 0 0-16,1 0 11 0,1 25 1 16,3-25 1-16,0 27-4 0,0-11-15 15,-1 4-5-15,14 18 11 16,-4-4 1-16,-17-20-22 0,-1-2 6 15,-2-2-6-15,-2-4 11 0,-1-2 6 16,-1 0 13-16,0-4 19 0,-2 0 1 16,4 0 23-16,1-19-56 0,0 19-17 15,-1-20 0-15,1 20-4 16,1-30-2-16,2 9 3 0,2-1 1 0,-2-3-2 16,0-3 2-16,3-1 3 0,0-2-11 15,2 0 2-15,13-26-20 0,-12 30 16 16,-1 2-6-16,-2 3-6 0,0 5-9 15,-2 3-19-15,-3 4-26 0,-2 5-63 16,-2 2-77-16,-1 3-93 0,2 0-165 16,1 21-1458-16</inkml:trace>
  <inkml:trace contextRef="#ctx0" brushRef="#br0" timeOffset="11464.72">18558 2188 5098 0,'0'0'102'0,"15"0"309"0,-15-19 6 16,0 19-306-16,0 0-42 0,9-15-5 15,-9 15 14-15,0 0 28 0,6-12 10 16,-6 12-3-16,0 0-6 0,0-9-20 16,0 9 11-16,0-3-71 15,-21 3-19-15,21 0 7 0,-26 0 9 16,-13 27 33-16,-8 24-24 16,23-30-20-16,1 4-2 0,3-2-7 15,2 2 8-15,7-2-8 0,3-3-3 16,4-2 2-16,2-3-12 0,2-1 5 15,0-5 2-15,21 0 9 0,1-9 0 16,-22 0-10-16,29 0 7 0,6-22-2 16,4-21 2-16,-19 25-4 15,1 0 1-15,-1-3 1 0,0-2 12 16,-4 2 2-16,11-17 25 0,-17 21-21 16,-2 4 4-16,-1 3-2 0,-5 3-3 15,0 3-11-15,1 1-11 0,-3 2-9 16,3 1 9-16,-3 0 2 0,2 0-1 15,1 20 2-15,4-2-23 16,-2-18-5-16,2 23-8 0,3-12-17 16,-1 1-23-16,0 1-44 0,2-2-69 15,1 1-68-15,0 0-112 0,18 7-1012 16,4-7-1100-16</inkml:trace>
  <inkml:trace contextRef="#ctx0" brushRef="#br0" timeOffset="11881.71">18878 2171 5099 0,'0'-7'686'0,"-14"6"-311"0,14-1-136 0,0 0-106 0,0 1-53 16,0 0-18-16,0-2 21 16,0 0 13-16,23 0-1 0,-23-1-28 0,49-2 4 15,-8-1-23-15,-19 6-31 16,-3 1 1-16,-1 0 1 0,15 0 9 15,-6 21-14-15,-17-2-7 16,1-19 2-16,-3 28-3 0,2 6-3 16,-2 5-4-16,-7-16 6 15,-1-3-4-15,0-2 1 0,0-2 0 16,0 0-3-16,0-2 4 0,-22-1-2 16,22-5-3-16,0-1 3 0,-22 1 5 15,8-8 0-15,1 0 1 16,13 0-8-16,-10-20 3 0,10 20 2 15,-6-27-9-15,6-12 1 0,0-6-2 16,0 19 8-16,28 1-2 0,-28 1-2 16,41-15-1-16,-7 9-12 15,-18 18 4-15,1 4-17 0,-1-1-23 16,-1 2-28-16,-1 4-45 0,-3-2-60 16,-2 4-73-16,1-1-106 0,3 2-1061 15,-2 0-1090-15</inkml:trace>
  <inkml:trace contextRef="#ctx0" brushRef="#br0" timeOffset="12164.69">19584 2140 6313 0,'0'-10'115'0,"0"10"79"0,-18-10 33 15,18-2 119-15,-12 5-267 16,12 6-83-16,0 1-1 0,0 0 1 16,0 0 5-16,0 0 22 0,0 24 13 15,0-24-16-15,20 22-6 0,-20-8-8 16,0 2 1-16,13 2-10 0,-13-2 3 16,0 1-4-16,11 0 2 0,-11 2-19 15,8 14-84-15,-5-6-185 16,-3-17 29-16,0 2-171 0,0-5-333 15,4 1-1737-15</inkml:trace>
  <inkml:trace contextRef="#ctx0" brushRef="#br0" timeOffset="12314.84">19743 1957 5906 0,'-20'-26'176'0,"20"15"-35"0,0-1 3 0,-23 3-61 15,23 2-43-15,0 3-77 0,-14 0-74 16,14 2-73-16,0 2-100 0,0 0-163 16,21 0-1319-16</inkml:trace>
  <inkml:trace contextRef="#ctx0" brushRef="#br0" timeOffset="12764.85">20011 2219 4782 0,'0'-25'126'0,"0"25"121"0,-18-18 439 15,2 1-258-15,16 3-340 16,-16 14-46-16,16 0 0 0,-19 0 18 16,7 0 10-16,-2 0-2 0,0 25-14 15,-1-25-15-15,-12 45 6 16,5-12-38-16,14-17-4 0,3 0 0 15,2-2-1-15,1 0-9 0,2-3-8 16,0-3-1-16,0 0-2 0,0-1 9 16,0-7 5-16,18 3 0 0,-18-3 6 0,20 0-4 15,4-18 5-15,-11 18-4 0,3-23-1 16,-1 23 7-16,2-28 1 0,-4 12 7 16,0 1 23-16,1 0 15 0,-4 4 13 15,-1-2 18-15,2-6 42 0,-5 7-65 16,-6 12-58-16,1-4-1 15,-1 4-14-15,0 0 20 16,0 0-4-16,0 17-2 0,0-17-4 16,0 15 1-16,19 9-11 15,0 5-39-15,3-14 3 0,-10 2-12 16,3-1-16-16,-1-1-36 0,2-2-36 0,0-1-38 16,1-5-35-16,0-1-56 0,2-5-65 15,19-1-796-15,-6-26-793 16,-16 26 918-16</inkml:trace>
  <inkml:trace contextRef="#ctx0" brushRef="#br0" timeOffset="13214.52">20426 1990 5231 0,'1'-12'177'0,"-1"4"65"16,0 3 19-16,0 0 93 16,0 3-222-16,0 2-112 0,0 0-10 15,0 0 25-15,0 0 37 0,0 18 116 16,0 1-59-16,0-19-84 0,0 31-9 15,0-12-1-15,0 26 16 16,0 7-23-16,0-25-24 0,-21 2 2 16,21-1-1-16,-14 22 2 15,1-9-4-15,13-25-4 0,-10-4 7 16,10-3 4-16,0-3 7 0,0-6 9 16,0 0-10-16,0 0-3 0,0 0-11 15,0-25 1-15,22 0-4 16,2-9 5-16,-10 14-9 0,4-1 6 15,1-1-8-15,-1 4 3 0,1-1 4 16,17-13-4-16,-4 11-2 0,-20 15 7 16,0 3-3-16,-2 3-1 0,9 0-3 15,-1 0 9-15,-9 24-2 16,-2-24 1-16,0 20-6 0,0-20 5 16,-4 27-4-16,1-12 1 0,-4-1 6 15,0 4-5-15,0 10 2 16,-25 0 4-16,25-17-1 0,-26-2-3 15,26-3 2-15,-29 1-6 0,12-3 1 16,1-2-4-16,0-2-10 0,0 0-25 16,2 0-31-16,-12-17-220 15,8-2-251-15,12 19 49 0,2-27-382 0,1 9-222 16,3-1-392-16</inkml:trace>
  <inkml:trace contextRef="#ctx0" brushRef="#br0" timeOffset="13548.03">20936 1938 5972 0,'0'-3'79'0,"0"0"76"0,0 0 55 0,0 1 16 0,0-2-64 0,0 2-64 16,0 2-37-16,0 0-48 0,0 0 12 15,0 0 21-15,0 0 5 0,0 0-3 16,0 23-4-16,0-23-8 0,14 21-5 16,-14-4-1-16,0 2-7 0,9 30 20 15,-9 6-6-15,0-22-27 16,0-2-4-16,0 32 5 16,0-4-5-16,0-33-7 0,0 1-2 15,0-6-1-15,0 0-17 0,0 9-78 16,0-11-110-16,0-10 52 15,0-5-45-15,0-2-80 0,0-2-188 0,0 0-367 16,12 0-294-16,-12 0-341 0</inkml:trace>
  <inkml:trace contextRef="#ctx0" brushRef="#br0" timeOffset="13897.61">21158 2374 4711 0,'0'0'87'0,"1"0"75"15,0 0 76-15,1 0 22 0,4 0-71 16,15 0-8-16,10-16-115 16,-11 16-16-16,1-14 20 0,2 14 3 0,1-24 17 15,16-5 92-15,-22 14-86 0,-4-4 3 16,-2 1-1-16,-5 0 12 0,-1 2-21 16,-5 0-23-16,-1 4-21 0,0 1-16 15,0 2-5-15,-28 3-4 0,-4 6 54 16,-11 0 24-16,20 25-49 15,-3-25-10-15,4 32-2 0,3-12-5 16,4 1-9-16,1 1-2 0,5 3-5 16,2-2-5-16,7 20 6 15,0-4-20-15,23-21-14 0,-3-5-22 16,2-1-20-16,8 0-23 0,5-5-40 16,4-1-44-16,4-5-53 0,3-1-105 0,2 0-181 15,49-20-1564-15</inkml:trace>
  <inkml:trace contextRef="#ctx0" brushRef="#br0" timeOffset="15780.45">17282 2136 2793 0,'0'8'177'0,"0"-8"137"0,-19 0 70 0,19 0 20 15,-15 2 153-15,15 1-188 16,-11-1-218-16,11-2-7 0,0 1-10 15,0-1-8-15,0 0-21 0,-10 0 43 16,10 0-75 0,0 0-55-16,0 0-17 0,0 0 6 15,0 0-5-15,0 0 0 0,0 0 8 0,0 0-8 16,0 0 9-16,19 0 6 16,0 0-4-16,-7 0-11 0,5 0-3 15,0 0-2-15,3 0 3 0,1-14 1 16,1 14-2-16,0 0 2 0,0 0-3 15,13-11 2-15,-8 11 7 16,-19 0-1-16,-2 0 0 0,-2 0 3 16,-2 0 5-16,-2 0 3 0,0 0 6 15,0 0 0-15,0 0-13 0,0 0-2 16,0 0-8-16,0 0-6 0,0 0 3 16,0 0-6-16,0 0-8 0,0 0-29 0,0 0-22 15,0 0-34-15,0 0-42 0,0 0-51 16,0 0-86-16,0 0-194 15,0 0-1255-15</inkml:trace>
  <inkml:trace contextRef="#ctx0" brushRef="#br0" timeOffset="17530.14">11835 3234 3151 0,'-7'4'-13'0,"-3"-1"13"0,-2 0 79 0,1-2 192 0,2-1 106 16,-3 0 204-16,6 0-458 0,3 0-114 16,3 0 19-16,0 0 29 0,0 0 110 15,0 0-89-15,0 0-31 0,0 0-25 0,0 0 0 16,0 0 7-16,0 0 113 0,0 0-24 15,0 0 23-15,21 0-18 0,-21 0-17 16,31 0 66-16,-17 0-87 0,3 0-6 16,5 0-14-16,5 0-12 0,1 0-12 15,39-16 53-15,-26 16-48 0,-1 0 2 16,2-16-8-16,1 16-4 0,0 0-7 16,45-7 9-16,-44 7-19 0,-1 0 2 15,0 0 6-15,2 0 2 0,40 15 21 16,-47-15-27-16,1 0 3 0,1 0 1 15,-1 0 1-15,-2 14-2 0,31-14 15 16,-37 0-22-16,5 0 3 0,-5 0-4 0,1 0 1 16,-1 0-2-16,32 0 3 0,-32-16-14 15,3 16 0-15,0 0-4 0,0-13 0 16,38 13-4-16,-39-11 0 0,5 11 1 16,-2 0 3-16,1-6 1 0,1 6 2 15,35-3-6-15,-37 3-3 0,3 0 0 16,-1 0 4-16,0 0 2 0,0 0-1 15,41 0-1-15,-41 0 0 0,2 0 1 16,1 0 1-16,0 0-1 0,39 0-3 16,-41 0 1-16,1 0 0 0,1 0 1 15,-3 0 2-15,2 0 0 0,33 0 2 0,-36 0-3 16,-3 0-1-16,2 0 0 0,0 0 0 16,-3 0 0-16,38 0-1 0,-33 0-1 15,1 0 0-15,0 0 2 0,1 0 3 16,1 0-1-16,37 0 0 0,-37 0-2 15,-1 0 0-15,-2 0 0 0,1 0 1 16,30-15-1-16,-37 15 1 0,3 0-1 16,-3 0-1-16,-2 0 4 0,-1-7 0 15,24 7 5-15,-27 0-5 0,-1-5 0 16,0 5 4-16,-1-2 4 0,4 0 2 16,27 1 7-16,-27-1-14 0,1 1 1 0,1 1-2 15,1 0 2-15,32-2-2 0,-31 1-1 16,2 1-2-16,63 0 3 15,-65 0-5-15,-1 0 0 0,0 0 1 16,3 0-1-16,34 0 6 0,-34 0-2 16,3 0 0-16,1 0-4 0,1 0 1 15,43 0 1-15,-43 0 2 0,4 0-5 16,4 0-2-16,0 0 6 0,2 0-6 16,51 0 3-16,-48 0-1 0,3 12 2 15,1-12-2-15,1 0-6 0,-2 0-39 16,52 0-191-16,-57 0 12 0,-3 0-110 15,-6 0-244-15,-5 0-219 0,21 0-1745 0</inkml:trace>
  <inkml:trace contextRef="#ctx0" brushRef="#br0" timeOffset="18996.55">16878 3184 2673 0,'0'2'18'0,"-1"0"23"0,1-1 2 0,0-1 27 15,0 0 22-15,0 0-46 0,0 0-17 16,0 0 32-16,0 0 17 0,0 0 20 16,0 0 248-16,20 0-141 0,-20 0 52 15,0 0-1-15,21 0-7 0,-3-12 147 16,-8 12-239-16,2 0-42 0,2 0-14 15,0 0-3-15,3 0-33 0,21 0 43 16,-17-6-59-16,3 6 0 0,1-4-4 0,-2 4-4 16,3-4-4-16,28-2 37 0,-27 3-39 15,3 1 2-15,0-1-1 16,2 0-3-16,32-5 18 0,-31 3-34 0,1 0 0 16,4 3 0-16,0-3-2 0,1 1-2 15,42-1 3-15,-38 1-11 0,1 1 3 16,2 1 7-16,0 0 2 0,0-1-2 15,45-3 11-15,-49 2 18 0,2 1 3 16,-2-1-1-16,-2 0-1 0,-1 1-30 16,0 0-1-16,0-1 0 0,39-2 6 15,0-1-15-15,-37 4-1 16,-1 0 4-16,1-1 2 0,2 2-1 0,1-1-5 16,49-3 4-16,-1 2-5 15,-45 2-1-15,0-1-2 0,-2 0 0 16,45 1 6-16,-4-1-2 15,-44 3-1-15,-1 0-3 0,-2 0 3 16,-2-2 2-16,-1 2-6 0,1 0 11 16,-5-1-6-16,3 1 4 0,35-3 19 15,1 1 9-15,-36 1-24 16,4-1-4-16,0 1 2 0,2 0-7 0,1 0 5 16,0 1-2-16,1-2-4 15,3-2 0-15,0 3-1 0,50-2 1 16,1 0 2-16,-49 2-4 0,3 0 2 15,0-1-3-15,3 0 1 0,2-1 1 16,1 2-3-16,-1 0 5 0,3 0-5 16,1 0 0-16,-2 0 6 0,53-1-5 15,-12-1 4-15,-52 2-4 16,-4-4 1-16,-1 4 1 0,30-5 16 16,-4 0 6-16,-34 1-21 15,-2 3 8-15,-1 0-11 0,3-1 0 16,0 2 3-16,0-1-2 0,-2 2 2 15,2-1 1-15,33 1-8 16,-6 0 3-16,-34 0 1 0,0 0-4 0,-2 0 0 16,-1 0 5-16,0 0-4 15,-1 0 7-15,2 0-1 0,-1 0-4 0,2 0 2 16,33 0-12-16,6 0 7 16,-29 0 4-16,3 0-2 0,1 0-3 15,0 0 4-15,1 0 0 0,-4 0 4 16,-3 0 1-16,-4 0-2 0,-4 0-1 15,-6 0 4-15,8 0 5 0,-17 0 11 16,-8 0-8-16,-1 0-3 16,-1 0 0-16,-1 0-5 0,0 0-6 15,0 0-7-15,0 0-24 0,0 0-37 0,0 0-48 16,0 0-60-16,0 0-66 0,0 0-172 16,0 0-378-16,0 0-265 0</inkml:trace>
  <inkml:trace contextRef="#ctx0" brushRef="#br0" timeOffset="42992.69">6299 4663 2920 0,'0'-6'124'0,"0"6"108"0,0-2 51 0,0 2-5 15,0-1-75-15,0 0-64 0,0 0 203 16,0 1 29-16,0 0-243 16,0 0-7-16,0 0-25 0,0 0 4 15,0 0 3-15,0 0-19 0,0 0-11 16,0 0-19-16,0 0-7 0,0 0 45 16,0 0 51-16,0 0-69 15,0 12 0-15,0-12-10 0,0 14 53 16,0-1-16-16,0-5-60 15,14 2-3-15,-14 0 0 0,0 0 3 16,0 3-1-16,0-1 1 0,0 2 1 16,0 2-10-16,0-1-2 0,0 0-6 0,0 0-5 15,0 21 11-15,0-17-5 0,0-3-5 16,0 1 13-16,0 0 1 0,0 2-3 16,0 1 4-16,0-1-10 0,-12 0-3 15,12 0-6-15,0 0-1 0,0 16 11 16,0-8-14-16,0-16-12 15,0-3 4-15,0 0 0 0,0-1 2 16,0 0-5-16,0-2 2 0,0-3 5 16,0 0-7-16,0 4 18 15,0-6-2-15,0 0-3 0,0 0 8 0,0 0 5 16,0 0-5-16,0 0-7 16,0 0-7-16,0 0-7 0,0-16 0 0,0 16-3 15,0-16-4-15,0-8-4 0,-19-1 2 16,19 11 2-16,-12 1-3 15,12-2 1-15,-11 1 0 0,1-11 2 16,3 13 5-16,2 3-7 0,-3-2 3 16,0 2 1-16,1 2-3 0,-2 1 8 15,1 1-1-15,-4 0-1 0,1 0-1 16,-1 3 0-16,-14-1-11 16,0 3 0-16,15 0 9 0,0 0-1 0,-1 0 4 15,2 0 2-15,-1 23 3 0,-1-23-3 16,3 21 2-16,-2-21-5 0,-9 40-5 15,5-10 3-15,9-15 8 16,1 1-4-16,2-4-5 0,1 3 7 16,2-2-7-16,0-1 3 0,0 1 0 15,0-1 0-15,0-2 2 0,20 9 2 16,-20-5 1-16,21-9-2 0,-21-1 0 16,20 0 2-16,9-4 2 15,6 0 0-15,-15 0-7 16,0 0-3-16,2 0 5 0,-1-15 0 15,-2 15 0-15,0 0-4 0,0 0 1 16,-3-14-12-16,1 14-10 0,-2 0-11 0,-3-8-16 16,12 8-63-16,-17-8 55 0,1 8-11 15,-4-4-16-15,-2 4-17 0,-1 0-33 16,-1 0-39-16,0-1-93 0,0 1-189 16,0-2-335-16,0-2-1643 15</inkml:trace>
  <inkml:trace contextRef="#ctx0" brushRef="#br0" timeOffset="44526.01">6695 4766 3193 0,'0'-3'224'0,"0"1"203"0,0 1 44 0,0 1-11 16,0-1-133-16,0-1-118 0,0 0-49 0,0 0 80 15,0 2-160-15,0-1-29 0,0 0-16 16,0 1-14-16,0 0-10 0,0 0-4 15,0 0 3-15,0 0 16 0,0 0 15 16,0 0 25-16,0 0 87 0,0 16-9 16,0-1-97-16,0-15 3 15,0 35 16-15,-15-2-5 16,15-16-35-16,0 4 7 0,0 0 6 16,0 1-3-16,0 26 30 15,0 1-33-15,0-24-19 0,0 0-3 16,0-4-5-16,0-2 5 0,0 1-4 15,0-3-2-15,0-3 4 0,0-1-4 16,0-3 0-16,-13 4 21 0,13-9 50 16,0-3-20-16,0-2-7 0,0 0-10 15,0 0-5 1,0-21-37-16,0 21-4 0,0-20 8 0,0 7-4 16,0-20 1-16,0-12-13 15,0 19 2-15,0-1-4 0,0-1-2 16,0-2 3-16,0 1 6 0,18-24-4 15,-18 26 6-15,14 5 4 0,-14 0 2 16,14 8-4-16,-6 0 3 0,3 3-3 16,-2 0 2-16,-1 1 6 0,0 1-2 0,12-5-12 15,3-6-7-15,-12 12 11 16,2 1 0-16,0 4 2 16,-1-1 2-16,1 3 0 0,-4 1 2 0,0 0-3 15,0 0 4-15,0 0 1 0,5 25-3 16,-2-7 0-16,-7 1 5 15,-1-19-3-15,0 19 4 0,-1-9-1 16,1 7 2-16,-1 1-1 16,-3-11-5-16,0 0 7 0,0-2 1 15,0 3-2-15,0-1 3 0,-25-1 2 16,25-2-13-16,-31 5-2 0,12-2 11 16,-22 4-22-16,-3-4-83 0,25-7 18 15,1 2-43-15,6-2-30 16,-9 0-400-16,10-24-801 0,8 24 268 15,3-14-265-15</inkml:trace>
  <inkml:trace contextRef="#ctx0" brushRef="#br0" timeOffset="45126.01">5508 5586 1855 0,'-6'2'495'0,"3"-2"360"0,0 0-465 0,3 0-108 0,0 0-81 0,0 0-11 16,0 0 108-16,21 0-84 15,-21 0-14-15,26 0-54 0,-6 0-37 16,40-14 164-16,29 1 58 0,-33 13-206 16,9-12-38-16,9 12-22 15,5-11-8-15,8 5-8 0,4-1-12 0,2-1-13 16,7 1-1-16,0 0-5 0,95-8 6 15,-18-1-32-15,-99 9 5 16,-6 1-4-16,-9-3 6 0,38-5-5 16,-33 0 23-16,-44 9-13 15,-7-2 7-15,-5 1-8 0,-7 2-11 16,-3-4-18-16,-2 2-41 0,0 1-46 16,0 0-81-16,0 0-120 0,-19 1-207 15,19 0-303-15,-20 0-1527 0</inkml:trace>
  <inkml:trace contextRef="#ctx0" brushRef="#br0" timeOffset="45759.43">6278 5667 4488 0,'-2'-17'182'0,"0"17"123"0,0-8 52 0,2 8-2 16,-2-6-133-16,0 6-93 0,2 0-61 15,0 0-36-15,-2 0-20 0,2 0 18 16,0 0 30-16,0 0 29 0,0 21 10 15,0-21-8-15,0 23-17 0,0-7-5 16,0 5-6-16,0 1-4 0,0 2-12 0,0 24 20 16,14 2-43-1,-14-26-23-15,0-2 2 0,0-2-4 0,0-3 3 16,0-2 3-16,0-1-8 0,0-1 2 16,0-4 8-16,0 5 6 15,0-7 21-15,0-6-2 0,0-1 0 16,0 0-4-16,0 0-16 0,0 0-12 15,0 0-4-15,0 0 0 0,0-21 4 16,-18 21 0-16,7-17-1 16,-6-3-1-16,8 0 2 0,-2 10-2 15,-3 3 4-15,0 0-10 0,-3 7 1 0,0-10 1 16,-4 10 4-16,-2 0 2 16,1 0-1-16,-2 0 3 0,-18 0-8 15,6 23-3-15,22-8 3 0,5-15 5 16,0 20 8-16,4 5-6 15,5 4-3-15,0-16 3 0,23 2 1 16,-23-1 2-16,27-3 1 0,-11 0-1 16,2-3 0-16,-1-2-6 0,2-2 0 15,21-2-2-15,-2-2-30 16,-21 0-27-16,1 0-41 0,-1-23-58 16,-1 23-67-16,-2-15-93 0,1 15-217 0,-3-16-355 15,0 16-265-15,0-19-341 16</inkml:trace>
  <inkml:trace contextRef="#ctx0" brushRef="#br0" timeOffset="46225.66">6654 5659 3079 0,'0'-9'534'0,"0"7"-92"0,0-1 51 0,0 0-98 0,0-1-61 0,0 1 134 15,0 2-149-15,0-1-189 16,0 1 89-16,0 1-67 15,0 0-67-15,0 0-66 16,0 0-8-16,0 0-1 0,0 0 30 16,0 14 14-16,0-14 6 0,0 16 3 0,0-16-22 15,0 24-9-15,0 6 21 16,-12 3-16-16,12-14-18 0,0 0 3 16,0 2-6-16,0 21 10 15,0 0-11-15,0-22-13 0,0-2 1 16,0 1-3-16,0-1 1 0,16-3 6 15,-16-4-3-15,15 1-2 0,-15 0-4 16,16-3-1-16,-16-2 0 0,32 1-2 16,-10-7-70-16,-9-1-8 15,5 0-35-15,0 0-42 0,-1-26-59 16,5 26-64-16,0-23-99 0,0 23-254 16,1-28-310-16</inkml:trace>
  <inkml:trace contextRef="#ctx0" brushRef="#br0" timeOffset="46442.46">6647 5794 5080 0,'-31'15'524'0,"19"-15"-218"0,6 0-119 16,-2 0-82-16,4 8-55 0,4-8-41 15,0 0 4-15,0 0 14 0,0 4 13 16,21-4-2-16,18 0 4 0,15-17-38 15,-21 17-44-15,2 0-53 16,1-22-73-16,-1 22-111 0,-2-14-148 0,-6 14-222 16,0-15-311-16,-4 15-203 0,-6-12-179 15</inkml:trace>
  <inkml:trace contextRef="#ctx0" brushRef="#br0" timeOffset="50758.66">8668 5356 2920 0,'-7'0'240'0,"0"-2"308"0,2 1 71 0,1 1-32 16,-1 0-151-16,-1-1-174 0,2 0-72 16,-1 1-29-16,2 0 8 0,-3 0-8 15,3 0-23-15,-4 0 21 0,6 0-129 16,1 0-29-16,0 0-11 0,0 0-2 15,0 0-3-15,0 0 14 0,18 0 2 16,-18 0 7-16,28 0-3 0,-6 0-3 16,31 0 0-16,10-16-2 15,-28 16 2-15,-3-14-7 0,-1 14 2 16,-4 0-30-16,-1-11-32 0,-4 11-29 0,0 0-45 16,-4-7-34-16,12 5-321 15,-12-1-443-15,-12 2 172 0,-1-1-240 16,-3 1-57-16</inkml:trace>
  <inkml:trace contextRef="#ctx0" brushRef="#br0" timeOffset="51041.72">8776 5472 4095 0,'-21'12'194'0,"5"0"107"15,-9 3 358-15,9-3-384 0,13-7-220 16,3-4-4-16,0 2-3 0,0 0 20 15,0-2 22-15,22-1 134 16,-22 0-122-16,26 0-28 0,-5 0-31 0,2 0-20 16,4-16-8-16,2 16-11 0,3-17 6 15,1 17-3-15,-1-15-6 0,-1 15 5 16,21-18-5-16,-14 7-3 16,-23 2-12-16,-5 9-12 0,-4 0-19 15,-1-5-32-15,-3 5-22 0,-2 0-31 0,0 0-45 16,0 0-61-16,0 0-753 15,0 0-944-15,0 0 750 16</inkml:trace>
  <inkml:trace contextRef="#ctx0" brushRef="#br0" timeOffset="51541.55">9873 5128 3580 0,'-9'-5'986'0,"6"4"-444"0,3-1-133 0,-4-1-134 16,3 3-66-16,0-1-56 0,0 0 73 15,-1-1-61-15,2 2-111 0,0 0-5 16,0 0-13-16,0 0-4 16,0 0-1-16,0 0-23 0,0 0-7 15,0 0 2-15,0 0 6 0,0 0 23 0,0 0 14 16,0 19 13-16,0-19 2 0,0 20-9 15,0-6-15-15,0 23 18 16,0 8-23-16,0-18-21 0,0 1-8 16,0 1-2-16,0 2 3 0,0-1-7 15,0 1 6-15,0 0 1 0,0-4-3 16,0 26 4-16,0-14-3 16,0-25 0-16,0-4 6 0,0-2-8 0,0-1 2 15,0-4-15-15,0-2-30 0,0-1-55 16,0 0-87-16,0 0-95 15,0-25-847-15,20-6-1168 0</inkml:trace>
  <inkml:trace contextRef="#ctx0" brushRef="#br0" timeOffset="52026.03">10128 5153 3735 0,'3'-2'363'16,"-1"-2"87"-16,2 0 13 16,0 1-117-16,-3-1-138 0,0 3-92 0,-1 0-61 15,1 1-34-15,-1 0 1 0,0 0 88 16,0 0 104-16,0 0-82 16,0 17-3-16,-20-17-19 0,20 19-16 15,-27-5-24-15,7 3-17 0,-5-1-6 16,-1 7-6-16,-2-2-5 0,-28 25 15 15,7-4-4-15,29-24-32 16,2 0 4-16,2-3-4 0,-5 7 13 16,9-10-1-16,9-8-12 0,1-1-5 15,2-2-3-15,0-1 2 0,0 0 14 16,0 0 0-16,23 0-2 16,-23 0 1-16,25 0-15 0,-8 0-1 0,25-15 2 15,7 15-8-15,-24 0-5 16,3 0 7-16,1 0-5 0,-3 0 2 15,0 0 4-15,-1 0-5 0,2 0 3 16,-1 0 0-16,18 17-4 16,-12-17 2-16,-20 15 6 0,-3-15-4 15,-3 0-1-15,-2 0 3 0,-2 0-5 16,-2 0 2-16,1 0 0 0,-1 0-17 0,1 0-8 16,-1 0-109-16,0 0-119 15,0 0 66-15,0 0-69 0,0 0-133 16,0 0-319-16,0 0-313 0,0 0-280 15</inkml:trace>
  <inkml:trace contextRef="#ctx0" brushRef="#br0" timeOffset="53508.58">10583 5148 2940 0,'0'0'452'0,"0"-5"90"0,0-2 450 16,0 1-534-16,0 4-313 15,0-1-20-15,0 1 1 0,0 0-3 0,0 1-17 16,0-1-15-16,0 2-13 0,0 0-6 16,0 0-3-16,0 0 37 15,0 0-56-15,0 0-37 0,0 0 14 16,0 0 12-16,0 0 19 0,0 22 8 15,0-22-3-15,0 20 1 0,0-6-12 16,0 3-2-16,0 3-15 0,0 3-11 16,0 25 6-16,13-24-19 0,-13 4 2 15,0-2 1-15,0-1-2 0,0 1 1 0,0 2 4 16,0-2-6-16,0-3 0 16,0-2-1-16,0-3-5 0,0 10-5 15,0-11 13-15,0-14 2 0,0 0 12 16,0-3 39-1,0 0-18-15,0 0-39 0,0 0-11 0,0 0 3 16,0-19-4-16,0 2-5 16,0-15 8-16,0 14-10 0,0-4 5 15,0-4-13-15,0-1-5 0,0-2 7 16,0-2-2-16,0 2 5 0,0-5 2 16,0 3 0-16,0-25-1 15,0 8 8-15,0 31 3 0,0 1-1 0,17 1 0 16,-17-7 4-1,15 0-9-15,-15 12 5 0,11 0-6 0,-2 1 7 16,0 3-2-16,0-1-3 0,2 0 7 16,-1 5 3-16,1-1-6 0,2 1-1 15,-1 2 2-15,14 0-5 0,-1 0 9 16,-14 0-1-16,2 0-2 16,-4 18-10-16,7-18 5 15,-2 15 13-15,-9-15-4 0,-2 11-3 16,0-3 2-16,-1 0-3 0,-1 2 4 15,0 1-3-15,-1 0 0 0,0 2 3 0,0 13-2 16,0-1 2 0,0-14 0-16,0-1-1 0,-14 1-1 0,14-3 5 15,-14 0-3-15,14-1 6 0,-21 0-8 16,5-1-11-16,0-3-30 16,-25 2-202-16,-2-5-256 0,22 0 130 15,3 0-211-15,2 0-323 0,4 0-300 16</inkml:trace>
  <inkml:trace contextRef="#ctx0" brushRef="#br0" timeOffset="66939.77">4634 7074 3450 0,'-8'1'38'0,"-1"1"69"0,-1-2 133 0,0 0 145 16,-3 0 402-16,8 0-505 0,1 0-91 15,1 0-88-15,1 0-13 0,2 0-31 16,0 0 33-16,0 0-42 0,0 0 7 15,0 0 3-15,0 0 17 0,0 0 64 16,16 0-90-16,-16 0-11 0,12 0-16 16,-12 0 2-16,23 0-14 0,7 0-3 15,-10 0-9-15,0 0 0 0,3 0-4 0,1 0 3 16,-1 0 0-16,22 0-2 0,-23-14-14 16,-2 14-18-16,-1 0-16 0,-1 0-24 15,7 0-92-15,-17 0 71 0,1 0-4 16,-5-7-4-16,0 7-19 0,-2 0-35 15,-2-4-340-15,0 2 94 0,0 1-47 16,0 1-17-16,0-4 34 0,0 4 49 16,-19 0-762-16</inkml:trace>
  <inkml:trace contextRef="#ctx0" brushRef="#br0" timeOffset="67321.67">4656 7232 3450 0,'-22'9'38'0,"0"0"95"16,1-3 159-16,-9 3 591 0,16-8-489 16,1 3-110-16,5-2-128 0,0 0-64 15,5-2-49-15,1 0-41 0,2 0 0 16,0 0 18-16,0 0 22 0,0 0 25 16,22 0 71-16,-22 0-83 0,21 0-11 15,-21 0-4-15,31 0 4 0,-13 0-11 16,18 0 9-16,-18-14-32 0,2 14-2 0,1 0-3 15,-2 0 1-15,23 0 2 0,-24-10-7 16,4 10-1-16,-2 0 2 16,-1-4-2-16,0 4 2 0,16-3 2 0,-21 2-7 15,1 0 3-15,-4 1-1 0,-1 0 3 16,2-1 3-16,-7 0-3 0,-3 1 2 16,0 0 0-16,-2 0-2 0,1 0-2 15,-1 0-5-15,0 0 3 0,0 0 1 16,0 0 4-16,0 0-3 0,0 0-28 15,0 0-69-15,0 0-79 16,0 0 49-16,0 0-69 0,0 0-151 16,0 0-176-16,0 0-117 0,0 0-626 0,0 0 661 15,0-21 3-15</inkml:trace>
  <inkml:trace contextRef="#ctx0" brushRef="#br0" timeOffset="67789">4934 6910 3461 0,'-14'-6'8'0,"1"2"138"0,0-2 186 0,-6-6 658 0,9 7-582 0,1 1-115 0,2 0-114 16,2 2-40-16,2-1-35 0,0 0 48 0,2 2-101 15,1 0-7-15,0 1-11 0,0 0-5 16,0 0-4-16,0-2 19 0,0 2-17 15,0 0 8-15,0 0-4 0,0-1 3 16,0 1-6-16,0 0 74 0,0 0-38 16,0 0 16-16,16 0-16 0,-16 0 0 15,14 0-8-15,-3 17-16 0,3-17-15 16,1 15-1-16,4-15-5 0,23 32 17 16,2-8-7-16,-25-9-17 15,1-4-17-15,0 3 11 0,-2-6-6 16,0 4-2-16,-3 0 12 0,1 0-11 0,0-2 5 15,2 2-1-15,-4 1 5 0,2-2 1 16,10 11 4-16,-15-11-9 0,-2-4 0 16,0 1 10-16,-4-2-1 0,-1 0 5 15,-1-4 3-15,-1 2-2 0,-2-3 8 16,0 1-3-16,0-1-3 0,0 5 8 16,-25 5-9-16,25 3-10 15,-39 2-6-15,-21 25-16 16,-25 10-80-16,38-23-4 0,-5 0-60 15,4-4-84-15,0 1-128 0,-38 19-1316 16</inkml:trace>
  <inkml:trace contextRef="#ctx0" brushRef="#br0" timeOffset="75337.82">11029 4396 2226 0,'0'0'137'0,"-15"-4"195"0,15 3 246 0,0-2 26 16,0-1 256-16,0-2-461 16,0 5-232-16,0-1-6 0,0 0-23 15,0 0-19-15,0 2-31 0,-10 0-20 0,10 0-8 16,-6 0-3-16,-10 0 62 15,-13 24-18-15,12-24-65 16,-3 16-5-16,-1-16 0 0,-1 24-1 0,-17 2 36 16,1 1 7-16,18-12-35 15,2 2 6-15,2-2-10 0,-18 21 44 16,4 4-23-16,16-22-40 16,2 4-3-16,2-2-7 0,1 0-5 15,3-2 4-15,0-4-5 0,1 1 5 16,3-5 1-16,-1 2-7 0,0-5-1 15,3-1-2-15,-2 0-31 0,2-5-8 16,0-1-26-16,0 0-26 0,0 0-39 0,0 0-56 16,0 0-116-16,0 0-216 0,0 0-340 15,0 0-266-15</inkml:trace>
  <inkml:trace contextRef="#ctx0" brushRef="#br0" timeOffset="75687.72">10565 4586 3384 0,'0'-2'269'16,"-9"-4"630"-16,9-1-130 0,0 3-593 16,-6 4-64-16,6 0-66 15,0 0 18-15,0 0-4 0,0 0-6 16,0 0 17-16,0 0 24 0,0 0 23 15,0 18-23-15,0-18-4 0,0 17-14 16,0-17-21-16,0 25 9 0,0-10 1 16,0 19 58-16,0 1-28 15,0-18-58-15,0-3-13 0,0-1-8 16,0 0 2-16,0-3-4 0,0-3 6 16,0 0 5-16,0-2-14 0,0 3 8 15,0-2-9-15,19-6-6 0,-19 0 3 16,15 0-7-16,-15 0 0 0,38 0-67 15,-5-22-183-15,-12 22 27 16,-2-22-114-16,3 22-240 0,19-17-1592 16</inkml:trace>
  <inkml:trace contextRef="#ctx0" brushRef="#br0" timeOffset="79420.42">6631 6668 3387 0,'3'-7'560'0,"-3"5"-104"0,2-3 28 0,-2 4-138 16,0-4-67-16,0 0 8 15,0 0-138-15,0 3-83 0,0 2 12 16,16 0-7-16,-16 0-4 0,0 0-19 15,0 0-9-15,0 0 19 0,0 0 13 16,0 17 103-16,0-1-28 16,0-16-81-16,0 28-2 0,0-9 2 15,19 1-8-15,-19 7-8 0,0 2-8 16,0 4-18-16,12 3-1 0,-12 3-8 0,0 43-2 16,6-9-2-1,-6-39-8-15,0-4 3 0,0-5-5 0,3 0-1 16,-3-9 4-16,2-2 0 0,-1-3-5 15,0 0 9-15,0-7-3 0,1 0 4 16,1-2 24-16,-2-2-6 16,-1 0-21-16,0 0-4 0,0-27 6 15,0 7-4-15,0-7-4 16,0 12-3-16,0 1 2 0,-20 0-5 16,4-4-1-16,-4 0 4 15,7 14 4-15,-2 4-7 0,-2 0 0 16,-1 0 5-16,-2 0 5 0,-2 0 4 15,2 25-1-15,-3-25 0 0,2 26-12 0,-16 6-7 16,12-4 14-16,15-13-1 16,4-1 0-16,3 0-7 0,2 7 12 15,1-7-11-15,22-9 1 16,-22-1 6-16,28-2-3 0,-8-2-4 16,1 0-9-16,0 0-11 0,4 0 3 15,0-20-18-15,-1 20-7 0,-2 0-21 16,15-18-157-16,-14 6-122 15,-14 2 117-15,-4 10-82 0,0-11-149 0,0 11-249 16,8-18-1513-16</inkml:trace>
  <inkml:trace contextRef="#ctx0" brushRef="#br0" timeOffset="80653.27">7015 6932 2684 0,'0'-5'924'0,"0"1"-376"0,0 3-68 0,0-3-126 0,0 2 169 15,0-1-211-15,0 3-203 0,0 0-3 16,0 0-22-16,0 0 0 16,0 0 59-16,0 0-52 0,0 0-61 15,0 0-4-15,-10 0 1 0,10 0-1 16,0-15-4-16,0 15 1 0,-6 0-2 16,6-12 0-16,-4 12 8 0,2-10 30 15,-1 0 20-15,1 3-48 16,0 2-3-16,2 3-13 0,-2-2-2 15,2 4-13-15,-1 0 0 16,1 0 4-16,0 0-1 0,0 0 3 16,0 0-2-16,0 0-1 0,0 0 11 0,0 0 0 15,0 0 9-15,0 0 1 0,0 0 13 16,0 0-6-16,0 0-22 16,0 0 1-16,0 0 1 15,0 0 0-15,0 0-6 0,0 0-1 16,0 0-6-16,0 0 4 0,0 0-2 15,0 0 36-15,0 0-9 0,0 18-2 16,0-18-12-16,0 13-1 0,0-13-3 16,0 19-1-16,0-8 8 0,0 2-11 15,0 3 4-15,0 2-4 0,0 27-7 16,15 8 8-16,-15-25 0 16,0-1-4-16,11 0-2 0,-11 0 4 0,0-2-4 15,7-4 2-15,-7-5-6 16,0 1 5-16,6 6 4 0,-1-12 3 15,-5-10 8-15,0 0 7 0,2-1-4 16,-2 0 1-16,0 0-10 0,0 0-12 16,0-22-2-16,0 22-3 0,0-25 4 15,0-15-5-15,2-15-16 16,-2 26 6-16,0-6-2 0,0-1 8 16,1-1 4-16,-1-1 3 0,0 4 7 15,0 1 0-15,0 2-7 0,0 3-1 16,0 4 5-16,0-16 1 0,0 5 1 15,0 19-6-15,0 2-1 16,0 0 6-16,0 3-5 0,0 0 2 0,21 2 0 16,-21 1 2-16,14 3 3 0,4-2-2 15,-1 2-5-15,-17 5 5 16,17 0 1-16,-8 0-4 0,1 0-1 16,-1 0 1-16,0 0-2 0,3 21 5 15,-1-21 0-15,-1 15 2 0,8 1-11 16,-2 2 8-16,-11-10-3 15,-1 2 9-15,-2 0-9 0,-1 0 5 16,-1 3 2-16,0-2-4 0,0 3 6 16,-19 1-5-16,19 1 0 0,-27 0 0 0,-9 14-28 15,-3-4-35-15,20-18 9 16,2 2-25-16,0-7-36 0,4-2-51 16,-11-1-236-16,16 0 179 0,0 0-23 15,0-19-76-15,3 19-144 0,0-17-166 16,1 17-246-16,1-15-146 0,2 15-45 15</inkml:trace>
  <inkml:trace contextRef="#ctx0" brushRef="#br0" timeOffset="81103.31">6185 7624 3728 0,'-15'0'26'0,"-1"0"209"0,-17 0 592 0,0 0-192 15,21 12-510-15,2-12-55 0,2 0-26 16,5 0-12-16,3 0 1 0,0 0-13 16,0 0 4-16,0 0 7 0,0 0-7 15,25 0 10-15,13 0 26 0,-15-18-28 16,9 18 5-16,6-15 27 0,7 15 21 16,6-20 11-16,7 11-2 0,9-4-21 15,6 5-20-15,6-3-14 0,4 1-6 16,4 0-8-16,83-12 8 0,-92 13-27 15,-4-3-3-15,-7 2 2 0,-8 1-2 16,-9-1-1-16,-8 2-2 0,-10 1 2 0,-4 1 1 16,-10 2 3-16,3-2-11 15,-14 0-97-15,-7 4-12 0,0 1-54 16,0-2-62-16,0 3-143 0,-19-3-1175 16,-5 2-1070-16</inkml:trace>
  <inkml:trace contextRef="#ctx0" brushRef="#br0" timeOffset="81770.07">6746 7777 5226 0,'-12'9'256'0,"6"-6"-25"0,6 0 9 15,-5 4 83-15,3 4-141 16,2-5-96-16,0 0 0 0,0 3 4 16,0 0-9-16,0 2-8 0,0 3-8 15,18-1-16-15,-18 3-5 0,0 1-5 0,17 4-7 16,-17 26 17-16,14 2-21 15,-14-24-21-15,0 1-2 0,0-1-4 16,0-4-1-16,0-2 2 0,0-2-2 16,0-3 6-16,0-3-3 0,0 4 8 15,0-9 10-15,0-4-2 16,0-2-11-16,0 0 3 0,0 0-7 16,0-23-6-16,0 23-2 0,0-29-7 15,0 8-1-15,0-6 1 0,0-40-7 16,0-12 0-16,0 40 7 15,0 3 9-15,0 1 3 0,0 4-1 0,0 2 2 16,0 4-3-16,0 4-2 0,0 2-2 16,0 1-3-16,19 2 9 0,-2-8-4 15,3 7 3-15,-8 11 3 16,3 1-5-16,-1 1-4 0,5 0 7 16,18 2-3-16,-18 2 6 0,0 0-7 15,-1 0 2-15,-2 0-3 0,1 0-3 16,-4 22 9-16,-2-22-3 0,0 0-2 15,-4 20 3-15,-1-20-4 0,-1 27 10 16,-5-3 8-16,0-11-8 16,-18 2-2-16,18 4-4 0,-29 0 1 0,10-1-1 15,-2 1-12-15,-2-1-6 0,-4-3-11 16,-22 10-74-16,6-18-65 16,25-7 48-16,4 0-27 0,2 0-25 15,2-28-38-15,3 28-54 0,4-30-129 16,1 13-274-16,2-2-314 0,0 1-247 15</inkml:trace>
  <inkml:trace contextRef="#ctx0" brushRef="#br0" timeOffset="82103.09">8329 7292 5885 0,'-21'-1'9'0,"21"0"42"0,0-3 191 0,-16 3-95 0,16-1-42 0,0 2-53 15,0 0-31-15,0 0-30 0,0 0 11 16,0 0 7-16,0 0 2 15,18 0 13-15,-18 16-19 0,36-16 7 16,-22 0-9-16,4 0-3 16,18 0-91-16,-15 0-14 0,2 0-61 15,0 0-51-15,4 0-97 0,-2-20-132 16,21 20-759-16,-25-18 603 0,-1 18-155 16,-8 0 92-16</inkml:trace>
  <inkml:trace contextRef="#ctx0" brushRef="#br0" timeOffset="82303.59">8245 7497 4940 0,'-18'14'89'0,"5"-3"93"15,3-3 70-15,0-3 265 0,9-4-308 16,1-1-51-16,0 0-49 0,22 0-26 16,-1 0-51-16,8 0-21 0,5-26-9 15,55 7-7-15,12-4-49 16,-55 23-29-16,1-15-48 0,-7 15-62 15,-4-17-116-15,-6 17-120 0,9-7-1238 16,-24-3-811-16</inkml:trace>
  <inkml:trace contextRef="#ctx0" brushRef="#br0" timeOffset="83403.02">10128 7119 3444 0,'0'-5'41'0,"0"2"162"0,0-4 221 16,0 4 86-16,0-7 386 0,0 4-645 15,0 3-72-15,0-4-49 0,0 2 6 16,0 1-2-16,0-5 109 0,0 5-144 16,0 0-14-16,0 0-12 0,0 2-4 15,0 1 41-15,0 1-74 0,0 0-10 16,0 0-14-16,0 0-1 0,0 0 25 16,0 21 72-16,0-21-45 0,0 15-14 15,0-4-4-15,0 1-2 0,19 21 30 0,-19-15-49 16,0 4-3-16,0-1-6 15,13 5-5-15,-13-3 1 0,9 32-1 0,-9-29-2 16,0 0-7-16,7-2 1 0,-7 0 4 16,4-4-8-16,-1 14 5 0,-2-19-6 15,1-2 2-15,0-3 1 0,-1-4-3 16,1 3-34-16,-2-7 0 0,0 0-21 16,0-2-19-16,0 0-53 0,0 0-61 15,0 0-351-15,0 0 194 0,0-24-126 16,0 24-158-16,0-25-158 0,0 10-238 15,0-28-795-15</inkml:trace>
  <inkml:trace contextRef="#ctx0" brushRef="#br0" timeOffset="83836.57">10415 7067 4321 0,'5'-7'106'0,"4"0"362"0,-9 6-158 15,2-1-69-15,-1 1-79 0,-1 1-49 16,2 0-28-16,-2 0-35 0,0 0 28 15,0 0 28-15,0 0 20 0,0 0 4 16,0 15 108-16,0-1-135 0,-21-14-6 16,21 18-11-16,-18-7-2 0,3 0-22 0,-18 14 21 15,14-9-59-15,-1-1 2 0,-1-4-8 16,0 3 0-16,-18 16 17 0,23-17-18 16,0-1 0-16,3 1 0 0,2-2 5 15,2-1 2-15,0 2 21 0,6-7-28 16,2-2-3-16,-1-1-7 0,2-2-3 15,0 1-4-15,0-1-6 0,0 0 8 16,0 0 6-16,0 0 6 0,17 0-3 16,7 0-4-16,-9 0-6 0,4 17 1 15,4-17-1-15,5 0 1 0,2 14-2 16,28-3 3-16,-27-11-1 0,0 10-1 16,0-10-1-16,-3 11-4 0,1-11 6 0,18 11-4 15,-28-10 2-15,-3 3-3 0,-5-3 1 16,-2 0 2-16,-2 1 5 15,-6-2-2-15,-1 0-6 0,0 0-20 0,0 0-24 16,0 0-38-16,0 0-196 0,0 0 81 16,0 1-43-16,0-1-103 0,0 0-246 15,0 0-1114-15,0 0 515 0,0 0 312 16</inkml:trace>
  <inkml:trace contextRef="#ctx0" brushRef="#br0" timeOffset="84488.43">11107 6945 4825 0,'0'-7'150'0,"0"-4"432"0,0 6-234 0,0-1-44 0,0 0-84 15,0 3-48-15,0 2-46 0,0-1-54 16,0 1-11-16,0-1 57 16,0 2-49-16,0 0-56 0,0 0-2 15,0 0 1-15,0 0 9 0,0 0 5 16,0 0 12-16,0 19 5 0,0-19-10 15,18 28-7-15,-18-7-7 0,0 34 16 16,17 7-13-16,-17-29-22 16,12 0 3-16,-12-1 1 0,0-2-3 15,6-5 0-15,-6-3 3 0,0 0-6 16,6-2 8-16,-6 5-10 0,1-11 11 16,-1-10 10-16,1-1 9 0,-1-3-5 15,0 0-4-15,0 0-7 0,0 0-11 16,0-21 1-16,0 21-12 0,0-22-5 15,0-12-38-15,-19-10 19 16,5 20 24-16,14 4 3 0,-25-1-6 16,10 2 5-16,0 4 9 0,-1 5-4 15,2 2 5-15,-3 6-3 0,0 2 3 16,2 0 4-16,-19 0 5 0,7 19-3 16,13 3-2-16,0-22-7 15,4 25 1-15,3-9 5 0,-2 14 7 16,8-16-2-16,1 1-10 0,0-4-1 0,0 2 1 15,0-2 0-15,26-4 5 16,-26 1 0-16,27 1 0 0,-27-2-4 0,29-4 1 16,7 7-7-16,-1 0 7 15,-18-7-17-15,-3 1-17 0,3-1-31 16,-5 1-66-16,2-4-70 0,-4 1-101 16,0-1-186-16,2 0-378 0,16-18-1722 15</inkml:trace>
  <inkml:trace contextRef="#ctx0" brushRef="#br0" timeOffset="84903.2">11544 6853 4244 0,'0'-8'224'0,"0"1"116"0,0 1 53 0,0 1 8 15,0 0-149-15,0 2-90 0,0 0-69 16,0 2-29-16,0-1-9 0,0 2 6 16,0 0 70-16,0 0-18 15,0 0-52-15,0 0 8 0,0 0 10 16,0 0 16-16,0 0-6 0,0 0-1 0,0 18-20 16,0-18-10-16,0 14 12 15,0 20-24-15,0-16-24 0,0 2 4 16,0 4-5-16,0 1-2 0,0 30 10 15,0 2-10-15,0-29-14 16,0 0 0-16,0-3 1 0,0 22 14 16,0-4-1-16,18-24-8 15,-18-2-6-15,19-2 1 0,6 7 6 16,10-8-4-16,-15-9-8 16,3-4-1-16,4-1-20 0,0 0-20 15,0 0-16-15,-2 0-24 0,0-20-24 0,-5 20-62 16,-2-19-104-16,5-6-902 15,-12-4-1239-15</inkml:trace>
  <inkml:trace contextRef="#ctx0" brushRef="#br0" timeOffset="85136.09">11529 7111 6353 0,'-15'0'95'15,"-2"0"176"-15,11 0-90 16,6 0-168-16,0 0-8 0,0 0-6 16,27 0 3-16,-27 0 2 0,61-15-3 0,-32 15 1 15,3-12-9-15,3 12 5 0,-1-12-4 16,-2 12-27-16,-2-11-31 0,-2 7-46 16,-3-3-47-16,-1 0-45 0,-6 2-66 15,9-5-799-15,-6 0-1161 16</inkml:trace>
  <inkml:trace contextRef="#ctx0" brushRef="#br0" timeOffset="87269">5496 8907 3117 0,'-33'0'3'0,"1"13"43"0,1-13 52 0,-25 12 501 16,30-12-212-16,4 0 36 0,2 7-110 16,8-7-72-16,1 5-87 0,2-5-35 15,6 3-74-15,3-1 19 0,0-2 12 0,0 1 14 16,0 0-1-16,0 1 61 0,0 1-81 15,17-2-1-15,-17 1-7 0,0 1-4 16,23 1 20-16,1-2-55 0,-11-2-5 16,3 1-8-16,4-1 2 0,1 0 2 15,29 0 2-15,-22 0-10 0,2 0-8 16,2 0 2-16,0-18-17 0,-2 18-39 16,24 0-212-16,-32-13 35 0,-2 13-88 0,-4 0-111 15,-4 0-131-15,7-6-567 16,-14 6 773-16,-2 0 103 0,-1 0-227 15,-2 0-103-15</inkml:trace>
  <inkml:trace contextRef="#ctx0" brushRef="#br0" timeOffset="87538.17">5320 9135 3202 0,'-21'14'204'0,"2"-3"108"15,3 1 105-15,-7 3 368 16,8-7-342-16,10-4-327 15,2-3-52-15,3 0-28 0,0-1 20 0,0 0 22 16,0 0 13-16,22 0 5 16,-22 0-23-16,24 0-32 0,11-14 2 15,7 14-41-15,-19-17-2 0,1 17 0 16,2-10 2-16,-1 10 0 0,28-10-22 16,1 1-133-16,-30 0 0 15,-1 7-77-15,-3-2-80 0,-2 2-153 16,-4 0-208-16,-2-1-251 0,-2 1-138 15</inkml:trace>
  <inkml:trace contextRef="#ctx0" brushRef="#br0" timeOffset="87836.27">5503 8876 5482 0,'-14'-7'68'0,"5"2"89"0,0-2 84 16,1 3 29-16,3-2-68 0,0 2-82 16,3 2-82-16,2-2-35 0,0 4 31 15,23 0 87-15,-23 0-65 16,27 0-4-16,-11 0-5 0,3 0-8 16,26 17 47-16,0-2-30 0,-25-15-33 15,1 24-1-15,1-9 0 0,-3 2 5 16,1 3-11-16,-1 3-5 0,-5-2 2 15,2 5-10-15,-5-1 7 0,1 28-2 16,-12-3-15-16,0-24-25 16,-33 1-48-16,9 1-76 0,-38 29-535 15,-15 1-1137-15,35-30 481 16</inkml:trace>
  <inkml:trace contextRef="#ctx0" brushRef="#br0" timeOffset="88869.46">6995 8799 3157 0,'0'-6'75'0,"0"-2"435"0,0 5-88 0,0-1 8 16,0 4-66-16,0-2-61 0,0 1 61 16,0 1-243-16,0 0-6 0,-13 0-20 15,13 0 3-15,0 0-17 0,-10 0 69 16,10 18-71-16,-12-18 0 0,4 19-4 15,-5-19 38-15,1 31-18 0,-19 8 83 16,0 7-105-16,15-23-43 16,3 2-10-16,2 2 10 0,-1-2 0 15,3 0-10-15,2 3 6 0,0-2-7 0,4 2-7 16,1 3 3-16,2 29-1 16,19 8-4-16,-19-33-5 0,20 1-3 15,-20-1 5-15,19 0-5 0,-19 1 2 16,17 0 2-16,-17-3-1 0,0 1 7 15,12-1-6-15,-12 0 1 0,0 28 1 16,-25-6-6-16,-4-30-6 16,8-1 1-16,-36 18-29 15,-12-5-87-15,32-20-1 0,0-3-50 0,-2-3-51 16,5-4-71-16,3-3-74 16,-18-4-918-16,31 0 247 0,8-20-230 15</inkml:trace>
  <inkml:trace contextRef="#ctx0" brushRef="#br0" timeOffset="89635.39">7645 8797 3605 0,'0'-7'86'0,"0"0"221"0,0 2 145 15,0-1 68-15,0-5 276 0,0 7-576 16,0 1-82-16,0 2-52 0,0 1-10 15,0-2-19-15,0 2 5 0,0 0-50 16,0 0 14-16,0 0 20 0,0 24 16 16,0-24 7-16,0 51 55 0,0-27-61 0,15 4-10 15,-15 1-4-15,13 3-22 16,-13 1-10-16,14-2-6 0,-14-1-3 16,12 0-9-16,0 22 5 0,-2-12 1 15,-7-26-3-15,-1-1 0 0,2-3 4 16,-4-5 4-16,0-1 13 0,1-1 14 15,-1-1 3-15,0-2-10 0,0 0-16 16,0 0-11-16,-15-19-13 16,15 0-2-16,-17 19-7 0,17-25 8 15,-25 13 0-15,11 0 3 0,-16-11 2 16,-6 8-4-16,19 15 9 16,0-6-3-16,-1 6 5 0,-20 0-8 15,3 18 7-15,19 2 0 0,2-20 0 16,2 27 0-16,2-12 0 0,3 0 1 15,1 2 1-15,4-3-6 0,2 3 5 16,0 12-10-16,27-9 2 16,-27-13-3-16,32-3 0 0,-10-4-17 15,2 0-11-15,2 0-25 0,1 0-26 16,3-27-21-16,5 27-31 0,0-27-34 16,1 10-46-16,35-16-456 0,-1 2-736 15,-39 16 398-15,-3 0-274 16</inkml:trace>
  <inkml:trace contextRef="#ctx0" brushRef="#br0" timeOffset="90185.36">7987 8957 4571 0,'0'-1'203'0,"0"-2"109"0,0-1 63 0,0 2 14 16,-8-2 45-16,8 4-227 15,0 0-133-15,-4-2-3 0,4 2-14 16,0 0-14-16,0 0-17 16,0 0-31-16,0 0 24 0,0 0 21 0,0 16 16 15,16 2 59-15,-16 10-41 16,18-9-52-16,-18 2-6 0,0-2-7 16,12 3-2-16,-12 0-2 0,0-2-5 15,0-1 3-15,0 1 0 0,0-3-3 16,0-4 2-16,0 10 4 15,0-11 17-15,0-8-3 0,0-3-5 16,0-1-1-16,0 0-4 0,0 0-3 16,-14 0-8-16,14-23 4 0,0 23-3 0,-13-25-2 15,4-9 3-15,3-9-7 16,6 18 8-16,-5-3-3 0,-1-30 7 16,1-3-13-1,2 31 9-15,1 0-7 0,2 5 2 0,0 1 3 16,0-15-4-16,19 9-4 15,-19 21 2-15,20 0 1 0,-20 2 3 16,28 1-7-16,-12 1-3 0,3 2-3 16,1 1-2-16,1 0 4 0,20 1-12 15,-10 1 1-15,-18 0 18 16,-3 0-3-16,-3 19 1 0,-4-19 6 16,0 16-4-16,-3-16 3 0,0 24 4 15,0-9 4-15,-25 3-3 0,-5 17-54 16,-11-2-145-16,20-16 39 0,-1-6-11 15,2 1-23-15,3-3-42 16,2-2-50-16,4-1-102 0,2-1-177 0,1-1-230 16,3-1-222-16</inkml:trace>
  <inkml:trace contextRef="#ctx0" brushRef="#br0" timeOffset="90535.89">7377 9545 4853 0,'-6'0'20'0,"3"0"87"0,1-17 57 0,0 17 5 0,2 0-6 0,0 0-64 15,0 0-41-15,0-15-2 0,53 15 55 16,8-13 4-16,-22-1-58 0,9 4 16 16,5 2 17-16,7-4 6 15,6-1 1-15,4 1-36 0,2-1-24 0,5-2-13 16,0 2-9-16,-1 1-7 0,-1 0-1 16,53-8-6-16,-73 11-3 0,-9 3-28 15,-6-1-12-15,-10 2-22 0,-7 0-42 16,-8 0-18-16,-4 0-52 0,-5 1-76 15,-2-3-118-15,-3-4-1084 16,-23 0-883-16</inkml:trace>
  <inkml:trace contextRef="#ctx0" brushRef="#br0" timeOffset="91119">7864 9643 5947 0,'-4'3'14'15,"1"0"57"-15,0-1 42 0,0-2 37 16,1 0 5-16,-1 0-20 0,2 0-31 16,1 0-20-16,0 0 77 0,0 25-87 15,0-25-9-15,0 24-24 0,18-6-7 0,-18 1-4 16,0 4-8-16,17-1 0 15,-17 3-11-15,11 2-8 0,-11 1 1 0,10 23 1 16,-2-6-1-16,-8-27-4 16,0-4 1-16,5-3 3 0,-5-3-4 15,0-1 9-15,0-5 4 0,0-2 0 16,0 0-3-16,0 0-11 16,0-19-10-16,0-6 2 0,0 7-4 15,0-5-4-15,0-3 2 0,-18-2 3 16,18-2 4-16,0-2-1 0,0-3 2 15,0 3 0-15,0-28 4 16,0 12 3-16,0 27-3 0,0 1-1 16,0 3 9-16,18 3-3 0,-18 1-7 0,19 3 5 15,-7 1-7-15,1 2-8 0,6 2 2 16,1 3-3-16,21 0-2 0,-1 2 13 16,-20 0 1-16,-4 0 1 15,12 0-4-15,-10 23-1 16,-13-4 3-16,-2-19 1 0,-3 27 4 15,0-11-1-15,0 1 2 0,-20 19-13 16,-14-16-21-16,12-1-24 0,-2 1-24 16,-3-3-19-16,0-2-16 0,1-1-6 15,4-4-15-15,0-3-19 0,4-2-25 0,6-5-41 16,3 0-537 0,2-21-765-16,7-10 442 0,0 12 11 0</inkml:trace>
  <inkml:trace contextRef="#ctx0" brushRef="#br0" timeOffset="91351.85">8984 9272 5669 0,'0'-1'249'0,"0"1"200"0,0-3-285 0,0 3-56 15,-17-1-67-15,17 0-30 0,0-2-23 16,24-3 12-16,10 4 0 0,-11-2-2 16,5 2-20-16,6-4-38 0,2 1-73 15,-1-1-88-15,-1 2-112 0,1 0-210 16,-5-2-326-16,21-3-1636 16</inkml:trace>
  <inkml:trace contextRef="#ctx0" brushRef="#br0" timeOffset="91501.82">8991 9445 5775 0,'-19'16'92'16,"5"-6"46"-16,5-3 18 0,2-3 59 15,7-4-190-15,0 0-20 0,23 0-2 16,0 0-28-16,4-25-60 0,7 25-88 16,7-20-108-16,4 20-53 0,5-22-178 15,3 22-333-15</inkml:trace>
  <inkml:trace contextRef="#ctx0" brushRef="#br0" timeOffset="92301.73">10801 8900 4209 0,'0'-22'495'0,"0"12"-87"0,0 1 16 0,0 0-125 0,-25 2-79 16,25 2-99-16,-17-1-1 0,-3 5-68 0,7 1 14 16,1 0 10-16,-4 0 10 0,2 0-1 15,-16 26 79-15,13-4-91 0,2-8 3 16,1 3-1-16,-1-1 9 0,-11 24 54 16,16-21-88-16,-1 3-13 0,3 0-4 15,1 2-2-15,0 1-4 0,2 27 13 16,5-24-28-16,0 1 2 0,0 2-6 15,0 0-2-15,23 2 0 0,-2 32-1 16,-21-30-3-16,24-2 1 0,-24 1-2 16,24 1 4-16,-4 31-2 0,-20-33-3 15,15 0-3-15,-15 0 2 0,6-2 8 16,-6 0-1-16,0 25 6 0,-19-30-10 0,19-1 2 16,-27-2-5-16,9-1 1 0,-5-1-15 15,-30 14-101-15,21-19 7 0,-1-2-45 16,-2-5-22-16,1-2-46 0,-26-4-292 15,35-3 170-15,4 0-143 0,3 0-148 16,6-28-135-16,6 28-48 0,5-25-688 16</inkml:trace>
  <inkml:trace contextRef="#ctx0" brushRef="#br0" timeOffset="93418.3">11141 9084 4472 0,'0'-3'200'0,"0"-2"112"0,0 4 70 0,0 0 10 16,0-2-125-16,0 2-57 0,0 0 101 16,0 0-63-16,0 1-159 15,0 0-22-15,0 0-21 0,0 0-8 16,0 0-12-16,0 0-11 0,0 0-9 15,0 0-4-15,0 0 40 16,0 16 24-16,0 6-45 0,0-4-1 16,0 1-11-16,0 6 5 0,0 31 5 15,15 5-2-15,-15-31-14 16,0 1 1-16,0 1 2 0,0 27 0 16,0-6-17-16,0-31-12 0,0-2-33 15,0-2-42-15,0-6-45 0,0-6-51 16,0 1-44-16,0-6-78 0,0-1-152 15,0 0-276-15,25-29-1643 16</inkml:trace>
  <inkml:trace contextRef="#ctx0" brushRef="#br0" timeOffset="93734.65">11403 9059 5439 0,'0'-8'345'0,"0"4"-139"0,0 1-70 15,0 2-72-15,0 1-42 0,0 0-23 16,0 0 67-16,-15 0 75 16,15 20-61-16,-13-20 15 0,13 19 7 15,-34 11 99-15,4 1-69 16,11-12-84-16,0-2-16 0,1 1-5 16,2-1-4-16,-1-1-5 0,4-2 1 15,1-1-8-15,0-2-4 0,0 8-2 16,10-6-7-16,2-9-1 0,0 1 6 15,0-1-7-15,28 1 4 16,-28-3-8-16,35 2-19 0,-11-2-4 16,3 0-28-16,4 1-17 0,36-1-173 15,-4 0-176-15,-33 1 136 0,-6-1-96 16,-1 1-186-16,-3 0-344 0,-4 0-234 16,-1-3-218-16</inkml:trace>
  <inkml:trace contextRef="#ctx0" brushRef="#br0" timeOffset="94268.48">11855 8943 5809 0,'0'-25'292'16,"0"7"185"-16,0 11-323 15,0 2-68-15,0 0-54 0,0 4-25 16,0 1-9-16,0-1 4 0,0 1 13 16,0 0 30-16,0 0 81 15,0 26-22-15,0 1-68 0,20-8-3 16,-20 2-6-16,0 4-7 0,16 0-3 0,-16 1-4 16,0 0-1-16,14 5 0 0,-14-1-2 15,0 0-4-15,0-3 0 0,0 22-5 16,0-29-1-16,0-1 1 0,0-4 1 15,0-5 3-15,0 0 0 0,0-5-6 16,0-1 8-16,0-4-6 0,0 2 5 16,0-2-2-16,0 0-11 0,0-21-23 15,0 21 10-15,-12-19 1 16,1-4-14-16,-3 0 5 16,3 12 16-16,-1 2 2 0,-3 9 4 15,-2-12 4-15,-24 12 4 0,-5 0 1 16,24 0 1-16,4 16-4 0,0-16 3 15,3 16-7-15,6-16 1 16,2 16-1-16,5-16 2 0,0 20 7 0,2-8-5 16,0 10 0-16,21-3-3 15,9-10 7-15,-12 0-11 0,3-5-7 16,21 2-50-16,-1-6-38 16,-17 0 18-16,-4 0-39 0,3-16-60 15,20-3-456-15,1-2-999 16,-23 8 416-16</inkml:trace>
  <inkml:trace contextRef="#ctx0" brushRef="#br0" timeOffset="94601.85">12247 8941 5639 0,'0'-9'154'0,"0"1"73"0,0 1 32 0,0 0-54 16,0 3-63-16,0 1-49 0,0 0-20 16,0 3-6-16,0 0 4 0,0 0-11 15,0 0 14-15,0 0 21 0,0 0-35 16,0 0 1-16,0 21-12 0,0-21-6 16,0 29 2-16,0-10-4 0,0 5-3 15,0 2-1-15,0 36 1 16,0 0-15-16,0-30-18 0,0 0-2 15,0-2-9-15,0-1 3 0,19-3 4 16,-19-1-3-16,20-5 5 0,-20 0-11 16,26-2-9-16,5 4-67 15,4-16-64-15,-14-6 46 0,1 0-58 0,1-21-89 16,26-7-719 0,-2-6-1210-16,-27 13 728 0</inkml:trace>
  <inkml:trace contextRef="#ctx0" brushRef="#br0" timeOffset="94817.95">12255 9150 5883 0,'-20'13'97'0,"4"-13"99"16,4 0 22-16,4 0-3 0,4 0-92 16,3 0-78-16,1 0-31 0,0 0-21 15,26 0 11-15,13 0-49 0,13-16-103 16,-24 4 40-16,0 12-19 15,2-11-18-15,-6 11-33 0,17-9-294 16,-10 3-289-16,-22 1 90 0,-2 5-254 16,-7-4-112-16</inkml:trace>
  <inkml:trace contextRef="#ctx0" brushRef="#br0" timeOffset="96984.67">12936 6597 4835 0,'2'0'63'0,"-2"0"86"0,0 0 83 0,0 0 46 16,0-6 131-16,0 6-279 15,0 0-68-15,0 0-8 0,0 0 20 16,0 0-1-16,0 0-17 0,0-3-23 15,-18 3-20-15,18 0-16 0,-34 0 7 0,12 0 10 16,-7 0 11-16,-3 16 22 0,-38-16 77 16,34 18-51-16,2-18 1 0,3 0-2 15,4 14-2-15,-15-14 46 0,28 0-77 16,3 0-14-16,4 6-18 0,3-6-8 16,4 0-8-16,0 0-5 0,0 0 11 15,0 0 5-15,0 0 5 0,18 0 3 16,-18 0 6-16,20 0 20 0,-20 0-10 15,0 0 11-15,13 17 8 0,-13-17 4 16,12 13 30-16,-12-13-47 0,7 13-3 16,-7-1 4-16,8 0-8 0,-8 1 2 15,5 19 5-15,-5-11-19 0,0 1-1 0,0 3 4 16,0 2-2-16,0 2 1 0,0 32 0 16,-20-26-10-16,20-2 3 0,0-2-3 15,-19 3 0-15,19 28-2 0,-15-35-1 16,15 0-2-16,0-1-2 0,0-4 5 15,0-1-4-15,0 12 2 0,22-19-4 16,-22-2 3-16,27-4 0 0,-11-1 1 16,29-2-4-16,-20-5-5 0,8 0-14 15,3 0-18-15,3 0-35 0,-1 0-43 16,38-14-270-16,-43 14 105 0,-1 0-104 16,-7 0-234-16,-5 0-226 0,9-12-1773 0</inkml:trace>
  <inkml:trace contextRef="#ctx0" brushRef="#br0" timeOffset="97334.21">13526 6785 5513 0,'-17'-9'60'0,"17"0"105"0,0 2 78 0,-14-6 315 0,14 8-372 16,-9 4-70-16,9-1-63 16,0 1-20-16,-4-1-3 0,1 2 51 0,3 0-48 15,0 0-14-15,0 0 12 0,0 0 29 16,0 0 18-16,0 21 85 0,0-21-113 16,0 16-10-16,0-5-8 0,0 2-1 15,18 21 16-15,-18-16-36 0,0 2-2 16,12 4-6-16,-12 0 2 0,0 1-2 15,0 24-5-15,0-26 2 0,0 1-17 16,0-2-25-16,0-1-48 0,0-3-66 16,0 7-306-16,0-17 193 0,0-2-7 0,0-3-51 15,17-3-190-15,-17 0-169 0,16-22-1223 16,4 22 985-16</inkml:trace>
  <inkml:trace contextRef="#ctx0" brushRef="#br0" timeOffset="97634.65">13807 6781 4287 0,'0'-13'357'0,"0"6"-49"16,-18 5 51-16,18-4-76 0,-16 5-55 15,-7 1 36-15,12 0-183 0,-4 0 11 16,-1 19 14-16,-5-19 14 0,-2 22 4 0,-19 5 74 16,21-12-123-16,2 0-14 0,1 1-8 15,3-3-4-15,2 2-11 16,-4 11 4-16,11-12-36 0,1-1 0 0,0-1 5 15,5 0 4-15,0 16 16 0,0-17-22 16,0 1-2-16,25 0-1 0,-25-1 0 16,23 0 1-16,4 2 0 0,-12-7-4 15,3-2-4-15,1 1-3 0,1-4-28 16,0 0-44-16,18 5-211 0,-19-2 87 16,-2 3-27-16,-5-1-67 0,1-1-150 15,5 9-954-15,-11-8 591 0,-3-4-131 16,2 4 273-16</inkml:trace>
  <inkml:trace contextRef="#ctx0" brushRef="#br0" timeOffset="97917.67">14078 6845 5239 0,'-22'0'247'0,"13"0"-27"0,2 14 46 16,1-14-55-16,2 0-65 0,0 0-36 15,4 0-110-15,0 0 1 16,0 0 14-16,0 0 3 0,26 0 0 0,7 0 8 16,-10 0-23-16,0 0-3 0,3 0 0 15,1-17-1-15,0 17 4 0,20-11-27 16,-28 11-45-16,0 0-77 0,-5 0-130 15,-2-8-234-15,3 8-995 0,-12-4 406 16,-3 4 207-16</inkml:trace>
  <inkml:trace contextRef="#ctx0" brushRef="#br0" timeOffset="98084.31">14079 6988 5466 0,'-9'8'142'0,"2"-1"66"0,-2-3 33 16,5-2-23-16,4-2-87 0,0 1-26 15,0-1-99-15,0 0 3 0,26 0-3 16,-26 0-2-16,36 0-17 0,14 0-128 16,-21-19-28-16,0 19-121 0,0 0-199 15,-1-17-190-15,-2 17-87 0,26-11-1015 16,-27 0 1064-16</inkml:trace>
  <inkml:trace contextRef="#ctx0" brushRef="#br0" timeOffset="98750.65">14933 6848 4110 0,'0'0'65'0,"0"-16"545"0,14 6-188 16,-14 10-18-16,0-11-120 15,0 7-65-15,0 4-67 0,0-9 77 0,0 8-111 16,0-1 6-16,0 2-15 0,0 0-14 16,0 0 13-16,0 0-66 0,0 0 7 15,0 0 22-15,-23 22 8 0,23-22-6 16,-37 36 15-16,26-22-69 0,-2 3-10 16,2-1-6-16,2-1-4 0,9 1-1 15,-11 12-4-15,11-16-4 0,0 1-16 16,0-3-24-16,0-1-31 0,27 5-155 15,3-10 93-15,-10-1-16 0,1-3-2 0,4 0-13 16,1 0 11-16,32-18-98 0,-26 18 174 16,1-20 25-16,1 20 34 15,-3-26 9-15,0 10 19 0,20-13 48 0,-26 15 32 16,-5-1 43-16,-9 4 36 0,0 0 28 16,2-3 184-16,-11 9-225 0,-2 2-38 15,0 3-26-15,0 0 5 0,-23 0-1 16,0 24 80-16,23-24-117 0,-26 25-21 15,10-7-14-15,4-2-8 0,0 3-6 16,-4 18 3-16,16-19-8 0,0-4-2 16,0 1-11-16,0-2-12 0,0 6-64 15,29-12 33-15,-29-2-3 0,35-3 6 0,-15-2-4 16,7 0 17-16,25-24-4 16,-25 24 38-16,-2-25 7 0,-1 10 4 0,-2-3 1 15,-3 0 3-15,4-21 31 0,-19 21 6 16,-1-1 15-16,-3 3 2 0,0 1-7 15,-30-8 19-15,30 15-43 0,-34 3-1 16,12 1-10-16,-1 1-7 0,-2 3-5 16,-18 0-10-16,21 0 0 0,3 18-20 15,3-18-22-15,4 17-42 0,2-17-39 16,-1 14-216-16,6-1 145 0,3-13-46 16,2 15-97-16,0-15-229 0,0 9-943 15,24-2 752-15,-24-7 93 0,32 2 54 0</inkml:trace>
  <inkml:trace contextRef="#ctx0" brushRef="#br0" timeOffset="99567.4">15667 6824 3875 0,'0'-5'90'0,"-22"-3"240"0,22 2 153 16,0-6 454-16,-14 7-658 0,14 1-110 15,0-1-73-15,0 4-19 0,0 1-14 16,0-3 71-16,0 1-45 0,0 2 11 15,0 0 3-15,0 0 4 0,17 0-3 16,1 0 83-16,-18 0-107 0,20 0-23 16,-7 0-17-16,-1 0-13 0,17 0-2 0,-12 0-20 15,-2 0 0-15,3 0-2 0,-4 0-2 16,2 0-2-16,6 0-5 0,-11 0 7 16,-2 0-1-16,-1 0 1 0,-1 15-1 15,-2-15-2-15,0 13 9 0,-4-13 0 16,-1 12 1-16,0-3 1 0,0 1 1 15,-20 15 4-15,20-13-10 0,-16 3 2 16,16-3-5-16,-22 1 3 0,22-3-3 16,-19 7 2-16,5-11 0 0,14-1 4 0,-9-3 2 15,9-2-2-15,0 0-3 0,0 0-9 16,0 0-3-16,0-26 4 0,0 26 0 16,20-25 2-16,1-6 2 0,-21 16-4 15,27-5 2-15,-10 3 0 0,1-3 0 16,3 3 2-16,18-19-4 0,-18 22-3 15,-1-1 4-15,-1 6-2 0,-3 2 1 16,0 2-1-16,5 3-6 0,-15 2 7 16,1 0 4-16,-5 0 3 0,1 23 0 15,-3 0-3-15,0-23-1 0,0 27 0 16,0-12-5-16,0-1-5 0,0 0-9 0,0 8-41 16,0-14 25-16,0 2 3 0,0-3-2 15,0-1-1-15,21-6-4 16,4 2-67-16,-10-2 45 0,4 0 1 0,2 0 9 15,1-19 7-15,24 2 19 0,-3-3 65 16,-22 8-17-16,0-2-23 16,18-13 0-16,-9 0 8 15,-19 15-2-15,-2-2 12 0,0 1 15 16,-6 5 19-16,1-9 70 16,-4 6-45-16,0 8-61 0,0 0-9 15,0 3-2-15,0 0 5 0,0 0 0 16,-22 0 5-16,22 0-6 0,0 23-6 0,-20-23 3 15,20 17-2-15,0 5-2 16,0 1 0-16,0-10 0 0,0-1-1 16,20 12 5-16,19 0-8 15,-25-13 0-15,1 0 4 0,0-1 4 16,-2-2-2-16,-2 2 0 0,-1-3-1 16,-3-2-6-16,-7 0 1 0,8 0 2 15,-8 0 2-15,0 4-1 0,0 1-16 16,-27-4-5-16,27 1-24 15,-44 7-134-15,16-4-156 16,15-7 104-16,0-2-80 0,13-1-132 0,-12 0-345 16,12 0-1624-16</inkml:trace>
  <inkml:trace contextRef="#ctx0" brushRef="#br0" timeOffset="99884.55">16661 6478 5186 0,'-22'-12'202'0,"22"0"70"0,0 2 60 0,0 2-43 0,0-3 23 15,0 5-248-15,0 4-62 16,0 2 26-16,0 0 35 0,0 0 86 16,0 26-33-1,18 21-46-15,-9-26-51 0,0 27 19 16,-9 2-14-16,7-23-22 0,-7 0-1 15,0 2 3-15,0-4-6 0,0 2 9 16,0 24-9-16,0-27-23 0,0-1-34 16,0-2-35-16,-20-3-46 0,20-3-30 15,0-2-23-15,-17-4-4 0,17 0-11 16,0-4-28-16,-10-3-72 0,10-2-129 16,0 0-846-16,0-21-353 15,0-2 890-15,0 23-15 0</inkml:trace>
  <inkml:trace contextRef="#ctx0" brushRef="#br0" timeOffset="100950.37">16678 6673 4317 0,'0'-6'209'16,"7"-1"216"-16,-4 6-278 15,7-5 50-15,9 1-80 16,-7 3-98-16,4-1-9 0,2 2-16 16,2 0 11-16,2 0 8 0,-1 1 25 15,3-2 14-15,-2 2 22 0,17 0 120 16,-2 0 6-16,-20 0-110 15,-4 0 7-15,-2 0-2 0,-1 0-3 16,7 0 80-16,-8 0-32 0,-6 0-80 16,-2 0-9-16,-1 0-5 0,1 0 30 15,-1 0-35-15,0 0-38 16,0 0-5-16,0 0-4 0,0 0 3 16,-20 18 21-1,1-18 24-15,-7 19-18 0,10-19-1 16,1 22-12-16,-15 3-6 0,4 4-6 15,17-14 7-15,2-2-3 16,1 1-6-16,3-4 0 0,2 9-10 0,1-12 12 16,0-2-3-16,0-1-2 15,21-1-3-15,-21-2-10 0,21-1-2 0,-21 0-4 16,24 0-4-16,-11 0 5 0,3-19 0 16,14 3-10-16,-2-5 22 15,-13 21 13-15,-3-20-4 0,0 8-1 16,-2 12 10-16,-2-18 14 0,-2 18 20 15,-3-11 12-15,0 11-3 0,1-9-2 16,-4 6-44-16,0 3 2 16,0 0-9-16,0 0 2 0,0 0 0 15,0 0-2-15,0 23 4 0,0-23-3 0,0 18-1 16,0-18-4-16,0 22-55 16,0-4-54-16,0-3 43 0,16-15-9 15,-16 8 1-15,13-8-122 16,5 0-3-16,2 0 113 0,-7 0 30 15,0-20 20-15,-1 20 9 0,2-21 23 16,1 21 6-16,-1-26 9 0,1 11 19 16,-2-1 30-16,1 1 27 0,7-14 168 15,-6 7-26-15,-11 13-159 16,-1 5-33-16,-2 0-20 0,0 4-4 16,-1 0 10-16,0 0 17 0,0 0 3 0,0 18-3 15,0-2-2 1,0 2-22-16,0-18-12 0,0 18 4 15,0-18-4-15,-12 10-2 0,12-10 3 0,0 0 6 16,0 9 3-16,0-9-1 0,0 0 2 16,0 0-1-16,25 0-6 15,-25 0-1-15,22 0 3 0,-8-21-1 16,2 21-1-16,-1-14 3 0,0 14-4 16,-2 0 1-16,-3-17 2 0,-2 17-1 15,-2 0-1-15,1 0 29 0,-4 0 21 16,-3 0-28-16,0 0-6 15,2 19-4-15,0-19-7 0,3 15-4 16,-2 0-1-16,2-15 0 0,3 16 5 16,0-16-7-16,4 14 9 0,1-14-4 0,2 9-5 15,1-9 5-15,3 0-8 0,1 0 3 16,21 0 7-16,-4-26 6 16,-18 26-10-16,-1-22-10 0,-3 8-6 15,1-1-8-15,-4-4-3 0,-2-4 6 16,-1-2 5-16,0-1 5 0,4-34 17 15,-6-1 20-15,-7 34 0 16,1 3 11-16,-1 3 9 0,0 7-6 16,0 1-6-16,0 3-18 0,0 5-7 0,0 2-6 15,0 3-13-15,-16 0-1 16,16 25 11-16,-21-25 5 0,21 31 1 16,-17-11 3-16,-1 30 9 15,10 13-15-15,8-30-3 0,0 1 4 16,0 0 0-16,0 1-1 0,0-2-1 15,0-2-9-15,0-1-1 0,0-2-23 16,0-3-39-16,19-2-44 0,-19-4-66 16,0 4-307-16,0-15 137 0,0-3-275 15,0-5-302-15,0 0-325 0</inkml:trace>
  <inkml:trace contextRef="#ctx0" brushRef="#br0" timeOffset="101117.26">17747 6629 5834 0,'-24'-3'65'0,"24"1"63"0,-23-1 240 16,8 1-164-16,15 2-187 15,0 0-23-15,0-2-14 16,29 1-81-16,-9-2-46 0,6 0-87 16,7-3-114-16,6 1-204 0,58-12-1203 15,16-4-549-15</inkml:trace>
  <inkml:trace contextRef="#ctx0" brushRef="#br0" timeOffset="101517.29">18314 6359 5253 0,'0'-9'123'16,"-18"0"298"-16,18 4 2 16,-10 3-315-16,10-1-24 0,0 3 76 15,19 0 17-15,0 0-103 16,-19 0-1-16,22 0 2 0,-22 0 5 0,21 16-22 15,-5-16 21-15,-16 13-55 16,11-13 16-16,-11 17 0 0,8-6-5 0,-8 8 0 16,4-1-9-16,-4 7 6 15,2 1-1-15,-1 2-4 0,1 4 6 0,4 41 37 16,8 4 6-16,-5-35-44 16,2-2-10-16,0 3-4 0,2 0 5 15,0 1-6-15,0 0 8 0,-3-1-6 16,0 0 4-16,7 40 12 15,-7-13-10-15,-8-42-15 0,0-4-1 16,-1-4-3-16,2-6 2 0,-3-3-1 16,0-4 5-16,0-2 3 0,0-3 1 15,0 1-2-15,0-1 0 16,-46 1-13-16,16 1-1 0,-9 1-2 0,-12 0-10 16,-10 1-18-16,-8 3-39 0,-85 11-210 15,77-12 80-15,7 2-82 0,5 1-155 16,10-3-470-16,8-2-390 0</inkml:trace>
  <inkml:trace contextRef="#ctx0" brushRef="#br0" timeOffset="102516.52">5517 10878 5275 0,'-10'0'4'0,"1"0"4"0,-2 0 53 0,5 0 65 16,1 0 179-16,1 0-206 0,4 0-58 16,0 0-29-16,0 0 4 0,24 0 34 15,9 0-25-15,-11 0-1 0,6 0-8 0,1 0-8 16,4 0-3-16,33 0-9 16,-33 0-22-16,0 0-60 0,0 0-100 0,-5 0-153 15,-1 0-195-15,13 0-743 0,-26 0 733 16,-3 0-56-16,-3 0-2 0</inkml:trace>
  <inkml:trace contextRef="#ctx0" brushRef="#br0" timeOffset="102700.89">5664 10995 3902 0,'-36'11'116'0,"-26"7"572"16,34-11-217-16,4-5-46 0,4 4-127 16,6-5-104-16,4 1-105 0,1 0-88 15,9 1-15-15,0-2 10 0,0-1 7 16,33 0-6-16,18 0-55 0,-19 0-3 15,6 0-30-15,6 0-40 0,4-22-68 16,1 22-99-16,41-15-633 0,-47 15 378 16,-1-10 65-16,-8 10-54 0,-3-12-92 15,-9 5-42-15</inkml:trace>
  <inkml:trace contextRef="#ctx0" brushRef="#br0" timeOffset="102934">5804 10704 5751 0,'-9'-3'130'16,"4"-1"66"-16,1 2 8 0,1 0-60 15,1 1-68-15,2 1-62 0,0 0-10 16,0 0 28-16,23 0 19 0,-23 0 12 16,53 23 40-16,-1 15-44 15,-22-22-35-15,1 4-13 0,0 1-6 16,26 25 2-16,-12 7 1 0,-30-23-23 15,-6 1-37-15,-9 2-63 16,-29 40-373-16,-28 8-516 16,20-40 91-16,-5 0-222 0,-3-5-165 0</inkml:trace>
  <inkml:trace contextRef="#ctx0" brushRef="#br0" timeOffset="107466.4">24474 2495 4759 0,'0'-18'346'0,"0"10"-53"0,0-1 38 0,0 1-81 15,0 4-55-15,0 2-58 0,0 0-36 16,0 0-23-16,0-1-8 0,-20 1 18 16,7 2-60-16,13 0-22 0,-16 0 1 15,6 0 6-15,-6 25 2 0,-18 7 25 16,-6 7-5-16,19-16-20 15,2 2 8-15,1-1-2 0,-10 25 16 16,12-1-10-16,10-23-18 16,5-1-4-16,1-1-3 0,0 2-1 15,0-3 7-15,28 2-3 0,-28-2 2 16,30 0 0-16,-13 0-11 0,1-1 3 16,0-1 2-16,15 23 8 0,-19-22-6 15,-3 1 0-15,-4 1 0 0,-7 1 8 0,0 1-3 16,0 0-2-16,0 1 4 0,-24 2-10 15,6 2 6-15,-7-5-1 0,-34 23-16 16,-2-6-79-16,34-28 7 16,3-2-31-16,5-5-25 0,4-1-55 15,5-4-61-15,10-2-121 0,-10 0-270 16,10 0-311-16</inkml:trace>
  <inkml:trace contextRef="#ctx0" brushRef="#br0" timeOffset="107865.63">25032 2531 5058 0,'0'-15'95'0,"0"4"123"0,-14-2 81 0,14 3 30 16,0 1-70-16,0 3-92 0,-8 2-67 0,8 1-38 16,0 1-15-16,0 0 42 15,0 2-16-15,0 0-45 0,0 0-12 16,0 0 0-16,0 0-4 0,0 0 19 16,0 0 22-16,0 17-1 0,0-17 4 15,0 19-19-15,16 13-8 16,-5 13-20-16,0-22-3 0,-11 2-1 15,16-1-5-15,-12 2 0 0,1-2-4 16,-1-2 2-16,0 0 1 0,2-2 1 16,-4-1 1-16,0-2-1 0,-2 8-15 15,0-8-59-15,0-11-9 16,0 0-50-16,0-3-53 0,0-1-72 16,0-1-500-16,0 0 73 0,0-1-289 0,0 0-179 15</inkml:trace>
  <inkml:trace contextRef="#ctx0" brushRef="#br0" timeOffset="108132.81">24732 2926 4632 0,'-62'24'376'16,"18"-8"172"-16,28-16-381 0,7 7-75 15,6-7-31-15,3 6 23 0,0-3 126 16,62-3-33-16,-32 0-122 15,7 0-9-15,6 0 0 0,6-19 4 0,4 19-3 16,2-17-3-16,1 17-14 16,2-19-9-16,1 19-2 0,48-18 4 15,-19 3-17-15,-54 4-10 0,-5 11 5 16,-7-6-12-16,6 0-109 16,-18 2-161-16,-7 4 87 0,2 0-64 15,-5 0-118-15,0 0-1143 16,0 0-936-16</inkml:trace>
  <inkml:trace contextRef="#ctx0" brushRef="#br0" timeOffset="108767.69">24858 3184 5465 0,'-3'0'71'0,"1"1"58"16,-1-1 49-16,1 0 15 0,2 0-67 0,0 0-33 16,0 0-77-16,0 0 20 15,0 0 16-15,0 0 0 0,24 0-4 16,-24 0-17-16,14 0 2 0,2 0-16 15,-16 0 4-15,13 0 0 0,-13 0 15 16,9 0-2-16,-9 0 0 0,8 0 5 16,-4 19-10-16,-1-19 6 0,0 23-6 15,0 7 34-15,-3 9-17 16,0-19-30-16,0 1-4 0,-27 1 2 16,27-1-7-16,-25 0 1 0,9-1 0 0,0-2-2 15,0-3 5-15,-12 10 12 16,17-11 20-16,-1-11-17 0,12 1-1 15,-4-4-7-15,4 0-11 0,0 0-3 16,0 0-7-16,0 0-7 0,19-25 6 16,-19 25 6-16,26-29-3 0,-6 10 2 15,23-29-17-15,-18 23 9 0,0 0 1 16,1-2 4-16,-5 2 0 0,0 2 5 16,-2 3-1-16,-3 3 3 0,-3 2-5 15,-2 4 2-15,3-3 12 16,-10 8-11-16,-4 6-3 0,0 0-6 0,0 0 2 15,0 0 0-15,0 0-10 16,-16 0 16-16,16 18 2 0,0-18-1 16,-24 22-4-16,24-7 2 0,-16 1-4 15,16 2 3-15,-16 0 1 0,16 0-3 16,-9 0-2-16,9 16-11 16,0-5-39-16,0-18-11 0,20-1-43 15,-20-1-39-15,41 2-329 16,8-8-160-16,-17-3 57 0,8 0-286 15,1 0-239-15</inkml:trace>
  <inkml:trace contextRef="#ctx0" brushRef="#br0" timeOffset="109382.26">25868 2646 4144 0,'0'-10'253'0,"15"-5"650"0,-15 7-134 0,0 5-572 16,0 0-69-16,0 3-40 0,0 0-19 15,0 0-27-15,0 0-23 0,0 0-16 16,0 0 10-16,0 0 30 0,0 17 21 16,0 10 88-16,0 14-50 15,0-16-64-15,17 3-11 0,-17 3-11 0,0 0-3 16,0 0-8-16,0-2 1 0,0 0-7 15,0 0 0-15,0 21-4 16,-17-12 6-16,17-24 2 0,0-2 3 16,0-5-1-16,0-1 2 0,0-2 3 15,0-4-1-15,0 0-3 0,0 0-7 16,0 0-11-16,0-18-33 16,-8-18 0-16,3 19 30 0,-1 2-3 15,-1-3 0-15,-13-13-16 16,-8 8 28-16,11 16 4 0,1 7-2 15,-4-8-2-15,-20 8-7 16,4 24 7-16,18-24 5 0,6 20 1 0,2-20-6 16,2 26 9-16,6-12 2 0,2-3-10 15,0 2 5-15,0-2-9 0,31 0-35 16,-31-3-34-16,38 0-47 0,12 1-280 16,-21-9 112-16,-2 0-152 0,1 0-302 15,1 0-304-15,0 0-240 0</inkml:trace>
  <inkml:trace contextRef="#ctx0" brushRef="#br0" timeOffset="109915.52">26268 2762 5112 0,'0'-3'189'0,"-18"1"69"0,18 0 1 0,0 0-82 0,0 0-90 0,0 0-69 16,0 2-26-16,0 0 0 0,0 0 15 15,20 0 42-15,5 0 47 16,-10 0-42-16,2 0 0 0,0 0-8 16,-1 0-2-16,-3 14-5 0,3-14 0 15,-5 0 0-15,-1 14-1 0,-3-14 3 16,5 25 42-16,-9-2 5 0,-3-10-45 16,0 1-3-16,0 1-4 0,-27 2-7 15,-3 18 7-15,-8 3-30 16,16-22 1-16,4-1-4 0,0-1 5 15,3-3 5-15,3-5 9 0,5-1 15 16,7-2 9-16,-8-2-6 0,8-1-18 16,0 0-20-16,20-26-20 15,-20 1 17-15,26 10 1 0,-7-3 1 16,25-24-2-16,8-2 2 16,-27 24 0-16,0-1 3 0,-2 0-5 15,-4 2-2-15,-1 5 8 0,-4-1-3 0,-2 4 1 16,-2 1 4-16,-3 2-8 15,-3 3 3-15,0 1-1 0,-4 2-6 16,0 2-2-16,0 0 7 0,0 0 0 16,-23 19 3-16,2-1 3 15,5-18-8-15,3 28 5 0,-2-12 0 16,0 2-3-16,-12 20 1 0,17-17-2 16,3-2 2-16,2 1-2 0,5-2 0 15,0 0-3-15,0-2-20 0,0 0-27 16,20-4-42-16,-20-2-64 0,29-2-70 15,14 2-650-15,20-10-1242 16,-29 0 597-16</inkml:trace>
  <inkml:trace contextRef="#ctx0" brushRef="#br0" timeOffset="110148.63">26911 2749 5761 0,'0'0'52'0,"0"0"42"0,-9 0 5 0,9 0-7 15,0 0-51-15,0 0-36 0,0 0-6 16,26 0-1-16,11 0 5 0,7-12-25 16,-19 12-38-16,0 0-62 0,24 0-353 15,-13 0-527-15,-22-7 200 16,-1 7-258-16,-4 0 2 0</inkml:trace>
  <inkml:trace contextRef="#ctx0" brushRef="#br0" timeOffset="110298.78">26890 2870 4437 0,'-31'15'174'16,"-14"10"431"-16,22-12-76 16,19-9-413-16,4-4-35 0,0 0-30 0,0 0-14 15,34 0-8-15,-12 0-19 0,8 0-12 16,1-22-22-16,7 22-30 0,47-14-123 15,2-1-449-15,-45 2-214 16,-3 13-257-16</inkml:trace>
  <inkml:trace contextRef="#ctx0" brushRef="#br0" timeOffset="115231.59">27490 3004 2616 0,'0'1'264'0,"0"-1"73"0,0 0-13 0,0 0-113 0,0 0-135 16,0 0-102-16,0 0 12 0,0 0 28 16,0 0 49-16,0 0 90 0,0 0 63 15,0 0 84-15,0 0 9 0,0 0-36 16,0 0-21-16,0 0-36 0,0 0-28 16,0 0 114-16,0 0-184 0,0 0-17 15,0 0-17-15,0 0-19 0,0 0-20 0,0 0-17 16,0 0-6-16,0 0 0 0,18 0-5 15,-18-17 0-15,33 5 7 16,-3-6 3-16,-14 9-14 0,-1-2 2 16,1-2 2-16,1-3-1 0,0-1 9 15,-4-4 2-15,3 1-3 0,-5-5 0 16,16-35-16-16,-6-8-15 16,-11 33 2-16,-1-1 3 0,0 0 0 15,0-1-1-15,-4 4 1 0,1 4 1 16,2 4 0-16,-1 2-1 0,-3 5 6 15,0-6 28-15,0 14 16 16,-4 7-34-16,0 2 1 0,0 1-7 0,0 0 5 16,0 0-3-16,0 0-6 0,0 0-3 15,0 0-6-15,0 0 3 0,0 0 1 16,-15 0 2-16,1 19 10 16,14-2 0-16,-11-5 3 0,3 4-3 15,0 3 4-15,0 4 4 0,1 0-5 16,0 5 3-16,-1 2-10 0,-4 30-3 15,9-6-4-15,3-30-2 16,0 0 4-16,0-4 1 0,0-1-6 0,0-3 2 16,0 0-5-16,23-3-22 15,-23-1-32-15,14 0-55 0,6 5-331 16,9-6-491-16,-12-7 34 0,4-3-218 16,2-1-201-16</inkml:trace>
  <inkml:trace contextRef="#ctx0" brushRef="#br0" timeOffset="115848.18">27951 2726 5004 0,'0'-6'112'0,"0"2"79"0,0-4 272 0,0 2-324 0,0 2-68 16,0 1-37-16,0 0-12 0,23 0 13 15,-23-1 8-15,25 2 14 0,-11-2 1 16,1 2-13-16,4 0 4 0,-6 1-15 16,20 0 33-16,-20 1-34 0,-1 0 5 15,-1 0-8-15,0 0-1 0,-3 0-11 16,1 0-3-16,-3 0-2 0,0 16 3 16,-2-16 1-16,3 13 15 15,-4 4 17-15,-3-9-23 0,0 3-2 0,0 3-4 16,0 0 5-16,-22 18 11 15,7-3-23-15,15-15-11 0,-18-3 2 16,18-3 4-16,-13-1 9 0,13-3 20 16,0-1 10-16,-9-1 10 0,9-1 5 15,0-1-6-15,0 0 24 16,0 0-53-16,0 0-29 0,0-20 2 16,0 20-1-16,0-18-3 0,17 18 4 15,-17-25-6-15,16 11 3 0,-16-3-1 16,36-21 4-16,-3-1-7 15,-17 21 4-15,2 1 4 0,-1 2-1 0,-1 3-2 16,-1 2 0-16,0 3-4 0,-1 1 8 16,-1 4-7-16,-2-1 3 0,1 3 1 15,11 0-4-15,-6 0 6 16,-9 17 1-16,-3-17 0 0,1 18-5 16,-2-18 5-16,-2 26-2 0,0-12-1 15,-2 1-3-15,0-1 1 0,0 15 7 16,0-7 3-16,0-11-9 15,0-2-8-15,0-2-12 0,0-1-26 16,0 2-115-16,0-6-70 16,0 1 94-16,0-3-15 0,0 0-20 15,0 2-393-15,0-2-881 0,0 0 350 16,0 0-324-16</inkml:trace>
  <inkml:trace contextRef="#ctx0" brushRef="#br0" timeOffset="116414.45">28556 2610 5403 0,'7'-6'97'0,"4"0"68"0,-2 0 28 0,0-3 0 0,1 3-77 0,9-1-12 16,4 1-30-16,-12 5-35 16,0 1-1-16,3 0-4 0,0 0-6 0,13 0 17 15,-16 0-23-15,2 16 4 16,-2-16 0-16,0 0-3 0,-5 17 8 0,0-17 1 15,-1 17 7-15,-3-6 9 0,-1 1 0 16,-1 1-5-16,0 15 37 16,-25 5-22-16,25-16-36 0,-25-2-7 15,25 0 2-15,-32-1-3 0,18 0 6 16,-2-3 3-16,4-3-2 0,-1 1 2 16,-1-1 16-16,14-4-2 15,-5-4-19-15,5 0 7 0,0 0-3 16,0 0-7-16,0 0-7 0,0 0-10 0,16-17-5 15,-16 17 3-15,18-17 5 0,9-8-2 16,9-8-8 0,-19 16 4-16,5-3-2 0,-2 1 0 0,18-20-3 15,-5 3 10-15,-18 20 6 16,-2 1-6-16,-6 3-3 0,0-1 5 16,-2 5-3-16,-3-1 1 0,-1 3 3 15,-1 0-4-15,0 3-1 0,0 2-6 16,0 1 2-16,0 0-1 0,0 0 6 0,0 0-2 15,-18 0-3-15,18 21 1 16,-14-21 6-16,14 20 4 0,-19-20 0 16,9 28-2-16,-2-12-7 0,4 16 2 15,-4-2 4-15,12-15-8 16,0-1 3-16,0-1 0 0,0-2-5 0,0-1-7 16,0-1-10-16,25-2-27 0,-25 0-26 15,25-1-48-15,12 0-318 16,10-2-347-16,-21-4 60 0,3 0-298 15,4 0-201-15</inkml:trace>
  <inkml:trace contextRef="#ctx0" brushRef="#br0" timeOffset="116681.27">29257 2596 5093 0,'-12'0'111'0,"12"0"83"0,0 0 43 16,-8 0 6-16,8 0-97 0,0 0-74 16,0 0-42-16,0 0-9 0,0 0 16 15,26 0 67-15,25 0-33 16,-25 0-54-16,3 0-8 0,3 0-3 16,4 0-4-16,36-15 2 0,-39 15-3 15,0 0-3-15,-1-10 0 0,-6 10-9 16,-2 0-37-16,-5-10-30 0,-4 10-54 0,-5-9-62 15,0 6-54-15,-1-7-579 16,-9 5-733-16,0 0 566 0,0 2-112 16</inkml:trace>
  <inkml:trace contextRef="#ctx0" brushRef="#br0" timeOffset="116964.31">29526 2453 5096 0,'-8'-2'240'0,"1"-1"91"0,1 1 40 16,5 0-55-16,-4-1-81 0,3 1-61 0,1 1-51 16,0-1-45-16,0 2-30 0,0 0-11 15,1 0 34 1,0 0-22-16,0 0 2 0,0 24-16 0,0-24-1 16,0 22-7-16,0-9-8 0,0 2-2 15,0 1-7-15,0 2-2 0,0 0-2 16,0-1-5-16,0 23-5 0,0-21 3 15,0 0 1-15,0 18-60 16,0-8-97-16,0-1-112 16,0-17 65-16,-12-2-62 0,12 0-60 15,0-1-96-15,0 2-1053 16,28-7-918-16</inkml:trace>
  <inkml:trace contextRef="#ctx0" brushRef="#br0" timeOffset="117281.53">30167 2494 5111 0,'6'-12'124'16,"-3"0"96"-16,2 0 57 0,-3 2 27 16,1 0-83-16,-2-1-42 0,0-2 102 15,-1 9-165-15,0 1-28 0,0 2-35 0,0 1-9 16,0 0 2-16,-17 0 7 0,17 0 7 15,-24 27 1-15,6-27-16 0,-2 29-15 16,-25 11 11-16,8 3-16 16,24-24-13-16,3 0-4 0,10 0-3 15,0-2-1-15,0-2 2 0,0 0 0 16,26-1 2-16,-6 0 0 0,29 9-9 16,11-4-25-16,-27-13-10 15,-1-2-28-15,-1 0-48 0,1-2-71 16,26-2-492-16,-5 0-1082 15,-31 0 497-15</inkml:trace>
  <inkml:trace contextRef="#ctx0" brushRef="#br0" timeOffset="118430.63">25534 736 4854 0,'-3'0'19'0,"1"0"88"0,-3 0 357 0,5 0-166 16,0 0-50-16,0 0-72 0,0 0-50 16,0 0-66-16,0-12-28 0,0 12-34 0,0 0-4 15,0 0 1-15,0 0-3 0,0 0 19 16,0 0 14-16,0 18 55 16,0-1-40-16,18-17-4 0,-18 26-4 0,0-9 4 15,14 0-9-15,-14 3 0 0,0 0-1 16,0-1-14-16,7 26 3 15,-7-4-12-15,0-23 1 0,0-1-1 16,0-2 2-16,0-2-2 0,0-1-4 16,0-1 5-16,0-4 0 0,0-1 2 15,0 0 8-15,0-4 7 0,0 0 11 16,0-2 30-16,0 0-45 0,0 0-13 0,0 0-4 16,0-25-1-16,0 25-2 0,0-18-2 15,-21 18-3-15,21-23-3 0,-18 11 0 16,-8 1-3-16,-6-4 13 15,12 7-1-15,2 8-1 0,-5 0-1 16,-1 0 7-16,-19 17 7 16,4-1-13-16,26-16 0 0,2 17-4 15,7-17 8-15,1 19-2 0,3-19 1 16,0 18 2-16,0-8 1 0,33 1 2 16,-16-3-5-16,28 9-1 15,7-6-5-15,-25-5-1 0,1-4-22 16,0 0-50-16,21 2-215 0,-6-4-171 15,-23 0 117-15,-4 0-248 16,2 0-285-16,-5 0-288 0,-2 0-297 0</inkml:trace>
  <inkml:trace contextRef="#ctx0" brushRef="#br0" timeOffset="118681.05">24909 1357 4195 0,'-14'8'87'0,"3"3"479"0,11-10-205 0,0 0-74 0,31-1-115 15,-9 0-48-15,8 0-42 0,6 0-10 16,9 0-7-16,9 0-1 0,6-18-15 16,4 18-11-16,76-18 21 15,1 6-25-15,-74 12-25 0,0-11-4 16,-4 11 0-16,-7-11-6 0,-6 11-35 15,-5-6-51-15,-11 6-74 0,-3-8-106 16,11 2-787-16,-21-2-990 16,-17 4 878-16</inkml:trace>
  <inkml:trace contextRef="#ctx0" brushRef="#br0" timeOffset="119147.79">25255 1458 5770 0,'-7'5'-3'0,"3"-1"-1"0,-1 4 216 16,5-3 168-16,0 2-229 16,0 0-46-16,0 3-28 0,0 3 1 15,0 1-9-15,18-1-17 0,-18 3-14 0,0 0-14 16,18 0-9-16,-18 1-6 0,13 16 0 15,-4 0-15-15,-9-20 10 16,0 1-5-16,10-3-4 0,-10-3 3 16,0 1 0-16,0-4 5 0,0-1 6 15,0-1 0-15,0-1-5 0,0-2 4 16,0 0-21-16,0 0-6 16,-21 0-6-16,10-21-7 15,-7 5 12-15,9-4 17 0,-2 20-5 16,0-21 3-16,-2 11 1 0,-15-2-10 15,-8 6 3-15,14 6 6 0,0 0 5 16,-1 0-5-16,0 0 2 0,1 28 1 16,1-28-5-16,4 26 4 0,-2-26-1 15,-3 40-13-15,14-15 0 16,8-13 15-16,0-4-3 0,0 1 0 16,24-1 3-16,-24-3-7 0,29-5-14 15,-8 5-33-15,1-5-38 0,7 0-63 16,34 0-453-16,11-27-1088 15,-36 4 411-15</inkml:trace>
  <inkml:trace contextRef="#ctx0" brushRef="#br0" timeOffset="119647.66">25508 1582 4981 0,'0'0'207'0,"0"0"-53"0,0 0-9 0,0 0-20 0,0 0-3 0,28 0-14 16,-28-15-12-16,31 15-1 0,-13 0-11 15,23-15 28-15,-5 15-32 16,-21 0-44-16,-1 0-1 0,-1 0-7 16,-4 0 0-16,-2 0 8 0,-3 19 12 0,-1-19 10 15,-3 0-2-15,0 24-3 0,0 7 11 16,-23 2-33-1,-4-13-24-15,12-1-4 0,-1 0-5 0,0-4 4 16,3-3-1-16,1-4 5 0,12-1 8 16,-13-1 21-16,13-4 4 0,0-2 29 15,0 0-66-15,0-19-9 16,18 19 9-16,-18-22 0 0,22 6-3 16,8-23-7-16,12-3 10 15,-24 21 2-15,3 1-5 0,1 1 0 0,-6-1 4 16,-1 4 0-16,-1 3-3 0,-4 1 7 15,-2 5-9-15,-3 0 5 0,-1 1-12 16,-4 6-6-16,0 0 15 16,0 0-7-16,-25 23 6 0,5 0 0 15,0 6 2-15,20-12-14 16,-23-1 0-16,23 2-10 0,-11 12-61 16,11 0-98-16,0-17 43 15,0-2-32-15,0-4-45 0,18 1-90 16,-18-2-54-16,33-4-215 0,-12-2-296 0,8 0-153 15,5 0-343-15</inkml:trace>
  <inkml:trace contextRef="#ctx0" brushRef="#br0" timeOffset="120033.2">26756 1092 4653 0,'4'-10'287'0,"-2"1"89"0,-2 0 28 0,0 3-89 0,0-4 34 15,0 6-186-15,0 2-114 0,0 1-12 16,-16 1-18-16,16 0-11 0,0 0 12 15,-15 0 9-15,15 0 13 0,-21 21 12 16,10-21-1-16,-24 34 44 16,-4 2-17-16,17-16-50 0,-1 3-2 15,0 3-14-15,-1 1-1 0,-1 6-3 16,1 2-4-16,3 2 2 0,-4 1-6 0,-11 43-7 16,19-3-11-16,15-44-23 15,2 0-27-15,0-3-37 16,21-3-61-16,0-2-38 0,2-4-80 0,8-1-160 15,5-5-305-15,6-3-306 0</inkml:trace>
  <inkml:trace contextRef="#ctx0" brushRef="#br0" timeOffset="120564.31">26641 1595 5093 0,'-15'10'-1'0,"5"-1"54"0,3-4 46 16,7-4 38-16,0 0 27 0,0-1-11 15,0 0-13-15,25 0-1 0,-25 0-24 16,32 0-23-16,14-21 41 0,6 4-30 15,-25-8-56-15,0 13-2 16,22-21 39-16,-1-3-29 0,-28 16-39 16,2-4-10-16,-4 0-2 0,-4-1-2 15,13-29-5-15,-11-2 0 16,-12 28 2-16,-2 2 1 0,1 0-2 16,-3 1 4-16,0 0-3 0,0 2 2 15,0 4 4-15,0-1 2 0,0 7 16 16,0-11 43-16,-17 14-32 15,17 7-40-15,0 3-8 0,0 0 3 16,0 0-6-16,-9 18 20 16,9-18 0-16,-8 20 6 0,1-4 16 15,-2 2 9-15,0 4 3 0,0-2 1 16,1 5-11-16,-2 2-4 0,1 2-8 0,1-1-6 16,-2 28-5-16,8-1 6 15,2-27-9-15,0-1 2 0,0 0-14 16,22-4 11-16,-1 23-60 0,-21-27-5 15,29-3-45-15,-12-5-42 0,0-1-66 16,4-3-83-16,0-4-173 0,4-3-313 16,2 0-278-16,2 0-279 0</inkml:trace>
  <inkml:trace contextRef="#ctx0" brushRef="#br0" timeOffset="121080.64">27256 1294 5017 0,'0'0'97'0,"-7"0"297"0,7 0-51 0,0 0-293 16,0 0-23-16,0 0-7 0,0 0 37 16,18 0 112-16,1 0-17 15,-19 18-106-15,24-18-5 0,-11 0-8 0,1 0 1 16,-3 18 6-16,0-18 0 15,1 15 2-15,-3-15-5 0,-3 18 6 16,6 5 40-16,-8 0-11 0,-4-11-49 16,0 2-4-16,0-1-2 0,0 2-6 15,-22-1-3-15,22-1-1 0,0-1-8 16,-23-1 7-16,10 5-1 16,13-7 18-16,-12-8-1 0,12-1 11 15,0 0-3-15,0 0-8 0,-7 0-4 16,7 0-12-16,0-22-2 0,0 22 0 15,0-21-6-15,0-5-1 16,23-6-5-16,-23 14 6 0,25-1-4 16,-25-3 10-16,29 3 2 0,5-20-4 15,0 7-16-15,-19 20 9 0,-1 2 0 16,-1 4 1-16,-3 1 3 0,1 3-2 16,-3 2-2-16,-2 0 4 0,0 0 0 15,0 0-1-15,3 21-5 16,-2-2 1-16,-2 3 9 0,-1-10-2 15,-2 2 2-15,1 11-30 16,1-1-94-16,-4-13 10 0,3 0-50 16,-2-4-45-16,2 6-453 15,-1-5-785-15,-2-5 334 0,4-3-245 0</inkml:trace>
  <inkml:trace contextRef="#ctx0" brushRef="#br0" timeOffset="121630.76">27723 1258 5332 0,'0'-8'291'0,"0"4"-117"0,0-1-43 0,0 2-54 16,23-3-18-16,2-5 15 0,-10 7-46 0,6 0-7 15,-4 2-7-15,2-1 2 0,-1 3 1 16,-1 0 2-16,-3 0-3 15,0 0 2-15,-6 0-1 0,2 20 1 0,0-2 45 16,-8 5 24-16,-2-10-35 16,0 1-1-16,0 1-5 0,0 1 0 15,-27-1-8-15,27 0-8 0,-21 1-6 16,21 0-5-16,-39 14 0 16,14-7-5-16,16-14-7 0,1-2-2 15,8-2-3-15,-11-1 21 0,11-2 5 16,-4-1 18-16,4-1 14 0,0 0-15 15,0 0-12-15,0 0-20 16,21-24-22-16,-21 8 8 0,19 16-6 16,-19-25 2-16,42-4-36 0,-5-8-9 15,-18 19 35-15,1-1 4 0,-2 0 5 16,0 1 4-16,-3 1-2 0,-1 2 5 16,-3 2 5-16,-4 3 5 0,2-1 8 15,-8 6-3-15,1-5 1 16,-2 9-18-16,-23 1-3 0,23 0 3 15,-25 0-1-15,25 0-2 0,-26 25 4 16,26-25-9-16,-26 22 5 0,14-22 1 16,-2 39 1-16,14-10-6 15,0-14 8-15,0-1-9 0,0 1 4 0,0-2-14 16,19 1-20-16,-19-3-27 0,28-1-39 16,-9 0-37-16,-1-3-46 0,29 3-345 15,-1-7-593-15,-21-3 173 16,0 0-269-16</inkml:trace>
  <inkml:trace contextRef="#ctx0" brushRef="#br0" timeOffset="121963.98">28148 1048 5459 0,'-6'-17'315'0,"6"5"205"16,0 7-340-16,0 1-76 0,0 2-51 16,0 2-7-16,17 0 2 0,-17 0 8 15,22 0 12-15,-6 0-5 0,0 18-11 16,5-18-4-16,21 20 16 0,-21 9-41 16,-2-12-8-16,0 2 1 0,1 3-2 15,-5 0-2-15,2 5-4 0,-3-1-3 16,2 4-2-16,-5-1-3 0,-2 2 8 0,-3 1-4 15,-4 32 0-15,-2-33-12 0,-27 4-19 16,4-3-36-16,-6 0-61 16,-9 2-67-16,-6 2-83 0,-6-4-97 0,-9 3-202 15,0-2-324-15,-64 24-1712 16</inkml:trace>
  <inkml:trace contextRef="#ctx0" brushRef="#br0" timeOffset="122780.08">28730 1277 5292 0,'-16'2'116'0,"-12"-2"369"0,17 0-186 0,11 0-82 0,-11 0-81 16,11 0-54-16,-4 0-48 0,4 0-23 15,0-15-13-15,0 15 4 0,22 0 3 0,-22 0-3 16,50-9 9-16,2 2-18 16,-21 0 0-16,-1 7-27 0,-1-7-49 15,2 5-68-15,1-2-90 0,-3 3-115 16,-3-3-232-16,1 1-310 0,-5 0-249 15</inkml:trace>
  <inkml:trace contextRef="#ctx0" brushRef="#br0" timeOffset="122930.06">28776 1333 4131 0,'-12'0'270'0,"3"11"93"0,9-11 4 0,-8 2-106 15,8-2 14-15,0 2-123 16,34-2-105-16,-12 0-24 0,6 0-31 15,7 0-22-15,7-18-92 0,2 18-156 16,5 0-309-16,2-16-357 0,-1 16-244 16</inkml:trace>
  <inkml:trace contextRef="#ctx0" brushRef="#br0" timeOffset="123313.33">29693 728 5591 0,'-5'-4'182'0,"-1"-6"312"15,6 8-297-15,-3-1-89 0,0 1-64 0,2 2-25 16,-2 0-28-16,3 0-10 0,-1 0 10 16,1 0 5-16,0 0 5 0,0 0-1 15,0 0 4-15,0 17 3 0,0-2 17 16,19-15-12-16,-19 22 4 0,0-10-2 16,16 2-4-16,-16 1 4 0,12 2-2 15,-12 2 1-15,11 0-7 0,-3 24-6 16,1-1 3-16,-5-26-15 15,-4-1-39-15,3 0-68 0,-1-2-68 16,-1-4-95-16,0 0-143 0,0-2-268 16,-1-2-303-16,0 0-259 0</inkml:trace>
  <inkml:trace contextRef="#ctx0" brushRef="#br0" timeOffset="123563.29">29281 1234 5767 0,'-11'4'80'0,"6"-3"56"15,1-1 149-15,4 0-182 16,30 0-81-16,-10-19 8 0,38 19 32 16,23-15-19-16,-35 4-27 0,6 11-3 15,6-13-7-15,1 13 1 0,64-21-12 16,-2 5-58-16,-64 10-36 15,-5 0-63-15,-8 0-72 0,-5 1-114 16,-8 1-236-16,-7 0-325 0,-6 2-238 16,-5-1-316-16</inkml:trace>
  <inkml:trace contextRef="#ctx0" brushRef="#br0" timeOffset="124063.21">29506 1366 5678 0,'-11'3'49'0,"3"-3"51"15,-1 1 253-15,9-1-70 16,0 0-205-16,0 0-21 0,0 0 5 16,26 0 16-16,-26 0-3 0,33 0-9 15,-13 0-17-15,-1 0-20 0,4 0-3 16,-2 0-9-16,20 0 5 0,-26 18-17 15,-5-18 6-15,0 18 12 0,-5-18 4 16,-5 26 4-16,0-10-5 0,0 3-14 16,0 2-2-16,-63 49 10 0,42-48-18 15,-4 2-2-15,-1-2 4 0,1-2-10 16,0-2 6-16,4 0 0 0,1-5 0 16,-7 4 12-16,20-12 23 15,3-5-19-15,4 0-1 0,0 0-17 16,19-25-4-16,7 2 2 15,-7 6 5-15,3-1-4 0,1 1 3 16,34-27 0-16,5-2-6 16,-31 26 4-16,-4 1-1 0,-1 1 3 15,-4 3 2-15,-5 5-1 0,-3 2-2 16,-7 4 3-16,-3 2-5 0,-3 1-4 16,-1 1 6-16,-19 20 4 0,19-20-3 15,-17 23-4-15,17-7 6 16,-18 3-6-16,18-1 0 0,0 0-4 0,0-1-6 15,0-1-7-15,0 14-70 16,47-11-154-16,-24-13 31 0,1 0-107 16,4-6-229-16,1 0-403 0,3 0-258 15</inkml:trace>
  <inkml:trace contextRef="#ctx0" brushRef="#br0" timeOffset="132761.79">3635 7079 2980 0,'-1'0'0'0,"-1"0"-3"0,2 0 3 0,-2 0-27 0,2 0 57 0,0 20-14 15,0-20 61-15,0 0-15 0,0 20-43 16,0 1 38-16,0-10-48 0,0 3 76 15,0 1-3-15,0-1-35 0,0 3 15 16,0 21-20-16,0-20 12 0,0 0-8 16,0-1 22-16,0-2-34 0,0 0-22 15,0 13 0-15,0-16 0 0,0 1-12 16,0-4-36-16,0 0-36 0,0 5-195 16,0-11 136-16,0 1 30 0,0-3 21 0,0-1 10 15,0 0-87-15,13 0-877 0</inkml:trace>
  <inkml:trace contextRef="#ctx0" brushRef="#br0" timeOffset="133161.51">3576 6710 672 0,'-13'0'67'0,"-5"0"216"15,-2 0 219-15,-1 32 136 0,-34 16 733 16,-5 23-535-16,30-28-611 16,3 6-34-16,0 5-56 0,5 5 5 0,0 3-37 15,5 1-20-15,5-1-8 0,5 1-3 16,4-4-16-16,3 47-16 16,21-26-28-16,14-47-7 0,-12-3 2 15,2-7-4-15,3-3-6 0,3-6 12 16,3-6-7-16,4-4 2 0,4-4 5 15,1 0-4-15,54-46-4 16,0-2 3-16,-49 17-8 0,-3-1 11 16,-1 0 0-16,-4-4 17 0,-1-3 4 0,-5-4-7 15,-2-1 9-15,-4-4-11 0,-3-3 6 16,-6-1-7-16,4-58-11 16,-21 8-11-16,-2 55 8 0,-23 4-10 15,23 7 1-15,-34 5-15 0,-12-9-150 16,20 27-13-16,-4 8-86 0,-3 5-144 15,0 0-228-15,0 0-240 0,-2 31-174 16</inkml:trace>
  <inkml:trace contextRef="#ctx0" brushRef="#br0" timeOffset="135693.76">3805 9172 4044 0,'3'-4'-19'0,"1"-2"-21"0,-2 1 20 0,1 1 42 0,3-2 118 15,1-3 286-15,-2 6-262 0,1 0-81 16,1 2-62-16,0-2-2 0,-2 3 19 15,10 0 100-15,-9 0-49 0,0 0 11 16,-2 27 11-16,2-27 9 0,-4 44 105 16,-2-24-137-16,0 3-19 0,0 3-4 15,-19 1 8-15,19 0-8 0,-20 25 42 16,0-29-74-16,20-3-18 0,-16-4-7 16,16-2-8-16,0-5 0 0,0 4-4 15,0-10 8-15,0-3 1 0,22 0 0 16,-4 0 1-16,33-23-10 0,-19 23-2 0,3-27-11 15,4 12-35-15,1 1-42 0,-2-1-52 16,24-13-317-16,-37 15 102 0,-6 2-150 16,-2 2-52-16,-8-1-203 0,-4 0-93 15</inkml:trace>
  <inkml:trace contextRef="#ctx0" brushRef="#br0" timeOffset="136111.96">3733 8972 4363 0,'-45'19'64'0,"20"14"188"0,1-8 104 16,-3 7 35-16,4 5-67 0,-2 8-123 15,-12 55-29-15,21-43-130 0,7 1-14 16,1-2-3-16,8 1 4 0,0 49 5 16,23-60-17-16,-23 1-10 0,30-6 1 0,-9-4-3 15,0-4-2-15,25 17-1 0,-21-30 0 16,3-9-1-16,-1-3 2 0,3-7-1 16,3-1 1-16,38-32 3 0,-31 11-6 15,5-5 2-15,2-4-1 0,4-6-2 16,44-43 12-16,-46 34-8 0,-3-5 3 15,0-4-5-15,-7-1-2 0,-3-2 1 16,22-61-3-16,-36 56 3 0,-10 3-3 16,-6 1 0-16,-6 6 0 0,-25-41-47 15,3 55-21-15,-7 5-44 0,-4 7-59 0,-5 6-100 16,-6 5-136-16,-43 7-821 16,46 8 447-16,4 0-69 0,6 0 150 0</inkml:trace>
  <inkml:trace contextRef="#ctx0" brushRef="#br0" timeOffset="141910.43">7100 11390 3605 0,'0'4'10'0,"-15"2"28"0,15-1 94 15,0 1 99-15,-9 1 296 0,9-3-349 0,-5 0-95 16,5 1-55-16,0-2-7 15,0 2 10-15,0-1 154 0,0-3-23 16,0 2 33-16,0-3 22 0,0 0 8 0,0 0-35 16,14 0 69-16,-14 0-186 0,0-19-26 15,12 19-19-15,-12-19-6 0,22-8-5 16,-13 13-15-16,2-3-3 0,-1-2 1 16,2 1 0-16,-1-4-2 0,11-25 4 15,-12 21-1-15,-1 0 2 0,2 1 0 16,-4 0 0-16,0 0 0 0,2-21 2 15,-7 25 1-15,-1 2 0 0,-1 1 5 16,0 0 9-16,0-13 58 0,-18 6 22 16,18 15-52-16,0-1-29 15,-16-4 12-15,4 5 6 0,12 5-14 16,0 2-4-16,-10 1-6 0,10 0 1 16,0 2-11-16,-5 0 1 0,5 0-5 15,-2 0 4-15,0 0-2 0,0 0 11 16,-2 0 11-16,0 22 5 0,-1-22 0 15,-2 18-4-15,-1-6-3 0,2 4 0 16,-4 17 14-16,3 10-4 16,6-21-18-16,1 2-6 0,0 1 1 15,0 0-4-15,0 4 1 0,0-2-2 0,22 0-3 16,-22-1-3-16,22 27 2 16,14-6 0-16,-22-28-5 0,-1 0-27 15,-1-2-25-15,3-2-51 0,10 6-254 16,5-10-278-16,-13-11 51 15,4 0-363-15,2 0-205 0</inkml:trace>
  <inkml:trace contextRef="#ctx0" brushRef="#br0" timeOffset="142460.14">7491 11190 5028 0,'0'0'131'0,"0"-21"48"0,0 21 36 0,0 0 18 16,0-15-100-16,0 15-32 0,0 0-25 15,16-14 6-15,-16 14 23 0,14-10 96 16,3 2-128-16,-17 8-14 0,19-6 8 16,-8 6 3-16,-2-2-4 0,-1 2-20 15,0 0-10-15,-1 0 2 0,-1 0 3 16,3 0 46-16,-4 18-26 15,-2-18-38-15,-2 22 2 0,1-8-8 16,-2 2 2-16,0 19 2 16,0 3-7-16,0-20-9 0,0-1 1 0,0-2-4 15,0-3-1-15,0 0 0 0,0-4 5 16,-17-3 1-16,17-1 10 0,0-1 10 16,0-3 29-16,0 0-27 15,0 0-33-15,0-19 2 16,0-3-1-16,0 6-1 0,17-2 4 15,-17-2 2-15,19-5 1 0,-6 0-3 16,25-27-2-16,6 4-2 16,-22 25 1-16,0 5 1 0,-2 6 3 0,-2-1-4 15,-3 4 4-15,-3 2-2 0,-3 2-4 16,-2 5 7-16,1 0 2 16,0 0-9-16,-1 22-6 0,-4 1 11 15,1-9 4-15,-1 3 1 0,1 2-1 16,-1-1-3-16,2 21-3 0,-3-20 1 15,0-1-8-15,1 0-14 0,-1-1-21 16,1-4-28-16,-1-1-33 0,0-2-37 16,0-2-58-16,12 11-746 15,-6-17 278-15</inkml:trace>
  <inkml:trace contextRef="#ctx0" brushRef="#br0" timeOffset="143027.04">8208 11085 6027 0,'0'-4'98'0,"0"-2"61"0,0 1 29 15,0-1 111-15,0 2-218 16,0 4-47-16,0 0 17 0,0 0 15 16,0 22 6-16,0 0 16 15,17 11-30-15,-1-15-36 0,-16 2 4 16,14 2-7-16,-14 3 4 0,11 0-3 0,-11 0 2 15,10 4-4-15,-10 1-3 16,0-1-1-16,0 29 3 16,0-7-7-16,0-27-6 0,0-5 2 0,0-3-3 15,-15 4 8-15,15-8 22 16,0-8-5-16,0-4 2 0,0 0-10 16,0 0-7-16,0 0-13 0,0 0-4 15,0-25 1-15,-7 25 1 0,7-31-4 16,0 12-3-16,-5-33-26 0,3-10 1 15,1 27 23-15,1-2 1 16,0-35-2-16,0 6 8 16,0 33 1-16,0 2 1 0,20 3-1 0,-20 3 0 15,18 2-1-15,4-21-1 0,-9 25 2 16,1 4 1-16,1 1 2 0,3 3-5 16,0 3 2-16,0 0 1 0,0 3-4 15,0 3 5-15,2 2-3 0,-4 0 0 16,17 0 5-16,-7 23-4 15,-15 0 1-15,-2-8-2 0,-3 1 5 16,-2 1 1-16,-2-1-3 0,-2 1 2 16,0 0-1-16,0 0 4 0,-21 13-4 15,-3-6-4-15,24-14-5 16,-33 0-14-16,11 0-17 0,-4-3-17 0,-1 1-18 16,-2 0-29-16,-1-3-31 0,0-1-40 15,0-2-37-15,-20-2-352 16,19 0-599-16,20-27 149 0,6 27-223 15</inkml:trace>
  <inkml:trace contextRef="#ctx0" brushRef="#br0" timeOffset="143393.34">9247 10954 4848 0,'-47'0'385'0,"27"8"-68"0,0-8 19 0,9 0-103 0,2 0-81 0,3 0-78 0,2 0-49 0,4 0-19 15,0 0 19-15,0 0 10 0,35 0-4 16,-17 0-7-16,29 0-13 0,-18 0-10 16,1-15 1-16,2 15-2 0,-1 0-10 15,25 0-138-15,-29 0-48 0,1 0-204 16,-4 0-227-16,-3 0-239 0,-5 0-328 15</inkml:trace>
  <inkml:trace contextRef="#ctx0" brushRef="#br0" timeOffset="143577.07">9133 11144 6300 0,'-18'9'51'0,"-1"2"244"0,15-11-104 15,4 0-44-15,0 0-65 0,0 0-36 16,0 0-34-16,68-21-19 0,-33 21-1 15,6-17-14-15,7 17-43 0,6-19-42 16,57 2-229-16,-60 17 139 0,-4-15-73 16,-2 8-177-16,-6-2-229 0,-5 1-250 15,10-7-1365-15</inkml:trace>
  <inkml:trace contextRef="#ctx0" brushRef="#br0" timeOffset="149742.1">10537 10857 3844 0,'1'-4'183'0,"1"-2"172"0,-1-4 531 16,1-2-351-16,-1 7-383 0,1 0-36 16,1 2-1-16,-1-2 2 0,1 1-3 15,-1 1-7-15,0 2-15 0,0-1-12 0,0-1-18 16,-1 2-4-16,1 1 35 15,-2 0-17-15,0 0-39 0,0 0 8 16,0 0 61-16,0 14-17 16,0-14-65-16,0 13 3 0,0-13 4 15,0 23-3-15,0-9 1 0,0 23 8 16,0-13-20-16,0 2-5 0,0 4-3 16,0 0 1-16,0 2-10 0,11 1 7 15,-11 2-2-15,0 0-8 0,0-2 11 16,8 0-9-16,-8 21 11 15,4-10-3-15,-4-28-6 0,0-3 3 0,0-2-6 16,0-4 2-16,0-1 2 0,0-4 1 16,0 0 2-16,0-1-1 15,0-1-43-15,0 0-107 0,0 0 22 16,0 0-68-16,0-16-73 0,0 16-144 16,0-14-286-16,0 14-334 0,0-28-272 15</inkml:trace>
  <inkml:trace contextRef="#ctx0" brushRef="#br0" timeOffset="150192.06">10877 10856 4954 0,'5'-7'50'0,"1"2"116"0,-5 0 67 0,0 3 51 16,-1-3-43-16,0-1-13 0,0 6-201 15,0 0 5-15,0 0 11 0,0 0 19 16,0 0 4-16,0 0 9 0,0 0 13 15,0 0 4-15,-22 0 7 0,22 25-17 16,-49 3 43-16,-2 9-49 16,22-14-51-16,-2-4-4 0,0 4-2 15,0-1 4-15,3-1 2 0,1-3-2 16,3-1 4-16,1-1-8 0,-8 6-5 16,17-13-21-16,11-6 11 0,2-2-2 15,1-1 6-15,0 0 4 0,0 1 6 16,0-1 6-16,0 3-1 0,24-3-1 15,-24 1-9-15,23 0-4 0,-5 2 0 16,22 2 6-16,-15 1-15 0,2 1 3 16,3 5-2-16,3-2-3 0,3 4 7 15,0 2-7-15,0 2 1 0,1-1 4 16,-2 2-5-16,23 9 3 16,-19-7 1-16,-28-15 1 0,-1-1 2 15,-5-1 12-15,-3-4 4 0,2 0 20 16,-4 0-30-16,1 0-12 0,-1 0-8 15,1 0-24-15,1 0-33 0,-1 0-61 16,0 0-104-16,-1 0-132 0,0-17-312 16,0 17-393-16</inkml:trace>
  <inkml:trace contextRef="#ctx0" brushRef="#br0" timeOffset="151108.57">11644 10634 4841 0,'0'-3'447'0,"0"-2"225"15,0 5-441-15,0-1-56 0,0 0-36 16,0 1 3-16,0 0-17 0,0 0-19 0,0 0-20 16,0 0-24-16,-20 0-7 0,8 0 39 15,-6 0-19-15,7 0-47 16,-1 18 0-16,-1-18-6 0,-8 14 12 16,0 0-2-16,13 6-13 15,-2-10 0-15,3 2 1 0,-6 15 26 16,-1 8 8-16,9-16-31 15,-1 2 2-15,1 0 7 0,3 2-2 16,2 0-3-16,0 1 1 0,0 1-7 16,0 2-3-16,0-1 2 0,25 3-4 15,-25-2-3-15,22 29 7 0,1-29-17 16,-10 2 3-16,-13-2-3 0,20 1 3 0,-20-3 5 16,16 3-3-16,-16-1 1 0,8 2-1 15,-8-1-3-15,0 28 0 16,-24-4-1-16,24-24-3 0,-25-3 0 15,10-3 1-15,-3-1-4 0,2-1-16 16,-3-4-23-16,0-2-33 0,2-2-24 16,0-3-12-16,4-2 1 0,-7-1-130 15,8-6-174-15,8 0 116 16,4 0-85-16,-1-23-141 0,1 23-293 16,0-21-268-16,0 21-266 0</inkml:trace>
  <inkml:trace contextRef="#ctx0" brushRef="#br0" timeOffset="151808.72">12038 10722 4917 0,'0'-14'592'0,"0"7"-259"0,0 3-116 0,0 0-56 0,0 1-33 15,0 1-4-15,0 1 3 0,0-2-7 0,0 2-4 16,0 0-15-16,0 1 43 16,0-2-56-16,0 2-62 0,0 0-10 15,0 0-12-15,0 0 2 0,0 0 12 16,0 0 13-16,0 17 4 0,0-17-3 16,0 27-11-16,0-8-4 0,0 30 8 15,0 8-5-15,12-28-13 16,-12 1 5-16,0 2-8 0,0-3-2 15,8 1 6-15,-8-3-9 0,4-5 4 16,-4 0 1-16,0-3-7 0,0 6 4 16,0-15 8-16,0-8 1 15,0 1-2-15,0-3 17 0,0 0-4 16,0 0-16-16,0 0-9 16,0-15-7-16,0 15-10 0,0-33-15 15,-20 2 12-15,1 13 16 0,19 1-1 16,-26 1 5-16,7 2 3 0,1 1 2 15,-2 5-1-15,0 1-3 0,-3 3 0 16,-21 2-3-16,-1 2 0 16,28 24 8-16,0-24-5 0,1 29 5 15,0-11 4-15,4 0-7 0,1 2 2 16,3 3-2-16,2 0-3 0,1 1 3 16,3 19 3-16,2-4 0 15,0-25-5-15,18-1 1 0,-18-3 2 0,20-3-3 16,-20-4-3-16,29-3-10 0,-13 0-16 15,2 0-31-15,5 0-39 0,31-25-303 16,3-1-373-16,-30-4 36 16,2 13-319-16,-1-1-210 0</inkml:trace>
  <inkml:trace contextRef="#ctx0" brushRef="#br0" timeOffset="152192.32">12322 10670 4463 0,'5'-8'210'0,"1"-3"106"0,-2 3 67 16,2-1 17-16,0 1-132 0,1-5 99 0,-1 6-90 15,-5 5-164-15,0 1-29 0,-1 1-30 16,0 0-7-16,0 0-11 0,0 0-6 15,0 0 14-15,0 0 2 0,0 0 4 16,0 18 42-16,0 18-29 16,0-18-43-16,0 4 2 0,0 0-9 0,0 3 0 15,0 2 1-15,0 1-5 0,0-1 4 16,0 4 3-16,0-2-6 0,0 28 7 16,19-7-13-16,-19-28-2 15,0-1-6-15,18-4 3 0,-18-2 2 16,13 10-7-16,10-12-53 15,-16-9-5-15,1-4-37 0,2 0-66 16,1 0-111-16,-1 0-160 0,5-23-372 16,0 23-313-16,-5-30-279 0</inkml:trace>
  <inkml:trace contextRef="#ctx0" brushRef="#br0" timeOffset="152425.26">12353 10843 5956 0,'-14'0'109'0,"2"0"74"16,5 0 19-16,2 0-10 0,5 0-95 16,0 0-66-16,0 0-27 0,0 0-5 15,0 0 3-15,51-12 1 0,-28 12-5 16,3 0 0-16,5 0 2 0,0-9 2 16,1 9-3-16,-1-7 2 0,-4 7-2 15,-2-5-3-15,-2 3 7 0,3 1-22 16,-12 1-110-16,-14 0-4 0,2 0-81 15,-2 0-100-15,0 0-259 0,0 0-1532 16</inkml:trace>
  <inkml:trace contextRef="#ctx0" brushRef="#br0" timeOffset="153292.06">6152 12571 5029 0,'-11'6'66'0,"3"-3"122"0,0-1 79 0,3-2 8 15,-3 0-58-15,4 0-74 0,3 0-140 0,1 0-8 16,0 0 5-16,0 0 9 0,27 0-7 16,6 0 3-16,-12 0-5 0,3 0 1 15,1 0-1-15,3 0 1 0,28 0-65 16,-28 0-55-16,0 0-118 0,-1 0-155 15,-1 0-170-15,-1 0-82 0,18 0-507 16,-23 0 549-16,-4 0-23 0</inkml:trace>
  <inkml:trace contextRef="#ctx0" brushRef="#br0" timeOffset="153458.44">6226 12821 4377 0,'-29'16'187'0,"5"-3"119"16,1-3 44-16,5-6-20 0,4 3-131 15,-5-4-70-15,16-1-128 0,3-2-6 16,0 0 8-16,35 0-5 0,22 0-96 16,-22-19-47-16,7 19-113 0,5-20-150 15,2 20-134-15,1-28-54 0,44 2-794 16,-50 8 701-16</inkml:trace>
  <inkml:trace contextRef="#ctx0" brushRef="#br0" timeOffset="153725.06">6528 12519 5406 0,'-13'-5'24'16,"3"1"112"-16,1 0 69 0,9-1 19 15,-16-5 63-15,16 6-253 0,0 4-28 16,0 0 1-16,0 0 14 0,23 0 19 16,9 0 74-16,-11 0-52 0,2 25 1 15,1-25-10-15,0 21 3 0,22 7 48 16,-27-14-58-16,-3 4 0 0,-3 3-3 15,-3-2 2-15,-10 1-6 0,0 25 7 0,0-18-37 16,-27 0-6-16,6 2-14 0,-6 1-33 16,-36 32-177-16,29-31 50 0,-2-1-17 15,2 0-18-15,3-5-81 0,4-2-150 16,-13 10-928-16,26-20 414 0,7-6 2 16,7-6 203-16</inkml:trace>
  <inkml:trace contextRef="#ctx0" brushRef="#br0" timeOffset="154191.96">7547 12765 6237 0,'0'12'25'0,"-19"-12"66"15,19 6 26-15,-13-6 12 0,13 0-25 16,0 0-35-16,0 0-65 0,0-19-6 16,0 19 6-16,30-16 0 0,-30 16 0 15,46-42 3-15,-26 23-6 0,2-3 0 16,0-2 2-16,-2-3-3 0,25-32 61 16,-2-7-3-16,-22 29-60 0,-5 0 2 15,-2 1 8-15,4-29 41 16,-11 9 37-16,-7 31-43 0,0 4-6 15,0 6-9-15,-22 1-4 0,0-3 4 16,-3 7-17-16,12 8-7 16,0 2-4-16,-1 0 0 0,2 0 2 15,0 0 3-15,2 24 7 0,-1-24 3 16,2 25-1-16,1-7 5 0,-3 25 15 16,6 9-1-16,5-21-17 15,0 0-11-15,0 3 5 0,0 1-5 16,20 1-4-16,-20 0 4 0,24 1-5 0,-24-2 2 15,48 30-35-15,-6-7-81 16,-22-37 16-16,3 0-50 0,0-6-80 16,1-3-131-16,3-5-252 0,1-3-390 15,1-4-251-15</inkml:trace>
  <inkml:trace contextRef="#ctx0" brushRef="#br0" timeOffset="154642.01">8147 12466 5690 0,'0'0'83'0,"-17"0"64"0,17 17 43 16,0-17 34-16,-9 0-50 0,9 14 79 16,0 16-60-16,0-18-106 0,0 4-17 15,0 0-19-15,21 2-14 0,-21 1-3 16,0 0 0-16,0 0-5 0,0 0-7 15,0 16-3-15,0-4-12 16,0-22-7-16,0 0 5 0,0 0 0 0,0-3 0 16,0-2 18-1,0-4 12-15,0 0-27 0,0 0-7 16,0-20 0-16,22-5 0 0,0-14 2 16,-7 14-5-16,4-1-2 0,1-1-1 15,21-25 4-15,2 7 7 16,-23 27-7-16,1 4-3 0,-4 3-2 15,0 3 4-15,-2 2 0 0,-1 2-2 16,-4 3 3-16,0 1 2 0,-2 0 4 16,0 28 17-16,-4 3-3 15,-4-11-13-15,1 3-4 0,-1 3 0 16,1-1-3-16,1-3-1 0,5 22-38 16,1-5-64-16,-3-25 20 15,0-1-44-15,-1-4-71 0,12 3-564 16,11-9-1096-16,-7-3 490 0</inkml:trace>
  <inkml:trace contextRef="#ctx0" brushRef="#br0" timeOffset="155175.6">8882 12443 6237 0,'0'-4'105'0,"0"1"70"0,0 0 12 0,-18 0 102 16,18 2-157-16,0 1-75 15,0 0 3-15,0 28-13 0,0-28 1 16,0 27-9-16,0-7-4 0,0 0 3 0,0 3-1 16,0 28 41-16,17 0-30 15,-17-24-22-15,11 0-3 0,-11 2 1 16,0-3-2-16,8-1-11 0,-8-1 1 16,0 2-7-16,0-1 3 0,0-4-2 15,0 16-1-15,0-12-1 16,0-16-1-16,-18-4 5 0,18-2-2 15,0-1 10-15,0-2-16 16,0 0-4-16,0-26-6 0,0 26-10 16,0-30-10-16,0 7-2 0,-9-5 1 15,9-3 3-15,0-4 10 0,0-5-4 0,0-2 2 16,0-47-6-16,0 10 13 16,21 42 5-16,-21 5 5 0,14-20 2 15,6 14-1-15,3 22-3 16,-11 1-2-16,1 1 6 0,3 3-6 15,21-6 2-15,5 6-2 16,-22 10 5-16,4 1 2 0,-2 0-2 16,-1 0 4-16,-3 0-6 0,-4 19-1 15,0-19 3-15,-5 19-2 0,-5 8 13 16,-4 6-5-16,-34-15-8 16,14 3 4-16,-4-1-2 0,-3 2-4 15,-1-3-12-15,-2-1-19 0,3 0-14 0,0-1-10 16,3-3-17-16,-12 10-178 15,10-13-219-15,17-10 130 0,5-1-173 16,0 0-314-16,4 0-289 0,0-26-313 16</inkml:trace>
  <inkml:trace contextRef="#ctx0" brushRef="#br0" timeOffset="155391.46">9664 12366 5789 0,'3'-2'74'0,"-1"0"100"0,-2 2 41 0,0-3 9 0,0-2 29 0,0 4-196 15,0 1-61-15,0 0 1 0,0 0-1 16,21 0 4-16,4 0 8 16,-9 0-9-16,4 0-36 0,0 0-57 15,1 0-66-15,0-16-93 0,-1 16-109 16,-3 0-251-16,-1 0-339 0</inkml:trace>
  <inkml:trace contextRef="#ctx0" brushRef="#br0" timeOffset="155558.1">9590 12577 5800 0,'-46'41'280'0,"30"-26"-26"16,5-2 14-16,11-9-88 0,-7-1-57 15,7-2-68-15,0-1-38 0,31 0-6 16,-7 0-14-16,8-21-8 0,3 21-39 15,54-24-155-15,14-1-64 16,-51 5 56-16,0 20-181 0,-4-20-372 16,34 4-1749-16</inkml:trace>
  <inkml:trace contextRef="#ctx0" brushRef="#br0" timeOffset="159657.57">26381 4767 3842 0,'0'-6'33'0,"0"4"209"0,0-3 169 0,0 4 72 0,0-5 275 15,0 4-569-15,0 0-80 0,0 1-42 16,-17 1-13-16,17 0-5 0,0 0 47 16,0 0-51-16,0 0-7 0,0 0-8 15,0 0 4-15,-8 0 50 0,8 0-18 16,0 0 11-16,-7 0 2 0,2 0 1 16,-2 0-11-16,-12 18 61 0,5 0-72 15,1-18-8-15,-1 27-6 0,-2-11-7 16,0 3-5-16,-15 20 20 0,16-18-30 0,1-2-5 15,3 0-1-15,0-3-5 16,-7 16 8-16,11-16-12 0,1-1 1 16,2-2-5-16,2 1 5 0,0-1-3 0,2 14 8 15,0-13-7-15,0 1 4 0,18 0-3 16,-18 0 3-16,21 2 2 0,5 17 6 16,-12-17-11-16,-1 1-6 0,1 0 2 15,-3-2 3-15,12 18 7 0,-15-18-2 16,-1 1 2-16,-3 0 4 0,4 0 6 15,-8 1-3-15,2 18 14 0,-2-16-24 16,0 1-4-16,0-1-2 0,-25 2 0 16,0 20-1-16,8-24-3 0,-2 5 3 0,-3-3-2 15,0-1 0-15,-3 0-1 0,-25 13-11 16,27-20-3-16,2 1-12 0,4-3-15 16,2-5-22-16,-5 2-128 0,15-6 44 15,1-1-46-15,0 0-35 0,0 0-68 16,2 0-78-16,2-21-844 0,0 0 435 15,0 21-176-15,25-28 130 0,-25 10 54 16</inkml:trace>
  <inkml:trace contextRef="#ctx0" brushRef="#br0" timeOffset="161690.41">26892 4866 3299 0,'0'-5'40'0,"0"0"127"0,0-1 234 15,0-4 571-15,0 5-560 0,-15 2-128 16,15 0-77-16,0 0-36 0,0-1 78 16,0 3-153-16,0 0-9 0,0 0-10 15,0 1 3-15,0 0-1 0,0-2 94 16,0 2-81-16,0 0-6 0,0 0-12 15,0 0-10-15,0 0 14 0,0 0-33 16,0 0 52-16,0 22-32 16,0-22-8-16,0 24-17 0,0-5-6 0,0 2-11 15,0 30 10-15,0-21-25 0,0-1-4 16,0 3-4-16,0 1 2 0,0-1 3 16,0 30 1-16,0-31-4 0,0-3-2 15,0 0 2-15,0-3 0 0,0 15 3 16,0-25-7-16,-18-2 6 0,18-4-1 15,0-2 4-15,0-2 11 0,0-1 28 16,0-4-27-16,0 0-5 0,0 0-7 16,0 0-3-16,0 0-2 0,0-23-3 15,0 23-1-15,0-22 1 0,0 7-1 16,0-1 0-16,-23-18-4 0,5 17 0 16,18 1 1-16,-24-1 0 0,11 3-2 15,-17-8-6-15,14 15 8 0,-1 2 4 16,-2 2 1-16,-1 0 1 0,2 3-2 0,-18 0-3 15,16 0 1-15,2 18 2 0,2-18-1 16,0 18 1-16,-9 6-5 0,17-11 5 16,-1 2 0-16,4-1 1 0,3 0-1 15,2 1 1-15,0 14-6 0,0-14 9 16,27 0-6-16,-27-1 4 0,26-2 1 16,-26 1-2-16,46 5 2 0,-29-10-13 0,0-2-16 15,3-2-34-15,-2-2-38 16,2-1-44-16,20-1-278 0,-19 0 161 0,-2-18-42 15,2 18-47-15,2-21-157 0,19-5-836 16,-19 11 658-16,-1-2 82 0,0-1 8 16,3-5-56-16</inkml:trace>
  <inkml:trace contextRef="#ctx0" brushRef="#br0" timeOffset="162257.48">27099 5069 4952 0,'0'-2'124'0,"0"2"89"0,0-1 60 0,0-1 6 0,0 1-80 16,0-1-66-16,0 1-36 0,0 0-1 15,0-3-2-15,0 0 2 0,21-2 67 16,-21 3-98-16,24-3-8 0,-10 4-9 16,3 0-5-16,-1-1-16 0,-1 2 3 15,2 1-7-15,-4 0-6 0,0 0 5 16,-1 0-4-16,4 0 12 15,-5 20-6-15,-9-20-13 0,0 19 9 16,-2-19 2-16,0 25-6 0,0-8 5 16,0 0-8-16,-23 4-1 0,23-1 2 15,-22-1-7-15,-9 23 7 16,2-7-10-16,15-20-1 0,-8 14 1 16,10-23-2-16,12-2 8 0,-4-2 2 15,4-2 8-15,0 0 2 0,0 0-3 16,0 0-4-16,20-22-17 15,7-3 5-15,-11 8-2 0,6-2 2 16,1-4-7-16,3-1-2 0,1-1 2 16,2-1 1-16,-1-1 3 0,-1 0 0 15,38-48-9-15,-49 52 6 16,-3 2 8-16,-2 4-2 0,-2 1 0 16,-6 4-2-16,1 2-3 0,-4-3 1 15,0 9 1-15,0 3-1 0,0 1-2 0,0 0 1 16,0 0-5-16,0 0 0 0,-25 19 3 15,25-19 3-15,-21 27 4 0,-3 8 2 16,-2 5-8-16,12-19 0 16,7 0 5-16,0 0-2 0,1-2-4 15,2 20 1-15,4-6-22 16,0-18-1-16,0-1-30 0,29-1-19 16,-29-3-43-16,35-1-69 0,-12-3-89 15,6-2-151-15,2-1-357 0,10-3-303 0</inkml:trace>
  <inkml:trace contextRef="#ctx0" brushRef="#br0" timeOffset="162523.64">28006 4921 5594 0,'-30'11'107'0,"16"-11"160"0,11 0-159 15,1 0-43-15,2 0-47 0,0 0-5 16,27 0 10-16,11 0-17 0,-13 0-2 16,6 0-3-16,1-18-4 0,2 18-5 15,0 0-50-15,-2-17-56 0,-2 17-96 16,20-12-739-16,-12 3-1063 15,-26 0 778-15</inkml:trace>
  <inkml:trace contextRef="#ctx0" brushRef="#br0" timeOffset="162673.99">28083 5004 4377 0,'-25'14'106'0,"6"-2"105"16,6-1 53-16,5-5 19 0,8-6-43 15,0 8-46-15,0-8-48 0,0 0-42 0,36 0-49 16,15 0-41-16,12 0-46 15,-29-17-48-15,0 17-108 0,-3 0-210 16,26-16-1350-16</inkml:trace>
  <inkml:trace contextRef="#ctx0" brushRef="#br0" timeOffset="167322.88">28949 4760 4541 0,'0'0'154'0,"0"0"475"15,0 0-31-15,0 0-445 0,0 0-45 16,0 0-32-16,0 0-14 0,0 0-3 16,0 0-22-16,0 0 0 0,0 0-7 0,0 0-5 15,0 0 1-15,0 0 5 0,0 0 44 16,22 0-32-16,-22 0-11 15,18 0-3-15,-18 0 0 0,23 0-7 0,-11 0 0 16,1 0-3-16,-2 0-3 0,-1 0-5 16,-3 0-3-16,5 0 21 0,-4 0 16 15,-4 0-26-15,-2 0 2 16,3 18 23-16,0 10-6 16,-2-17-21-16,-2 3-4 0,1 1 1 15,0 0 4-15,-2 17 32 16,0 6 5-16,0-18-35 0,-27 1-2 15,27 0 0-15,-29 1 3 0,13-2-2 16,-5 1-2-16,2-1-5 0,-4-4-4 16,1 1 4-16,-17 9 5 0,8-9-10 15,19-12-5-15,4-1 3 0,3-1 0 16,0-1 31-16,5-2 2 16,0 0-20-16,0 0-6 0,0 0 0 15,24-19-17-15,0-5-2 16,-5 10 9-16,3-5 3 0,1-2-4 15,5-4 0-15,2 1-8 0,2-3-1 16,0 1 3-16,3-3-4 0,-3 0 7 16,31-27-2-16,-12 8 12 0,-30 28-8 15,-2 2-4-15,-6 2 4 0,-4 3 1 16,-1 3 7-16,0-9-2 0,-7 10-7 16,-1 0 3-16,0 3 3 0,0 0-10 15,0 1 3-15,0-1 4 0,0 2-5 16,0 1 4-16,-17 3-1 0,17-2-5 15,-20 2 7-15,-3 0 19 16,6 0-16-16,0 20 10 0,-1-20-1 16,-1 24-5-16,-2-8 8 0,2 3-5 15,2 3-2-15,-1 0 0 0,-6 25 8 16,14 0 12-16,10-25-14 0,0-2 4 16,0-2-2-16,32 0-2 0,14 16 12 15,15-9-20 1,-27-16-9-16,3 1-11 0,3-3-22 0,41 5-127 15,-7-7-74-15,-40-5 110 16,-6 0-59-16,-5 0-99 0,-8 0-165 16,-4 0-361-16,-4 0-298 0,-3-20-271 15</inkml:trace>
  <inkml:trace contextRef="#ctx0" brushRef="#br0" timeOffset="168406.72">30127 4779 4072 0,'-17'0'221'0,"-2"0"146"0,0 0 53 0,1 0 2 16,-1 0-149-16,-12 0 11 16,9 0-147-16,12 0-79 0,3 0-1 15,2 0-7-15,3 0-8 0,2 0-17 16,0 0-14-16,0 0-8 0,0 0 7 15,0 0 11-15,22 0 56 16,6 0 14-16,-5 0-54 0,4-16-1 16,6 16-10-16,38-16 26 15,6 4-26-15,-39 12-17 0,-4-15 0 0,-4 8 3 16,19-5-8 0,-16 3 6-16,-24 3-2 0,-1 4-17 0,-3-1-38 15,-4 3-45-15,-1-1-69 0,0 1-64 16,0 0-92-16,0 0-155 0,0 0-245 15,0 0-1531-15</inkml:trace>
  <inkml:trace contextRef="#ctx0" brushRef="#br0" timeOffset="168689.3">30238 4595 5559 0,'-5'-10'454'0,"3"6"-162"15,1 1-48-15,0-1 36 16,-2 3-163-16,3 1-80 0,-2 0-5 16,2 0-16-16,0 0-5 0,-1 0 2 15,1 0 37-15,0 0-14 0,0 23-10 16,0-23-8-16,0 21 0 0,0-6-1 16,0 0-8-16,0 5 1 0,18-1 0 15,-18 2-5-15,0 0 6 0,12 23-2 16,-12 0-37-16,0-25-23 15,0 0-50-15,0 0-68 0,0-1-82 0,0-2-103 16,0 0-166-16,0-3-308 0,0 2-267 16,20-5-263-16</inkml:trace>
  <inkml:trace contextRef="#ctx0" brushRef="#br0" timeOffset="169039.25">30969 4673 4813 0,'13'-19'135'16,"-4"0"126"-16,-1 2 70 0,-1-12 327 15,-3 7-260-15,-4 14-269 0,2 2-38 16,-2 1-31-16,0 2-13 16,0 2-18-16,0 1 8 0,0 0 19 0,-18 0 15 15,18 0 3-15,-45 26 37 16,0 22-40-16,20-25-40 0,0 2-3 15,1 0-2-15,2-1-2 0,4 1-9 16,-8 26 13-16,19-29-20 0,3 0 8 16,4-3-5-16,0 2 1 0,0-4-2 15,36 0-6-15,-14-3 0 0,7-2-3 16,8-2-2-16,4-2 3 0,56 0-20 16,10-8-52-16,-57 0 9 0,-1 0-10 15,-3 0-13-15,-2-27-35 0,-7 27-51 16,-6-23-68-16,-9 23-71 0,-4-23-86 15,-4 11-169-15,-9-5-1341 16</inkml:trace>
  <inkml:trace contextRef="#ctx0" brushRef="#br0" timeOffset="170439.02">26504 6350 4025 0,'0'0'133'0,"-16"-1"55"0,16 0 91 0,0 1 91 15,-13 0-36-15,13 0 238 0,0 0-400 16,-10 0-53-16,10 0-36 0,0 0-8 16,0 0 12-16,-6 0 115 0,1 0-82 15,-1 0 2-15,-4 0-8 0,-1 16 4 16,-20 4 52-16,10-20-107 0,0 25-12 16,0-11-6-16,0 1-4 0,2 0-12 15,-10 14 6-15,15-14-23 0,3-1-1 0,2 3 4 16,2-2 2-16,2 2 3 15,-1 21 17-15,6-17-20 0,0 2-5 0,0 1-2 16,0 1 0-16,20 23 9 0,0-23-10 16,-20 1-3-16,27-3 1 0,-13 0-4 15,-1 1 2-15,16 16 4 0,-20-21-3 16,1 0-3-16,-10-1 3 0,8 0-2 16,-8 14 6-16,0-14-9 0,-31 1 0 15,12 4 0-15,-2-5-6 0,-9 2-8 16,-40 18-37-16,32-19 7 0,-2-1-35 15,4-5-47-15,-1 1-77 0,-20 6-371 0,36-13 218 16,3-4-140-16,5-3-178 0,4 0-237 16,5 0-312-16</inkml:trace>
  <inkml:trace contextRef="#ctx0" brushRef="#br0" timeOffset="171905.66">27782 6284 5601 0,'-7'-7'76'0,"1"-2"94"0,2 4 54 0,0 1 4 0,0-2-75 0,-2 2-63 0,3 4-67 15,1 0 15-15,0 18 8 16,-2-18 6-16,-1 24 35 16,-1 17-34-16,5-26-44 0,1-1 3 15,0-2-2-15,0-1-10 0,0-3 9 0,0 2-5 16,0-3-2-16,22-1 10 0,-6-2 2 16,6 2 4-1,-5-6-19-15,-2 0 3 0,3 0 0 0,1 0-1 16,-2-27 6-16,1 27 2 0,-5-19 1 15,1 19 15-15,-3-20 11 0,2-5 35 16,-8 2-23-16,-5 10-36 16,0 1-9-16,0 3-6 0,0-1 3 15,0-1-5-15,-23 3 2 0,23 2 1 16,-24 3-13-16,24 2-3 0,-31-1-27 16,-3 2-117-16,7 0-74 0,14 25 88 15,1-25-35-15,-3 23-310 16,5 14-345-16,10-24 142 0,0 0-274 15,0-1-125-15</inkml:trace>
  <inkml:trace contextRef="#ctx0" brushRef="#br0" timeOffset="175438.15">28973 6441 4629 0,'0'-6'162'0,"0"3"101"0,0-4 292 15,0 0-342-15,0 7-164 0,0-1-8 16,0 1 20-16,0 0 23 0,0 0 5 15,0 0 17-15,0-2 3 0,14 0 7 16,-14 0-6-16,15-3 66 0,-2-1-92 16,-6 4-61-16,0-3-4 0,1 4-1 15,7 1 17-15,1 0 1 16,-9 0-23-16,2 0 2 0,-1 17-1 16,-2-17 6-16,0 16 4 0,-4-16 7 15,1 25 0-15,-3-9-1 0,0 3-3 16,0 5-3-16,-27 20 8 0,3 0-19 15,24-24-8-15,-27-2-3 16,0 10 1-16,6-9-7 0,21-11 7 16,-12-4 4-16,12 0-6 15,-5-2 10-15,5-1-2 0,0-1 12 16,0 0-19-16,0 0 0 0,0 0 0 0,19-19-7 16,-19 19 9-16,25-21-5 0,-8 7-3 15,3-4 6-15,2-2-7 0,6-1 7 16,26-31-4-16,-4 2 1 15,-28 28 6-15,-5 1-5 0,-1 3 5 16,-7 3-3-16,-2 3 0 0,-2 6-1 16,-3 2-5-16,-2 2 3 0,0 2 1 15,-24 23 2-15,24-23-2 16,-24 23-6-16,24-8 12 0,-26 4-9 16,13-1 6-16,13-1 1 0,-18 1-11 15,18 1 7-15,0-3-4 0,0 14-18 16,20-5-53-16,-20-17 2 0,32 0-40 15,-11-4-57-15,2-1-73 0,4-1-75 16,0-2-136-16,4 0-280 0,1 0-280 16,4-20-267-16</inkml:trace>
  <inkml:trace contextRef="#ctx0" brushRef="#br0" timeOffset="175638.17">29698 6372 5444 0,'0'0'91'0,"-18"0"64"0,18 0 190 0,0 0-250 0,0 0-101 0,0 0 0 16,0 0 9-16,26 0 0 0,-9 0-5 16,6 0-23-16,2 0-55 0,3 0-57 15,2 0-89-15,28-11-728 16,-7 11-978-16,-31-7 694 0</inkml:trace>
  <inkml:trace contextRef="#ctx0" brushRef="#br0" timeOffset="175788.66">29709 6509 4437 0,'-25'13'136'16,"6"-1"76"-16,6-4 29 0,6-2-8 16,7-6-91-16,0 8-45 0,0-8-32 15,0 0-12-15,60 0-8 16,6 0-41-16,-28 0-106 0,3-22-150 15,2 22-320-15,-1-17-363 0,0 17-237 16</inkml:trace>
  <inkml:trace contextRef="#ctx0" brushRef="#br0" timeOffset="176304.26">30343 6267 5041 0,'0'-2'100'15,"0"-2"71"-15,-14 3 40 0,14 0-2 16,0-2-86-16,0 1-62 0,0 2-6 16,0 0 23-16,19 0 132 15,2 0-42-15,6 0-92 0,-13 21 2 16,1-21 0-16,-1 17 13 0,-3-17-10 16,-1 22-11-16,-3-10-10 0,-1 3-14 0,-6-2-8 15,0 4-11-15,0 0-3 0,-24 17 10 16,24-14-19-16,-35-1-6 15,13 1-10-15,-3-1 6 0,1-2-5 0,-1 1-4 16,4-5 10-16,1 0-9 0,4-1-1 16,3-3 7-16,4 0 0 15,1-9 5-15,8 0-13 0,0 0 3 16,0 0-6-16,23-18 2 0,-23 18 4 16,28-20-2-16,-10 20 1 0,4-28 0 15,50-25-12-15,-49 31 11 16,0 3 5-16,1-2-6 0,-2 2 7 15,10-16 2-15,-10 10 13 0,-15 16-3 16,-4 4-8-16,-3-1-2 0,0 6 0 16,0 0 2-16,0 0 17 0,-23 0 2 15,23 23-2-15,-21-23-10 0,-3 44-7 16,1-9 0-16,23-17-8 16,-13 1 0-16,13-2 3 0,0 2-12 15,0-4 2-15,0 0-17 0,0-4-22 16,18 0-36-16,-18-2-50 0,34-3-62 15,17 0-457-15,12-6-804 16,-27 0 331-16,0 0-281 0</inkml:trace>
  <inkml:trace contextRef="#ctx0" brushRef="#br0" timeOffset="176505.06">30812 6359 5750 0,'-29'0'276'0,"13"0"133"0,16 0-283 16,0 0-64-16,0 0-41 0,0 0-10 16,0 0-12-16,20 0 0 0,-20 0 5 15,36 0-9-15,-12 0 0 0,4-14-30 16,37 3-140-16,5-5-161 0,-37 8 114 16,0 0-129-16,0-2-199 15,27-9-1403-15</inkml:trace>
  <inkml:trace contextRef="#ctx0" brushRef="#br0" timeOffset="176737.89">31045 6189 5277 0,'-10'0'127'16,"10"0"80"-16,-11 0 52 0,11 0 13 16,0 0-94-16,0 0-53 0,0 0 162 15,0 22 20-15,0-22-201 16,0 19-41-16,0-19-19 0,0 31-10 0,0-14-6 15,0 3-5-15,0 0-2 0,0 3-5 16,0 2-9-16,0 0-2 0,0 0-4 16,0 25-4-16,0-24-6 0,0-1-18 15,-21-1-23-15,21-4-43 0,0 0-63 16,-18-3-72-16,18-2-74 0,0-1-104 16,0-3-201-16,0-3-317 0,20-4-1762 15</inkml:trace>
  <inkml:trace contextRef="#ctx0" brushRef="#br0" timeOffset="177286.96">31646 6265 5825 0,'3'-9'84'16,"-2"0"91"-16,-1 0 48 0,0 3 18 15,0-3-56-15,0 3-68 0,0 0-43 16,0 4-31-16,-17-3-15 15,17 5 9-15,0 0 3 0,-17 0 9 16,7 20-8-16,0-20-1 0,-17 20 12 16,-1 20-20-16,18-28-26 15,1 1 2-15,1-3-8 0,0 0 10 16,4 2-8-16,4-5 2 0,0-7-2 16,0 0 2-16,0 6 0 15,0-3 1-15,0-1 0 0,17 0-3 16,-17 1-1-16,0 0 1 0,0 1-4 15,14-1 3-15,-14 0-1 0,0-1 1 16,0 3 0-16,0-3-1 0,0-2 1 16,0 5 0-16,0-5 3 0,0 0-5 15,0 0 1-15,0 0 0 0,0 0-2 16,0 0 3-16,0 0 2 0,0 0-5 0,0 0 2 16,0 0 1-16,0 0-1 15,0 0 0-15,0 0 0 16,0 0 0-16,0 0 5 0,0 0-3 0,0 0-1 15,0 0-1-15,0 0-3 0,0 0 2 16,0 0-3-16,0 0 0 16,0 0 3-16,15 0 3 0,-15 0 1 15,0 0-5-15,13 0 3 0,-13 0 3 16,13 15-5-16,-5-15 4 0,5 0-3 16,13 0 2-16,7 0-6 15,-16 0 0-15,2 0-5 0,2 0-7 0,-3 0-19 16,3 0-30-16,0 0-52 15,-2-15-94-15,1 15-145 0,1-13-380 16,20 0-1784-16</inkml:trace>
  <inkml:trace contextRef="#ctx0" brushRef="#br0" timeOffset="179487.66">27676 5736 2267 0,'0'-5'508'0,"0"2"-102"0,-15-1 66 0,15 2-138 15,0 0-83-15,0 1-62 0,0-1-88 16,0 2 3-16,0 0-22 0,0 0-32 16,0 0 90-16,-9 0 126 15,0 0-120-15,3 0-12 0,-2 19-25 0,-1-19-9 16,-5 14-6-16,-1-14-12 16,-2 20-18-16,-2-8-5 0,-1 3-11 15,-1-2 1-15,-3 3 2 0,-23 18 16 0,22-16-46 16,0 2-12-16,3-1-1 0,-1 0 0 15,1-1-6-15,2 0 1 0,2-2-3 16,3 0-2-16,-2-2-5 0,-3 12-56 16,9-7-97-16,9-11 50 15,1-1-23-15,1-1-44 0,0-4-74 16,0 3-591-16,0-4-634 16,0-1 544-16,0 0-15 0</inkml:trace>
  <inkml:trace contextRef="#ctx0" brushRef="#br0" timeOffset="179870.82">27227 5867 2746 0,'2'-7'474'16,"-2"4"-41"-16,0 0-16 16,0 2-145-16,0-1-127 0,0 1-129 15,0 1 103-15,0 0-5 0,0 0 36 16,0 23-6-16,-17-23 19 0,17 20-10 16,0-20-25-16,-16 25-20 0,16-9-24 15,-14 13 85-15,-10 3-20 16,17-17-93-16,-1 0-7 0,0-2-12 15,3 1-9-15,-3-3 0 0,2 1-5 16,2-1-5-16,0-1-1 0,2 0-5 16,2-3-5-16,0 1-5 0,0 3-2 15,0-7-1-15,20-2 5 0,-20-2-5 0,25 0-39 16,-7 0-75-16,4 0-117 16,5 0-277-16,2-19-362 0,1 19-263 0</inkml:trace>
  <inkml:trace contextRef="#ctx0" brushRef="#br0" timeOffset="198851.72">27083 6682 2761 0,'0'0'325'0,"0"0"103"0,5 0 3 0,-3-17-134 16,-2 17-93-16,2 0-75 16,-1 0-19-16,-1 0 26 0,2-12-9 0,2 12-8 15,5 0 56-15,3 0-63 16,-6 0-53-16,1 0-4 0,-1 0-5 15,1 0-5-15,2 0-14 0,0 0-8 16,-2 0-7-16,2 0 20 0,15 19 40 16,-1-5-30-16,-12-14-39 15,-2 23-1-15,0-11 7 0,-4 3 7 16,-1 1 5-16,-4 1-5 0,0 2 1 16,0 0-2-16,0-1-8 0,-22 21 22 15,-3-3-1-15,-4-21-16 16,15-1-2-16,-1-2 0 0,-1-3 0 15,5 0 5-15,0-4 0 0,3 0 17 0,0-3 18 16,8 1 1-16,-7-3 5 0,7 0-3 16,0 0-50-16,0 0-4 15,23-25-3-15,-23 25 0 0,29-22-3 16,11-12-5-16,-15 17 4 0,2-3 2 16,2-2 2-16,-2 1 0 0,1 1 0 15,-2 0 0-15,-2 1-3 0,-3 0-3 16,-2 1 0-16,-2 2 3 0,8-12 1 15,-12 8 7-15,-11 10-4 0,0 5-2 16,-2-1-4-16,0 1 0 16,0 2 3-16,0 0 3 0,0-1-1 0,0 3-4 15,-21-2-8-15,4 3 9 16,-6 0 0-16,8 0 1 0,-3 0 4 16,1 27 8-16,-2-27 6 0,1 26-4 15,0-11-6-15,0 1-5 0,5 3-1 16,1-1 5-16,1 19-6 0,11-1-7 15,0-19 13-15,21 1 0 16,-21-1 1-16,36 0-3 0,18 14-23 16,-23-19-31-16,5 1-42 0,2-1-51 0,0-2-65 15,3-3-113-15,-3-1-198 0,0-3-311 16,0-3-245-16,-3 0-208 16</inkml:trace>
  <inkml:trace contextRef="#ctx0" brushRef="#br0" timeOffset="200000.89">28734 6253 2817 0,'0'-12'421'0,"0"1"90"0,0-2-34 0,0 2-42 0,0 0-185 16,0-12 83-16,0 12-227 0,0 2 7 15,0-1-17-15,14 2-2 0,-14-1-9 16,0 3-11-16,0 1-11 0,11 1-23 16,-11 1-22-16,0 2-25 0,0-1-6 15,0 2 43-15,0 0 6 16,0 21 18-16,0-21 16 0,0 23 7 0,-19-10-4 16,19 8-12-16,0-2-2 15,-19 5-3-15,19 1-2 0,-27 32 58 16,8 7-50-16,10-31-43 0,1 2-11 15,-2 2 4-15,-4 32 2 16,1-3-6-16,7-35-6 0,4-4 0 16,-1-2-1-16,2 16 6 15,0-9-3-15,1-21-4 0,0-3 1 16,0-1 3-16,0 2 35 16,0-5 78-16,0-4-57 0,0 0-20 15,0 0-25-15,0 0-13 0,0 0-2 0,0-20 0 16,0 20 1-16,0-20 1 15,0 20 1-15,0-27-7 0,0 11-1 16,-16-19-30-16,4 17 18 0,12 1-8 0,-24-2 9 16,10 2 5-16,-5 2 3 0,2 1 1 15,-4 2 4-15,-1 3 5 0,-2 3-10 16,-24 4 9-16,0 2-4 16,26 25 1-16,1-25 1 0,3 25-1 15,1-25-2-15,-3 41-7 16,11-12 1-16,9-14 2 0,0 0 10 15,0 0-3-15,22-1 4 0,-22 0-1 16,26-2-6-16,-7-1 2 0,1-1 2 0,0-2 3 16,21 4-8-1,1-7-72-15,-23-5 1 0,-4 0-25 0,1 0-27 16,8 0-270-16,-4-20-471 16,-13 20 31-16,3 0-247 0,-5-22-145 15</inkml:trace>
  <inkml:trace contextRef="#ctx0" brushRef="#br0" timeOffset="201384">27093 8101 4311 0,'-26'-13'103'0,"26"1"168"0,-26-1 80 0,9 0-24 16,2 1-44-16,-12-4-21 0,16 10-202 15,11 0-24-15,-14 3-13 0,14 3-5 16,-9 0 9-16,3 0 33 0,1 0 17 16,-4 25-2-16,-2-25 0 0,-2 31-11 15,-16 10 42-15,-5 5-15 16,16-22-47-16,2-1-4 0,2 2-8 16,2 3 4-16,0 0-10 0,1 2-9 0,4 2 2 15,2 2-5-15,3 39 0 16,2 5-5-16,29-37 6 0,-11-3-5 15,5 1-8-15,1 3 1 0,3-3-8 16,0 4 8-16,2-3-1 0,-2 2-1 16,-2-4 4-16,13 35 0 15,-19-11 4-15,-19-37 1 0,0 0-9 16,0-1 2-16,-39-2-2 0,10 1-46 16,-9-2-49-16,-5 0-74 0,-9 0-93 0,-4-1-81 15,3-3-138-15,-45 5-1264 16</inkml:trace>
  <inkml:trace contextRef="#ctx0" brushRef="#br0" timeOffset="202183.65">27317 8651 4687 0,'-5'0'124'0,"1"-20"82"0,0 20 72 0,1-12 29 0,0 12-102 15,1-13-70-15,2 13-65 0,-2 0-45 16,2-7-9-16,0 7 3 0,0-6 24 16,0 6 20-16,20-3-29 15,-20 3-6-15,16 0 15 16,-4 0-20-16,-12 0-9 0,9 0 9 16,-9 20 19-16,0-20 23 0,0 25 5 0,0-9-2 15,0 8-4-15,-19 4-23 0,19 4-8 16,-31 1-10-16,-7 33 1 15,2-6-15-15,21-36-9 0,1-3 2 16,5-4-4-16,9-5 0 0,-7-5 3 16,7-3 8-16,0-1 1 0,0-3 3 15,22 0-4-15,9-25 2 16,-12-4-3-16,2 9-8 0,3-2-2 16,1-3 1-16,2-1 3 0,0-2-1 15,0-4-1-15,2-1-8 0,-2 0 2 0,22-27-7 16,-8 8 10-1,-28 30 7-15,-3 6-9 0,-4 2 0 0,-2 4 11 16,-4 1-5-16,0 4-2 0,0 2-5 16,0 0-5-16,0 3 5 0,0 0 0 15,-24 0 9-15,8 23-11 16,-4-23 3-16,20 23 1 0,-23 6 9 16,5 7-3-16,7-18 1 15,11 4-11-15,0-2-3 0,0 0-23 16,0 0-31-16,23 15-159 0,-23-20 78 15,27-1-27-15,-8-3-48 0,2-1-125 16,4-3-267-16,4-4-326 0,2-3-235 16</inkml:trace>
  <inkml:trace contextRef="#ctx0" brushRef="#br0" timeOffset="202933.75">27622 8117 3322 0,'-2'-4'168'0,"0"-2"219"0,0-2 436 16,2 2-437-16,0 6-326 0,0-3-6 16,0 1 23-16,0 0 7 0,0 1 5 0,0-3-15 15,0-1-11-15,17 3-3 0,-17-4-3 16,15-4 56-1,2 3-26-15,-1 3-55 0,-16 3-3 0,13-1 4 16,-13 2-11-16,10 0 5 0,-6 0-6 16,1 0-18-16,-1 0 10 0,-2 0-1 15,2 0 11-15,3 19 60 16,-2-6-8-16,-3 5-39 0,0-6-8 16,-2 2 11-16,0 0 4 0,0 2-4 15,0 2 4-15,0-3-4 0,0 3-8 16,-22 16 18-16,1-6-22 15,21-15-18-15,-13-3-2 0,13-3 0 16,-9 0-7-16,9-1 5 0,0-4 9 0,-9 1 12 16,9-1 14-16,0-1 19 0,0-1 48 15,0 0-65-15,0 0-43 16,0 0-4-16,0-23 1 0,16 23 1 16,-16-24-5-16,0 8 5 0,22-1-1 15,-22-2-1-15,20-1 2 0,-6 0-2 16,15-23-24-16,1 6-1 15,-15 23 21-15,-2 1 0 0,3-2 1 16,-2 6 4-16,10-3-5 0,-14 6 4 16,-3 4-3-16,-3 2 1 0,-2 0-3 0,2 0 5 15,-4 0 2-15,0 0 0 0,0 19 5 16,0-19-5-16,0 21-1 0,0 8 8 16,0 2 7-16,0-16-12 15,0 0-1-15,0-1-4 0,0 1-10 16,0-3-32-16,0 0-34 0,0 0-48 15,0 0-48-15,20 10-330 16,2-4-546-16,-7-8 115 0,-1-4-206 16,3-1-59-16</inkml:trace>
  <inkml:trace contextRef="#ctx0" brushRef="#br0" timeOffset="204533.49">28460 8186 3828 0,'0'-26'861'0,"0"16"-442"0,0 4-110 0,0 0-87 16,0 2-70-16,0 1-20 0,0 0-105 15,0 3 0-15,0 0-4 0,0 0-7 16,0 0 15-16,0 0 41 0,0 0 20 16,0 21 13-16,0-21-4 0,0 27-19 0,0-6-9 15,0 32 47-15,0-22-83 0,16 2-16 16,-16 2-5-16,0-1-14 0,0 1 0 15,0-2 0-15,0 3-5 0,0-2 8 16,0-2-5-16,0 22 11 16,0-10 1-16,0-27-9 0,0-5 1 15,0-4-3-15,0-3 13 0,0 1 13 16,0-6-15-16,0 0-21 16,0-24 4-16,0 24-9 0,-18-26-4 15,18 9-5-15,-19-1-4 0,7 0 6 16,-4 0 7-16,-2 3 12 0,-15-7-9 15,-2 12-7-15,15 10 18 0,1 0-4 16,0 0 4-16,-21 22 1 16,-1 29 2-16,25-29-5 0,2 1 5 15,4-4-9-15,3 0 6 0,0 29-22 16,7-36 16-16,0-2 8 16,25 1-5-16,-25-3-11 0,28-2-21 15,-11-1-23-15,2-2-35 0,4-3-34 16,3 0-42-16,27 0-365 15,0-23-611-15,-26 5 201 0,3 18-245 16</inkml:trace>
  <inkml:trace contextRef="#ctx0" brushRef="#br0" timeOffset="205067.44">28677 8468 4238 0,'0'-2'75'0,"0"-1"73"0,0 0 54 0,0 0 27 0,0 0-42 0,21-4 102 16,5 3-62-16,0 2-128 15,-12-1-24-15,-1 2-12 0,0 0-11 16,-4 0-18-16,-9 1 5 0,15 0 1 16,-15 0 13-16,11 0 14 0,-7 0 10 0,0 19 75 15,-4 16-27-15,0-18-85 16,0 2-2-16,-28 26 3 15,7 3-7-15,21-25-29 0,-27-1 3 16,27-3-10-16,-21-1 5 0,10-4 1 16,0 6 0-16,-1-15 2 0,12 0 4 15,0-3 17-15,0-2 0 0,0 0-4 16,0 0-9-16,0 0-16 0,0 0-2 16,23-24-11-16,-23 24-2 0,40-50-56 15,0 0-14-15,-17 22 57 16,1 2 4-16,0-1 16 0,0 3 0 0,0 0 6 15,-2 3 12-15,-4 2-3 0,-2 2 4 16,8-7 20-16,-13 11 35 16,-9 8-29-16,0 4-21 0,-2 0-9 15,0 1-5-15,0 0-11 0,0 0 12 16,-22 0-2-16,22 24 3 0,-24-24 10 16,-5 41 13-16,-2-4-8 15,18-15-15-15,2-3-2 0,2 0 2 16,9 1 5-16,-11 0-4 0,11-2-1 15,0-2-13-15,0 0-32 0,0-3-42 16,24-1-63-16,14 6-434 16,21-14-949-16,-25-4 364 0,5 0-347 0</inkml:trace>
  <inkml:trace contextRef="#ctx0" brushRef="#br0" timeOffset="205267.46">29247 8433 4057 0,'0'0'-11'0,"0"0"33"0,0 0 31 0,0 0 9 0,22 0 74 0,9 0-177 15,-10 0-148-15,2 0-160 16,24 0-1085-16</inkml:trace>
  <inkml:trace contextRef="#ctx0" brushRef="#br0" timeOffset="205433.57">29196 8550 5254 0,'-5'12'114'0,"5"-12"16"0,0 0-3 16,0 0-44-16,0 0-63 0,0 0-18 15,31 0-6-15,-31 0-47 0,37 0-87 16,-12-15-134-16,3 15-180 0,36-19-980 16,-32 19 493-16,0-13 1 0</inkml:trace>
  <inkml:trace contextRef="#ctx0" brushRef="#br0" timeOffset="206049.97">30037 8499 2669 0,'-15'0'187'0,"-8"2"776"0,6-2-55 0,10 0-680 0,3 0-59 15,2 0-51-15,1 0 27 0,1 0-1 16,0 0 96-16,0 0-147 0,0 0-15 16,0 0-12-16,0 0-5 0,0 0-17 15,0 0-12-15,0 0-3 0,28 0-7 16,-9-17 4-16,8 17-1 0,53-16 15 16,37-1 41-16,-47 17-36 0,10-14-8 15,8 14-23-15,6-13-14 0,5 7-3 16,5 1-9-16,6 0-52 15,7-2-68-15,110-5-706 0,-17-3-1247 16,-117 4 560-16</inkml:trace>
  <inkml:trace contextRef="#ctx0" brushRef="#br0" timeOffset="206716.44">30105 7995 4342 0,'0'-9'134'0,"0"1"136"0,15-2 50 16,-15 0-7-16,0 4-109 0,14-5-58 16,14 1-69-16,-16 7-34 0,2 0 2 15,1-3-18-15,-1 4 4 0,3-1-13 16,-3 2-4-16,1-1-2 0,-1 2 2 15,-3 0 5-15,8 0 59 16,-7 21 43-16,-9-1-54 0,-3-3-6 16,0-1-11-16,0 6-2 0,0 2-15 15,-31 26 4-15,3-27-29 0,12 2-4 16,2-4 2-16,-2-2-5 0,5-3-1 16,11-4 2-16,-15-3-2 0,15-2 10 0,0-2 6 15,0-4 11-15,0-1 19 16,0 0-37-16,21-24-10 0,-21 24-2 15,28-24 10-15,11-12-8 16,7-5-2-16,-23 16-6 0,3 2 2 16,-1-1 7-16,-3 1-5 0,-3 0 3 15,0 1 5-15,-3 4 2 0,-5 1 1 16,-2 5 7-16,-4 4-7 0,-3-3-13 16,-2 8-6-16,0 3 13 15,-25 0-3-15,25 0 3 0,-30 24 1 16,-7 0 8-16,19-10-2 0,-1 2-1 15,6 0-3-15,1 4-1 0,12-2 0 16,0 1-4-16,0 2 4 0,0-2-6 0,0 0-17 16,27 1-35-16,13 10-238 15,14-9-300-15,-22-16 22 0,4-2-332 16,1-3-191-16,1 0-440 0</inkml:trace>
  <inkml:trace contextRef="#ctx0" brushRef="#br0" timeOffset="207266.24">30546 7549 5273 0,'0'-7'108'0,"0"1"78"0,0 0 16 0,0 1-13 0,0 2-95 16,16-2-52-16,-16 5-19 16,0 0-11-16,17 0 6 0,-7 0 17 15,4 19 16-15,-7-19-16 16,-2 21 2-16,-1-21-3 0,-1 19 6 0,-1 4 22 16,-2-2-23-16,0-9-30 15,0-2 7-15,0 1-11 0,-16-3 3 16,16-1-5-16,0-1-8 0,-14-2 10 15,14 0 0-15,0 0 3 0,-11-4 51 16,11 0 20-16,0 0-48 16,0 0-22-16,0 0-6 0,18-22-7 15,-4 0-2-15,-14 8 5 16,24-1-2-16,-10-2-1 0,3-1 4 16,-2 1-4-16,2 3 0 0,-1-1 0 15,0 5-4-15,-2-2 2 0,-1 5 2 16,7-2-1-16,-2 7 3 0,-11 2-1 15,-1 0 5-15,1 0 1 16,-1 21-2-16,6-2 8 0,-7-19-7 0,0 28 5 16,0-14-3-16,0 3 4 0,-1 2-1 15,1-3-2-15,0 0-3 0,1 1 1 16,-1-1-4-16,2-2-4 0,5 8-90 16,2-4-212-16,-9-12 47 15,2-1-111-15,0-4-240 0,2-1-349 16,0 0-243-16</inkml:trace>
  <inkml:trace contextRef="#ctx0" brushRef="#br0" timeOffset="207449.58">31077 7604 5772 0,'-21'-5'323'0,"21"-1"-171"0,0 4-85 15,0 0-64-15,0-1-16 0,0 3 2 16,0 0 4-16,25-1 8 0,-4-2-6 15,3 2-7-15,5-2-7 0,37-4-64 16,0-3-78-16,-35 6 34 0,-3 0-80 16,-2 0-108-16,-5-3-210 15,14-4-1241-15,-21 5 581 0,-5-2 106 0</inkml:trace>
  <inkml:trace contextRef="#ctx0" brushRef="#br0" timeOffset="207699.63">31274 7425 5315 0,'-10'16'241'15,"8"-16"117"-15,2 0-257 0,0 0-5 16,0 0-4-16,0 0 22 0,0 0 114 16,0 20-67-16,0-2-94 15,0-18-22-15,0 24-11 0,0-11 12 0,0 2-17 16,0-1 3-16,0 1-12 0,0 1-15 15,17-1 0-15,-17 16-10 16,0-4-109-16,0-17-22 0,0 2-83 16,0-2-54-16,0 8-653 15,9-6-929-15,-9-5 565 0</inkml:trace>
  <inkml:trace contextRef="#ctx0" brushRef="#br0" timeOffset="208016.26">31610 7435 5039 0,'1'-20'395'16,"-1"2"176"-16,0 11-390 15,0 2-64-15,0 0-49 0,0 3-19 16,0 2-29-16,0-2-15 0,0 2-12 15,0 0-2-15,0 0 24 0,0 0 29 0,0 16 110 16,0-16-82-16,0 0-16 0,0 23-11 16,0-23-11-16,0 21-2 0,0-7-8 15,0 2-13-15,0 0-1 0,0 2-11 16,0 2 0-16,0 1 0 0,0 20-52 16,0-20-36-16,0 1-64 0,0 0-72 15,0 0-78-15,0 0-159 0,0-2-267 16,-12 5-292-16,12-3-262 0</inkml:trace>
  <inkml:trace contextRef="#ctx0" brushRef="#br0" timeOffset="208766.14">29926 9150 5041 0,'0'-12'63'0,"16"0"51"0,-16 0 111 0,16-1 38 0,-16-1-57 16,16-10 31-16,11 8-178 15,-17 10-26-15,1 0-3 0,-2 3-4 0,2-1-12 16,-1 4-7-16,0 0 3 0,-1 0 0 16,2 0 7-16,6 0 40 15,-3 21 21-15,-10-2-43 0,0-19 1 16,-2 25-4-16,-2-11-5 0,0 20 19 16,0 0-15-16,0-18-28 15,-18 0 1-15,18-1-3 0,-16 10 1 16,16-5 3-16,0-13-1 15,-12-3 3-15,12 0-2 0,0-3 9 16,0 1 10-16,0-2 2 0,0 0 0 16,0 0-10-16,0 0-9 0,22-24-7 0,0-2 2 15,9-9 1-15,-14 17 2 16,1-2-8-16,2 1-2 0,-1 0 3 16,0 1-7-16,-1 3 8 0,-2 0 2 15,0 5-6-15,11-5 0 16,-10 11 0-16,-9 4 4 0,-2 0 9 15,-1 0 11-15,0 0 3 0,0 27 7 16,0-27-1-16,-1 31-5 0,2-11-8 16,-2 4-3-16,3 23 0 15,0 0-3-15,-3-27-11 0,0-1-2 16,0-2 4-16,4 8-30 0,-1-11-70 16,-6-11 4-16,2 0-58 0,2-3-77 15,8 0-922-15,6-24-1270 16</inkml:trace>
  <inkml:trace contextRef="#ctx0" brushRef="#br0" timeOffset="209016.1">30610 9038 5257 0,'0'12'55'0,"0"-12"-2"15,0 0 30-15,0 0 108 16,28 0-17-16,4 0-91 0,-12 0 12 16,2 0 3-16,2 0 7 0,23 0 63 15,-6 0-77-15,-23 0-75 16,-2 0-12-16,-3 0-4 0,0 0 0 16,-4 0-46-16,-1 0-62 0,-1 0-96 15,-1 0-170-15,7 0-1166 16,-1-13-1018-16</inkml:trace>
  <inkml:trace contextRef="#ctx0" brushRef="#br0" timeOffset="209282.72">30833 8886 5406 0,'0'-1'311'16,"0"-3"191"-16,0 1-335 15,0 3-80-15,0-2-51 0,0 2-5 16,0 0 22-16,0 0 26 0,0 0 23 0,0 0-4 16,0 18-25-16,0 0 13 15,17 3-36-15,-17-8-36 0,0 2-10 16,9 0-5-16,-9 0 1 0,0 1 0 16,0 21-64-16,0 0-155 15,0-22 46-15,0 2-59 0,0-2-47 16,0 10-701-16,0-6-948 15,0-15 655-15</inkml:trace>
  <inkml:trace contextRef="#ctx0" brushRef="#br0" timeOffset="209965.32">31929 8301 4352 0,'-16'-16'699'0,"10"16"-389"0,4 0-177 0,1 0-108 0,1-11-25 0,0 11-6 0,21 0 7 15,-21 0-1-15,32 0 2 0,-10 0 0 16,32-7 4-16,4 3-11 16,-31 0 4-16,0 2-3 0,2 1 3 15,22-5-80-15,-8 2-467 16,-24 0-145-16,0 0-249 0,-7-2-169 16</inkml:trace>
  <inkml:trace contextRef="#ctx0" brushRef="#br0" timeOffset="210415.29">32169 8129 3907 0,'-3'-1'302'0,"1"-2"58"16,2 2-39-16,0 1-128 0,-1 0-125 15,1 0-70-15,0 0 16 0,0 0 31 16,0 0 47-16,0 0 32 0,0 0 11 15,0 0 4-15,0 0-25 0,0 0-13 0,0 0-7 16,0 0-11-16,0 0 47 0,0 0-51 16,0 0-54-16,0 0-4 15,0 0-9-15,0 0-1 16,0 0-10-16,0 0 0 0,0 0 5 16,0 0 14-16,0 0 16 0,0 0 23 15,0 0 17-15,0 0 1 0,0 0 2 16,0 17 65-16,0 2-31 15,0-19-75-15,0 22-8 0,0-7 5 16,0 3 3-16,0 2-8 0,0 2-3 16,0 4-14-16,0 2-5 0,0-1-3 0,0 31-7 15,0-3 7 1,0-31-3-16,0 0 0 0,0-2-1 0,0 0-5 16,0-3 2-16,0 0-1 0,0-4-23 15,0-1-24-15,0 0-33 0,0-7-42 16,0 2-208-16,0-7-203 15,0-2-48-15,0 0-368 0</inkml:trace>
  <inkml:trace contextRef="#ctx0" brushRef="#br0" timeOffset="-214131.72">32890 8267 3952 0,'0'-24'784'0,"0"13"-364"0,0-1-125 0,0 2-138 0,0 1-34 16,0 1-19-16,0-4 146 0,0 6-120 15,0 0-11-15,0 5-12 0,0-1-18 16,0 0-12-16,0 2-16 0,0 0 0 16,0 0 15-16,0 0 8 0,-25 0 10 15,-14 22 59-15,-16 24-68 0,25-27-61 16,-1 4-6-16,2 0-3 15,3 1-8-15,5 0-3 0,3 2 1 0,5 2-4 16,3-3 1-16,0 30 2 16,10-2-1-16,0-29-7 0,32 2 4 15,-13-4-11-15,3 0-20 0,39 15-145 16,9-12-297-16,-33-16 39 16,-1-5-401-16,-2-4-235 0</inkml:trace>
  <inkml:trace contextRef="#ctx0" brushRef="#br0" timeOffset="-201999.31">31259 8841 3830 0,'0'-9'65'0,"0"2"194"0,0 0 99 16,0 0 33-16,0 2-59 0,0-2-107 16,0-2 61-16,0 2-65 0,0 6-145 15,0 0-13-15,0-1-22 0,0 2-6 16,0 0 2-16,0 0-5 0,0 0-3 15,0 0-2-15,15 0-10 0,-15 0 13 16,0 0 54-16,0 0 0 16,0 0 22-16,0 0-8 0,0 18 78 15,0-18-73-15,0 16-63 16,0-16-4-16,0 21 0 0,0 7 28 16,0 9-30-16,-13-18-25 15,13 4-1-15,0 0-2 0,0 2 3 16,-7-1-2-16,7 1-2 0,0 0-1 0,0 1 0 15,0-1-5-15,0-1 2 16,0 0 0-16,0 17-1 0,0-23 2 0,0-2-6 16,0-2 1-16,17-2 0 0,-17-1 2 15,0-3 5-15,0-3-3 0,0 0-7 16,0-3-12-16,0 1-21 0,0-1-144 16,0-2-247-16,0 0 61 15,0 0-291-15,0 0-307 0,0 0-338 16</inkml:trace>
  <inkml:trace contextRef="#ctx0" brushRef="#br0" timeOffset="-195751.65">30812 5693 2190 0,'-13'-11'349'0,"13"-1"185"0,-12-1 84 0,12 1-75 0,-12 2-173 16,1-9 105-16,5 6-187 16,-2 8-209-16,6 3-40 0,1 0-28 15,-1 2-1-15,-2 0 4 0,2 0 11 16,-1 0 2-16,0 20 20 0,-2-20 30 16,-1 22 0-16,-4-5 12 0,0-1 1 15,-5 3-18-15,-1 2-3 0,-2-1-10 0,-28 24 24 16,-3-3-36-16,25-21-40 15,2 0 3-15,0-1-7 16,0 0 6-16,4-4-9 0,3 1 0 0,1-1 3 16,0-2-4-16,-6 11 8 15,7-7-24-15,10-9 1 0,1-4-51 16,0 1-41-16,1-3-74 0,1-2-108 16,0 0-159-16,-1 0-326 0,1 0-246 15,0 0-274-15</inkml:trace>
  <inkml:trace contextRef="#ctx0" brushRef="#br0" timeOffset="-195467.55">30345 5772 2487 0,'0'-2'248'0,"0"0"-141"15,0 2 67-15,0 0 65 0,0 0 129 16,0 0 53-16,0 22 12 0,0-22-75 15,0 19-40-15,0-19-68 0,0 39 63 16,0-11-153-16,0-14-116 16,0-1 13-16,0 0-12 0,0 9 55 15,0-3-17-15,0-10-41 0,0-2-3 16,0-1-11-16,25-1 1 0,-8 0-12 16,1-2-10-16,2-3-3 0,5 0-5 15,2 0-7-15,4 0 1 0,37 0-146 16,2-19-485-16,-34 3-143 15,-1 16-274-15,-2-21-206 0</inkml:trace>
  <inkml:trace contextRef="#ctx0" brushRef="#br0" timeOffset="-190436.19">10805 12360 3868 0,'0'-10'50'0,"0"-7"448"0,0 6-95 0,0 0-18 0,0 2-97 16,-20 1-73-16,20 1-95 0,0-2 11 16,0 6-83-16,0 0-2 0,0 2-7 15,0 1-9-15,0 0 6 0,0 0-28 16,0 0 3-16,0 0-3 0,0 0 3 16,0 0 1-16,0 0 74 0,13 0 7 15,-13 0 21-15,0 0 9 0,0 0-44 16,0 20-9-16,0-20-14 0,0 20-10 0,6-6-11 15,-6 0-10-15,0 23 17 16,0 9 8-16,0-20-33 0,0 3-2 16,0 2-13-16,0 1 6 0,0 1 4 15,0 0-5-15,0-3-3 0,-16 2-4 16,16-3-3-16,0-1 3 0,0 16-1 16,-9-12-1-16,9-19 3 15,0-5-1-15,0 3-8 16,0-7 8-16,0-4 0 0,0 0-23 15,0 0-46-15,0 0-72 0,0 0-82 16,0-21-475-16,0-2 162 0,0 6-269 0,0-3-206 16,19-3-321-16</inkml:trace>
  <inkml:trace contextRef="#ctx0" brushRef="#br0" timeOffset="-190002.11">11078 12261 4173 0,'3'-10'196'0,"0"0"125"16,-1 4 49-16,1-2-14 0,-3 4-151 15,2 2-104-15,-2-1-48 0,0 1-19 16,0 2-1-16,2 0 2 0,-2 0-12 0,0 0 74 16,0 0-32-16,-19 23 2 0,19-23-18 15,-24 23 11-15,8-9-7 0,0 0 0 16,-5 3-2-16,0-2-6 0,0 0-5 15,0 1 13-15,-24 14 41 16,0-1 4-16,24-16-51 0,2 1-10 16,2-3-6-16,4-2-7 0,2-2-5 15,3 0-1-15,4-1-6 0,0-1 4 16,4 4 7-16,0 4 6 16,27-5-16-16,-27 0-2 0,30 3-8 15,-10-3-6-15,4 2 3 0,5-3-3 0,-2 1 1 16,3-1 4-16,3 0-1 0,33 2-1 15,-3-4-5-15,-36-2 3 16,1-3 1-16,-6 1 1 0,-5 1 3 16,-1-2 0-16,-5 0-6 0,-4 0-2 15,-2 0 2-15,-2 0-8 0,-1 0-23 16,-2 0-191-16,0 0-243 16,0 0 120-16,0 0-244 0,0 0-313 15,0 0-297-15</inkml:trace>
  <inkml:trace contextRef="#ctx0" brushRef="#br0" timeOffset="-189618.97">11471 12224 4892 0,'0'-9'181'0,"0"0"101"0,0 0 41 0,0 3-2 0,0 1-141 0,0 1-86 16,0 0-33-1,0 4-30-15,0 0-18 0,0 0-12 0,0 0 0 16,0 0 57-16,0 0 52 0,0 0 38 16,0 16 13-16,0-16-43 0,0 35 25 15,-17 1-73-15,17-15-44 16,-15 2-14-16,15 1 1 0,-12 3-2 15,12 2-5-15,0-2 2 0,-11 1-4 16,11 3 2-16,0-2-7 0,0 28 14 16,23-10-2-16,-23-26-17 15,21-4 5-15,-21-4-2 0,20-1 2 16,-20-5-7-16,20-4-16 0,-7-1-43 0,-2-2-63 16,2 0-82-16,-1-19-86 15,17-11-604-15,-4-7-934 0,-14 13 593 16</inkml:trace>
  <inkml:trace contextRef="#ctx0" brushRef="#br0" timeOffset="-189351.99">11451 12385 4424 0,'-16'0'232'0,"3"0"142"15,4 0 30-15,-5 0 188 0,10 0-482 0,3 0-67 16,1 0-34-16,0 0-7 15,0 0-8-15,0 0 5 0,27 0 1 0,-27 0 4 16,27 0-2-16,-9 0 0 0,24-13 0 16,6 3-2-16,-23 10 3 15,0-12-1-15,-4 12-5 0,0-10 1 16,-3 10-2-16,-5-6 4 0,-1 4-1 16,-3 0-19-16,-5 0-38 0,-2 2-205 15,-2 0-264-15,0 0 72 16,0 0-264-16,0 0-222 0</inkml:trace>
  <inkml:trace contextRef="#ctx0" brushRef="#br0" timeOffset="-188969.37">12035 12337 5121 0,'-33'0'348'15,"9"0"94"-15,18 0-343 0,6 0-50 16,-9 0-18-16,9 0 12 0,0 0-3 15,0 0-13-15,0 0-14 0,0 0-13 16,20 0 2-16,-20 0 16 0,25 0-1 16,8 0 19-16,-12 0-24 0,1-16 5 15,3 16-7-15,-1 0-1 0,1 0-4 16,-2-15-8-16,-1 15-1 0,0 0 3 16,-1-9-1-16,17 3 2 0,-9 2 6 15,-17 4-12-15,-1-4-66 0,-4 2-83 16,-1 0-129-16,-1-2-968 15,-1-2-1016-15</inkml:trace>
  <inkml:trace contextRef="#ctx0" brushRef="#br0" timeOffset="-188619.13">12226 12240 4746 0,'-7'-18'473'0,"3"6"-128"0,1 12 18 16,3-10-116-16,-4 4 77 16,4 6-116-16,0 0-138 0,0-3-18 15,0 3-21-15,0 0-6 0,0 0 11 16,0 0 16-16,0 0 25 0,0 0 5 16,0 0-7-16,0 0-5 0,0 24 10 15,0 17-31-15,0-25-32 16,0 3 0-16,0 4-6 0,0 0-5 0,0-1 2 15,0 2-4-15,0-2-3 16,0 2-4-16,0 18-2 16,0-7 9-16,0-19-3 0,0-4-6 0,0-2 3 15,0-1-10-15,17-4-11 0,-17 1-19 16,0-5-34-16,0 0-48 0,0-1-90 16,8 0-654-16,3 0-1265 15,-5-23 592-15</inkml:trace>
  <inkml:trace contextRef="#ctx0" brushRef="#br0" timeOffset="-187252.19">13048 12194 4856 0,'0'0'377'0,"-14"-22"145"15,14 22-378-15,0-14-81 0,0 14-32 16,0-18-2-16,0 18 24 0,0-18 21 15,0 8 1-15,16 1 14 0,-16 0 8 16,0 2 21-16,0-5 103 0,0 8-102 16,0 1-89-16,0 3 0 15,0 0 54-15,-20 22 26 0,-18 6-62 16,13-9-6-16,-4 3-15 16,0 2 3-16,3-1-14 0,-18 22 12 0,28-24-17 15,5-2-2-15,11-3 4 0,0 0 5 16,0 0 2-16,0-3 4 0,29-1-9 15,-11-2 1-15,4 0-11 0,5-3-2 16,38 3-1-16,8-7 3 16,-35-3-7-16,2 0 2 0,0 0-3 15,-1 0 0-15,-1 0-7 0,-2-17-16 16,-3 17-18-16,-5 0-34 0,21-15-249 16,-20 1-382-16,-20 14-30 0,-4-8-298 15,1 8-231-15</inkml:trace>
  <inkml:trace contextRef="#ctx0" brushRef="#br0" timeOffset="-181120.61">6579 14114 3897 0,'-20'-12'0'0,"11"-1"77"0,-3 7 76 0,3 0 66 0,1 1 46 16,0 2-30-16,-2-2 30 0,8 5-220 15,0-2-21-15,2 2 18 0,0-3 4 16,0 3 11-16,0 0 99 0,24 0-60 15,-24 0-6-15,27 0-21 0,-10 0-18 16,24 0 1-16,-20 0-36 0,2 0-8 16,3 0 0-16,-4 0-7 0,-1 0-4 0,28-13-5 15,-23 13 1-15,1 0-25 0,-2 0-50 16,-1-11-73-16,2 11-121 0,23 0-481 16,-31 0 355-16,-2 0 94 0,-4 0-54 15,-2 0-280-15</inkml:trace>
  <inkml:trace contextRef="#ctx0" brushRef="#br0" timeOffset="-180936.57">6655 14208 4183 0,'-35'6'53'15,"3"-2"-2"-15,6 1 106 0,4-1 79 16,-6-1 179-16,19 0-295 0,2-1-72 0,4 2-24 16,3-4 17-16,0 0-3 0,52 0 33 15,-23 0-60-15,8 0-10 0,7 0-5 16,6 0-7-16,3 0-25 0,56-17-73 15,-55 17-20-15,-7 0-79 0,-2 0-88 16,-10-10-55-16,15 10-380 0,-34-9 104 16,-6 9-107-16</inkml:trace>
  <inkml:trace contextRef="#ctx0" brushRef="#br0" timeOffset="-180670.42">7069 13949 4948 0,'-17'-12'397'16,"17"3"-105"-16,-21 3 28 0,21-2-122 15,-19 2-50-15,19 1-67 0,-12 1-48 16,12 1-22-16,0 1-8 0,0 1-3 16,0 1 3-16,20 0 20 15,10 0-9-15,-13 0 8 0,5 21 0 0,-1-21 2 16,17 37 20-16,-9-3-11 15,-20-12-25-15,-9 1-6 16,0 5-7-16,0 3 4 0,0 2-29 0,-38 4-62 16,11 3-103-16,-4 5-162 0,-5 0-269 15,-41 41-1507-15</inkml:trace>
  <inkml:trace contextRef="#ctx0" brushRef="#br0" timeOffset="-179854.19">8466 13990 4070 0,'6'-13'96'0,"-6"-11"505"0,0 12-161 0,0 2-51 0,0 1-101 0,0 3-77 16,0 2-87-16,0-2 7 0,0 4-95 15,0 1-5-15,0 1-14 0,0 0-5 0,0 0 15 16,0 0 6-16,0 0 14 15,0 21 12-15,0-21 6 0,0 29-6 0,0 16 46 16,20-16-66-16,-20 3-3 0,0 4-4 16,16 2 3-16,-16 33 25 0,14-36-38 15,-14 0-1-15,11-1-6 0,-11-3 2 16,9-4 2-16,3 21 17 0,-8-26-23 16,-2-5-3-16,1-4-3 0,-2-1 1 15,0-5 10-15,1 1 91 0,-2-8-46 16,0 0-12-16,0 0-28 0,0 0-13 15,0-22-7-15,-22-4-4 0,22 7-5 0,-19-6-1 16,19 1 4-16,-20-8-3 16,3-37-6-16,17 32 9 0,-15-4 0 0,15 1 1 15,-6 3-1-15,6-38-11 0,0 43 11 16,0-1-1-16,0 1 2 0,0 5 0 16,0 1-1-16,21-21 0 0,-21 26 1 15,22 2-2-15,-5 3 1 0,3 0-1 16,0 3 1-16,25-10-11 0,-21 15 6 15,2 1 3-15,1 3-1 0,0 2 2 16,24 2-13-16,-31 0 9 0,1 0 0 16,-4 29-1-16,-4-29 4 0,-4 34-1 0,-1 9 1 15,-8-20 3-15,0 2 1 0,-24 0-1 16,24 0-17-16,-42 0-32 16,-20 23-177-16,24-24 59 0,-4-1-21 0,-1-3-13 15,1-3-93-15,-39 2-627 0,47-16 318 16,1-3-54-16,5 0-139 0,4-20-58 15</inkml:trace>
  <inkml:trace contextRef="#ctx0" brushRef="#br0" timeOffset="-178336.69">8196 12166 3181 0,'0'0'54'0,"0"0"100"0,0 0 83 0,0 0 80 15,0-17 184-15,0 17-346 0,0 0-38 16,8-16 8-16,-8 16 4 0,0-15-6 15,8-1 87-15,-2 7-115 0,-2 0-6 16,1 0-17-16,0 0-6 0,0 1-2 0,9-7 53 16,-7 6-66-16,1 3-15 15,2-1-5-15,1 0 0 0,14-11 32 16,-11 9-27-16,3-2 0 0,0 0-5 0,4-1 3 16,-2 2-4-16,24-14 18 0,-20 13-31 15,3-3-3-15,0 3-6 0,3-4 0 16,0 1-3-16,39-18 3 0,-33 17-6 15,1 0 2-15,0-1-2 0,0 4 1 16,35-16 10-16,-39 16-7 0,-1 2 1 16,1-1-4-16,-3 1-4 0,0 1 0 15,23-6 3-15,-26 10 32 0,2-3 0 0,1 1-2 16,0 1-3-16,1 0-33 16,-1 0 5-16,3 1-1 0,3 0 2 15,-1-1 2-15,36-3-7 0,-2 1-1 16,-35 6 2-16,-1-1 7 0,30 2-2 15,0-2-7 1,-30 3-2-16,2-2 5 0,3 0-5 0,1 1-5 16,2 0-1-16,43-1-18 0,-39 2 16 15,-3 0-1-15,-3 0 2 0,-5 0-8 16,-1 18 1-16,0-18 0 0,-5 22-5 16,-2-22 3-16,-2 25-5 0,-2-12-9 15,24 17-53-15,-2-4-1 16,-22-15 54-16,2 2 8 0,0-2 8 15,-2-1-1-15,2-1 3 0,-3 1-3 0,-4 0 1 16,2-2 1-16,8 7-18 16,-12-2-6-16,-9-8 21 0,-2-2 12 15,-1 1-2-15,-2 0-4 0,1 1-1 16,-1-3-16-16,0 0 5 0,0 1-7 16,0 0-6-16,0 1-59 15,0-2-75-15,0 0 46 0,0-2-55 16,-15 0-161-16,15 0-175 0,0 0-259 15,0 0-216-15,0 0 44 0</inkml:trace>
  <inkml:trace contextRef="#ctx0" brushRef="#br0" timeOffset="-177904.16">10358 11539 2739 0,'-14'-13'866'0,"7"8"-305"0,4 0-72 0,-2 1-195 0,0-2-20 0,4 3-209 0,1 3-33 16,0 0 14-16,0 0 23 0,0 0 36 15,0 0 162-15,19 0-50 16,-19 0-142-16,19 19-20 0,-19-19-11 16,18 0-10-16,-7 17-8 0,-1-17 3 15,2 14-9-15,-1-3-4 0,4-3 1 16,11 14-2-16,0 2-6 16,-14-11-2-16,-1-1-6 0,2 1 7 0,7 12 14 15,-3-1 19-15,-11-12-2 16,-1-1 10-16,-3 1 7 0,-2-1 4 15,0 3-16-15,0-1-13 0,-20 2-15 16,20 0-15-16,-34 3-30 0,9 0-68 16,-38 21-390-16,-16 1-750 15,37-17 225-15,1-3-275 0</inkml:trace>
  <inkml:trace contextRef="#ctx0" brushRef="#br0" timeOffset="-176571.12">9691 13919 4066 0,'-14'0'19'0,"7"0"79"0,1 10 97 16,1-10 73-16,-1 0 7 0,0 5 54 0,4-5-243 16,0 5-23-16,2-5 10 0,0 0 9 15,0 0-24-15,0 0 62 0,0 0-54 16,0 0 0-16,22 0-18 0,-22 0-13 16,27 0-23-16,14 0-3 0,-16-17-8 15,3 17 5-15,2 0-5 0,-1-17-8 16,32 6-53-16,-36 11-32 0,2-11-85 15,-4 11-109-15,-4-10-116 0,-4 10-31 16,4-5-274-16,-17 5 329 0,-2 0-249 0,0 0-114 16</inkml:trace>
  <inkml:trace contextRef="#ctx0" brushRef="#br0" timeOffset="-176387.38">9708 14087 4848 0,'-11'6'238'16,"1"-2"107"-16,2-3 30 0,3 0-68 15,0 2-133-15,-1-2-40 0,4 1-114 16,2-2-3-16,0 0-14 0,0 0-3 16,21 0 2-16,13 0-11 0,-6 0-18 15,4-21-26-15,8 21-32 0,3-13-42 0,49-5-332 16,-43 8 71-16,-8 1-87 16,-5 0-6-16,-6 0-74 0,-2 0-179 0</inkml:trace>
  <inkml:trace contextRef="#ctx0" brushRef="#br0" timeOffset="-173954.85">10770 14198 3891 0,'-3'7'11'0,"-1"-3"72"0,2 1 105 0,-1-5 81 0,2 0 23 16,-1 2 102-16,1-2-307 0,1 0-34 15,0 2 0-15,0-2 10 0,0 3 54 16,0-2-76-16,0 0 12 0,0-1 12 15,0 0 35-15,0 1 19 0,0-1 117 0,16 0-148 16,-16 0-25-16,15 0-17 0,-15 0-5 16,34-21 27-16,-21 2-42 0,-1 19 0 15,1-20-2-15,-2 6-4 0,1 1-5 16,7-12-5-16,-11 10-10 0,-1 1 3 16,3-1 2-16,-5 1-5 0,1 1 4 15,0-10 5-15,-2 10 1 0,-4 3 2 16,1 0 2-16,-1 2 3 0,0-7 27 15,0 10-20-15,0-1 4 0,0 2-6 16,0 0-5-16,-20 1-6 0,20 0 1 16,-15 0-10-16,15 3 0 0,-12 0-2 0,12 0-2 15,-17 0 1-15,-2 0-2 0,7 0 5 16,3 18 0-16,-4-18 2 16,0 16 2-16,2-16 2 0,-11 19 15 0,10 2-10 15,0-7 5-15,2 1 10 0,-1 1 8 16,-11 26 37-16,12-21-43 0,-1 6 0 15,3 1-3-15,2-2-1 0,2 0-4 16,3 23 20-16,1-27-23 0,0-1-1 16,0-2-2-16,22-1-3 0,-22-2-2 15,23 12 8-15,8-19-13 0,-11 0-1 16,3-2-2-16,2-6-1 0,36 1-8 16,-30-2-11-16,4 0-23 0,3 0-25 0,-2-18-36 15,-1 18-26-15,25-17-179 0,-34 17 134 16,-5 0-43-16,-1-17-75 0,-6 17-153 15,3-25-663-15,-11 15 469 0,1-3-106 16,-5 4 4-16</inkml:trace>
  <inkml:trace contextRef="#ctx0" brushRef="#br0" timeOffset="-173305.14">11293 13465 3605 0,'0'-3'113'0,"0"-1"553"0,0 3-217 0,0-3-74 0,0 4-104 16,0-2-42-16,0-3 79 0,0 2-185 15,0 1-17-15,0 2-24 16,0-2-20-16,0 2-23 0,0 0-10 0,0 0-27 15,0 0 5-15,0 0 20 0,0 0 17 16,0 17 5-16,0-17 44 0,0 22-56 16,0-22 4-16,0 22 4 0,16-8 3 15,-16 13 35-15,14-10-43 0,-14 1-3 16,0 2-3-16,11 0 4 0,-11 3-9 16,0 21 17-16,6-23-33 0,-6 1-6 15,0-1-4-15,0-2-1 0,0 18-2 16,0-22 0-16,0 0-1 0,0-3-4 0,0-2-17 15,0-1-33-15,0-1-172 0,0-5 65 16,0-1-53-16,0-2-108 0,0 0-172 16,0 0-811-16,0-27 366 0,0 27 91 15</inkml:trace>
  <inkml:trace contextRef="#ctx0" brushRef="#br0" timeOffset="-172871.2">11508 13364 3701 0,'1'-7'141'16,"-1"0"87"-16,0 3 59 0,0 1-26 15,0 1-109-15,0 2-49 0,0 0-62 16,0 0 43-16,0 0 52 0,0 0 39 16,0 0 13-16,-16 23 148 0,16-23-203 15,0 13-9-15,-13-13-16 0,13 14-10 16,-21 5 60-16,13-19-101 0,-4 17-6 15,0-8-9-15,1-1 1 0,-2 1-5 16,-11 8 9-16,14-10-32 0,-1-1-9 0,3 1 5 16,1 0-3-16,1-2-2 15,3 7 17-15,0-8-15 0,3 2 2 0,0-1 4 16,0 0-5-16,23 5 9 0,-23-7-16 16,23 1 1-16,-6 1-3 0,2-2 1 15,-1 0 0-15,25 4-2 0,-20-4-1 16,0 2-4-16,1 1 4 0,-3-2-4 15,-1 0 0-15,14 7-18 0,-20-8 7 16,-3 1-5-16,-3-1-1 0,0 0 5 16,-2 0-1-16,-4-3 16 0,-2 2-13 15,0-2-14-15,0 0-24 0,0 0-27 0,0 0-154 16,0 0 41-16,0 0-127 16,0 0-122-16,0 0-129 0,0 0-704 15,0-20 523-15,0 20-66 0</inkml:trace>
  <inkml:trace contextRef="#ctx0" brushRef="#br0" timeOffset="-172504.55">11848 13247 4461 0,'0'-15'511'0,"0"8"-187"0,0 4-10 0,0-1-164 16,0 1-56-16,0 3-43 0,0 0-6 16,0 0-4-16,0 0 14 0,0 0 29 15,0 0 131-15,0 19-4 16,0-19-130-16,0 15-1 0,0-15-1 16,0 22-2-16,0-9-11 0,0 2-14 15,0 1-14-15,0 2-11 0,0 2 0 16,14 24 6-16,-14-2 0 15,16-20-16-15,-8 0-12 0,1 0-6 0,12 20-4 16,2 1 9-16,-11-23-6 16,-1-1-7-16,1-2-15 15,0-5-23-15,-1-2-30 0,0-4-40 0,-2-2-42 16,3-2-42-16,-1-2-56 0,0 0-98 16,2-19-203-16,12-8-1393 0,-14 9 595 15</inkml:trace>
  <inkml:trace contextRef="#ctx0" brushRef="#br0" timeOffset="-172271.2">11860 13462 5502 0,'-15'0'133'0,"-8"0"319"0,7-16-126 15,11 16-293-15,1 0-29 0,3 0-6 16,1 0 12-16,0 0 5 0,0 0-7 15,34 0 2-15,-16 0-10 0,32 0 7 16,12 0-9-16,-32 0-21 16,-1 0-42-16,0 0-44 0,-6-24-46 15,-8 24-62-15,1-13-65 0,-5 13-100 16,-1-16-235-16,-2 16-251 0,6-16-1439 16</inkml:trace>
  <inkml:trace contextRef="#ctx0" brushRef="#br0" timeOffset="-171988.25">12356 13372 5252 0,'0'0'178'15,"0"0"22"-15,-18 0-3 0,18 0-87 16,0 0-34-16,0 0 57 15,0 0-53-15,0 0 0 0,26 0-26 0,-26 0-13 16,30 0-4-16,-10-19-15 0,3 19-6 16,2 0-6-16,33-13-1 15,2 13-13-15,-31-12-6 0,-2 12-33 16,-6 0-31-16,-1-6-55 0,-4 6-33 16,-6-4-27-16,-4 4-99 0,-2-2-215 15,-2 0-310-15,-1 0-301 0</inkml:trace>
  <inkml:trace contextRef="#ctx0" brushRef="#br0" timeOffset="-171705.07">12517 13239 5353 0,'-8'0'374'16,"6"0"185"-16,2 0-376 15,0 0-59-15,0 0-27 0,0 0-2 16,0 0-10-16,0 0-18 0,0 0-12 16,0 0 0-16,0 0-4 0,0 0 8 0,0 16 25 15,0-16-61-15,18 16-8 16,-18-16-5-16,0 22 1 0,19-8-4 0,-19 1 1 16,12 0-3-16,-12 3-6 0,13 1 1 15,-13 0-9-15,11 2-2 16,-1 16-79-16,-10-20-34 0,6-2-96 0,-3-2-102 15,1-2-176-15,0-2-284 0,1 0-292 16,4-3-256-16</inkml:trace>
  <inkml:trace contextRef="#ctx0" brushRef="#br0" timeOffset="-171338.68">13203 13208 5681 0,'2'-11'126'0,"-2"0"81"0,0-4 301 15,0 8-238-15,0 4-208 16,0 3-3-16,-18 0 86 16,3 21-9-16,-12-21-94 0,10 24 2 15,-2-8 3-15,1 2-10 0,-16 25 43 16,7 4-16-16,20-22-34 15,3 0-3-15,4 1-7 0,0-2 2 16,0-1-3-16,22-1-13 0,-22 0 1 0,39-3-1 16,-10 0-4-16,34 11 3 15,12-8-34-15,-37-16-1 16,4-2-21-16,0-4-2 0,35 0-71 16,-4-25-29-16,-41 25 41 0,-1-21-46 15,-6 21-27-15,-7-23-57 0,-4 23-61 16,-1-17-101-16,-13 17-268 0,0-14-314 15,0 6-237-15</inkml:trace>
  <inkml:trace contextRef="#ctx0" brushRef="#br0" timeOffset="-165406.23">10133 15302 4009 0,'-12'3'59'0,"-1"0"76"0,0-3 170 0,0 3 77 0,-7-3 275 16,10 0-483-16,4 0-86 0,1 0-52 16,3 0-21-16,2 0-11 0,0 0 39 15,0 0-10-15,0 0 9 0,22 0-7 16,-22 0-10-16,40 0-1 0,-22 0-24 15,3 0 2-15,6 0-3 0,1 0 1 16,4 0-5-16,36-24-31 0,-34 24-37 16,1-14-73-16,-4 14-141 0,-6-15-210 15,-4 15-117-15,8 0-741 0,-24 0 710 0,-3 0-4 16</inkml:trace>
  <inkml:trace contextRef="#ctx0" brushRef="#br0" timeOffset="-165239.33">10193 15459 4843 0,'-24'13'102'16,"15"-9"104"-16,1-1 94 0,3-3 10 16,2 0-54-16,-2 0-41 0,5 0-195 15,0 0-19-15,0 0 0 0,0 0 3 16,23 0-6-16,14 0-56 0,-12 0-26 16,3-17-57-16,5 17-70 0,3 0-135 15,33-16-713-15,-36 3 437 0,-3 4-206 0,-3 0 69 16</inkml:trace>
  <inkml:trace contextRef="#ctx0" brushRef="#br0" timeOffset="-163755.79">11066 15499 4355 0,'18'9'46'0,"-18"-8"129"0,0 1 125 0,0-2 40 0,0 0-31 16,0 0-115-16,0 0-50 0,0 0-128 16,0 0 0-16,0 0-19 0,0 0-4 15,19-18 6-15,-1 18-2 0,-18-19 5 16,23 19 0-16,-9-16 9 0,1 16-3 0,15-25 29 15,-18 16-16-15,2 0 7 16,-4 0-7-16,0-2 8 0,6-11 14 16,-6-2-18-16,-6 12-11 0,-1-11 35 15,-3 14-19-15,0 0-1 0,0 1 3 16,0 3 5-16,0-4 13 0,0 8-40 16,-16 1-14-16,16 0 3 0,-17 0 5 15,17 0 2-15,-46 26 17 0,23 4-9 16,3-12 6-16,-2 1 11 0,1 5 8 15,0 0-5-15,-9 24 19 0,16-23-34 16,7-3-1-16,0 2-4 0,4-3-4 16,3 18-7-16,0-20-1 0,24-2 0 15,-24 0-4-15,30-4-16 0,-9 0-31 16,28 6-174-16,-20-13 36 0,3-5-104 0,6-1-163 16,-2 0-186-16,2 0-122 0,41-32-1192 15</inkml:trace>
  <inkml:trace contextRef="#ctx0" brushRef="#br0" timeOffset="-163339.74">11597 14739 4135 0,'0'-7'48'0,"0"0"130"0,0 0 143 0,0 4 63 0,0-2-38 0,0 3 14 0,0 2-313 16,0 0-33-16,0 0-11 0,0 0 2 15,0 0 2-15,0 0 85 0,0 0-25 0,0 0 17 16,0 22-11-16,0-22-12 0,0 34 47 16,0-19-72-16,12 3-1 0,-12 3 0 15,0 0-5-15,0 4-4 0,0 24 0 16,0-21-21-16,0 2 4 0,0-4 0 16,0-1-10-16,0 1-38 0,0 17-193 15,0-22 10-15,0-7-108 0,0-3-152 16,0 1-138-16,0-1-734 0,0-10 633 15,24-1 38-15</inkml:trace>
  <inkml:trace contextRef="#ctx0" brushRef="#br0" timeOffset="-163039.22">11888 14737 4162 0,'5'-12'54'15,"-1"1"76"-15,-3 2 92 0,-1-6 336 16,0 9-356-16,0 3-77 0,-16 2-65 15,16 0-19-15,0 1 15 0,-18 0 83 16,18 0-67-16,-16 20-8 0,4-20 10 16,-1 23-2-16,-16 4 50 0,11-12-74 15,3 0-5-15,-3-1-1 0,4 1 0 16,1-3-2-16,-5 11 46 0,12-12-53 16,0-2-8-16,2 0-6 0,2-1 5 0,2 0 4 15,0 8 36-15,0-11-39 0,24 2-8 16,-24-1-12-16,34-1-1 0,10 1-28 15,-18-4-33-15,5-2-38 0,3 0-48 16,0 0-47-16,-3 0-69 0,28 0-505 16,-33 0 287-16,-5-19 38 0,-1 19 116 15,-6 0-40-15,10-12-934 0</inkml:trace>
  <inkml:trace contextRef="#ctx0" brushRef="#br0" timeOffset="-162706.95">12215 14591 4150 0,'0'-8'159'0,"0"-1"197"16,0 5 85-16,0-1 1 0,0-2 67 16,0 5-407-16,0 2-49 0,-16 0-24 15,16 0-17-15,0 0 11 0,0 0 18 16,0 0 22-16,0 0 3 0,0 23 3 15,0-23-14-15,0 35 65 0,0-20-59 0,0 2-1 16,0 1-5-16,0 1 4 16,0 0-9-16,0 20 28 0,0-16-56 0,0-4-5 15,18 2-8-15,-18-3-2 0,13 19-4 16,5-19-2-16,-7-2-3 0,0-1-11 16,3-2-22-16,-1-3-26 0,17 4-145 15,-17-12 71-15,3-2-11 0,-2 0-13 16,1 0-52-16,-1 0-60 0,6-29-577 15,-9 2 342-15,-2 13 53 0,-4-4-54 16,1 0-183-16</inkml:trace>
  <inkml:trace contextRef="#ctx0" brushRef="#br0" timeOffset="-162523.37">12298 14737 4357 0,'-9'-2'258'0,"2"0"113"15,2 1 31-15,0-2-64 0,1-1 30 16,4 3-288-16,0 1-44 0,0-2-25 15,0 2-12-15,0-1-3 0,18-2-4 16,-18 1 4-16,25 1-7 0,-11 0-16 16,6-3-30-16,1 2-42 0,23-4-249 15,-22 3 70-15,-2-1-87 0,-2 0-53 16,-4 3 2-16,9-6-856 0,-17 4 493 16</inkml:trace>
  <inkml:trace contextRef="#ctx0" brushRef="#br0" timeOffset="-161806.89">12702 15284 5420 0,'0'0'15'0,"11"0"95"0,-11 0 70 0,0 0 210 16,0 0-288-16,0 0-61 0,0 0-33 0,0 0-1 16,0 0 12-16,0-11 13 15,0 11-11-15,0 0 6 0,0 0 13 0,0 0 8 16,0 0 55-16,0 0-43 0,0 0 0 15,0 0-5-15,0 0-6 0,0 0-5 16,0 0 103-16,0 0-63 0,0 0-6 16,0 0-30-16,0 15-11 0,0-15-6 15,0 0 24-15,-14 12-29 0,14-12-6 16,0 0-5-16,0 0-3 0,0 0 9 0,0 0-12 16,0 0-1-16,0 0-3 15,0 0 0-15,0 0-5 0,0 0-31 0,0-14-4 16,0 14-14-16,0 0-15 0,0-16-22 15,0 4-179-15,0 3 85 16,-10 3-27-16,10 0-42 0,-14 2-149 0,5 0-214 16,-7-1-1297-16,4 4 705 0</inkml:trace>
  <inkml:trace contextRef="#ctx0" brushRef="#br0" timeOffset="-161274.42">13254 15268 3658 0,'0'18'84'0,"-11"-11"185"0,11 2 125 0,-11 4 402 15,2-6-566-15,2 0-101 0,7-3-68 0,-6 0-9 16,6 0-4-16,0-1 94 0,0-3-59 16,0 0 4-16,0 0-8 0,20 0 0 15,-20-17-18-15,34-5 27 0,-19 22-52 16,1-28 5-16,1 12-5 0,-2-2-2 15,14-17 21-15,-20 17-31 0,-1 2 21 16,-1 0 5-16,-2-1 5 0,-1 7 3 16,-3-9 12-16,-1 14-55 0,0 2-12 15,0 3-5-15,0 0-5 0,-21 0 6 0,-4 20 0 16,8-20 5-16,0 30 0 0,-5-13 7 16,0 5 18-16,-19 26 67 15,24-23-38-15,2 4-2 0,2-1-14 0,5-2-4 16,3 4-9-16,5 21 3 0,0-27-26 15,0-4-4-15,20 2-3 0,-20-6-1 16,21-1-18-16,5 4-100 0,-12-13-4 16,6-4-43-16,5-2-37 0,1 0-64 15,38-23-602-15,-30 23 183 0,6-33-250 16,4 9-132-16,-1-2-41 0</inkml:trace>
  <inkml:trace contextRef="#ctx0" brushRef="#br0" timeOffset="-159907.14">13951 14632 3255 0,'0'0'176'0,"11"-17"480"0,-7-3-73 15,1 20-428-15,-3-13-19 0,1 13 22 16,-1-11 7-16,2 11-8 0,-2-9-11 16,1 9-35-16,-2 0-16 0,0-6-18 15,-1 2 45-15,0 4-19 0,0 0-58 16,0 0 18-16,0 0 17 0,-18 0 117 15,-7 21-31 1,7-1-106-16,-2-5-6 0,-2 2-4 0,-26 14 39 16,14 0-18-16,21-19-47 15,2 1-7-15,6-3-6 0,5 0 7 16,0-3 5-16,0 0 2 0,0-4 4 16,27 2-2-16,-8-2-9 0,30-1 3 15,11-2-11-15,-24 0-9 0,0 0-4 16,-2 0-15-16,-2 0-15 0,-1 0-15 15,20 0-100-15,-28 0 53 16,-5 0-19-16,-3 0-19 0,-3 0-39 0,-3 0-29 16,-4 0-45-16,-1 0-97 0,-2 0-168 15,-2 0-243-15,2 0-279 0</inkml:trace>
  <inkml:trace contextRef="#ctx0" brushRef="#br0" timeOffset="-156523.52">10627 17238 3098 0,'0'-9'46'0,"0"3"30"0,0 0 135 0,0 5 21 16,-16 1-163-16,16 0 29 0,0 0-17 16,0 0-47-16,0 0 21 15,0 0-30-15,0 0 48 0,0 0 63 16,16 0 26-16,-16 0-6 0,20 0-28 0,16 0-36 15,12 0-64-15,-19-20-28 16,32 20 6-16,3-16-11 16,-36 16-13-16,26-13-129 0,-31 13-84 15,-2-6-108-15,-3 6-66 0,-4 0-127 16,-5 0-130-16,-4 0-11 0</inkml:trace>
  <inkml:trace contextRef="#ctx0" brushRef="#br0" timeOffset="-156340.45">10722 17449 5421 0,'0'6'-10'0,"-1"-2"78"15,-1-4 273-15,1 0-193 16,-1 0-16-16,2 0-158 0,0 0-4 16,0 0-3-16,19 0-8 0,-19 0-22 15,27-15-42-15,17 1-273 0,13-3-294 16,-26 17 245-16,28-25-424 15,-29 16 456-15,-2 0-185 0,0-2-42 16</inkml:trace>
  <inkml:trace contextRef="#ctx0" brushRef="#br0" timeOffset="-153607.7">13823 14122 3284 0,'0'-1'12'0,"0"-1"22"0,-16-1 75 15,16 3-63-15,-11 0-1 0,11-1-34 16,-9 1 9-16,2-1 1 0,7 1-21 15,-3 0 10-15,3-2-17 0,-4 0 17 16,4 2 0-16,-2-1 8 0,2 1-8 16,-2 0 30-16,-1 0-17 0,-1 0-4 0,0 0 3 15,-6 18 5-15,4-18 16 0,-1 0 20 16,1 16-20-16,1-16 2 0,-9 15-7 16,8-15-31-16,1 0 4 0,-3 10 13 15,4-10 8-15,-2 7-2 0,-1-2 43 16,-1-2-51-16,5 1 11 0,-6 0 9 15,2 2-1-15,-1-1 9 0,-8 8 30 16,9-6-42-16,-4-1 15 0,4-1 14 16,-2 2-8-16,-6 5 35 0,8-5-59 15,0-2 8-15,0 2 17 0,0-2-7 16,-3 2-12-16,-11 11 33 0,9-7-34 0,-1 0-4 16,-2 3-4-16,-1 2-3 0,-11 18-1 15,16-17-17-15,-3 0-3 0,3 1 9 16,2-2-8-16,0 0-2 0,-4 10 10 15,8-14-6-15,-1 0 6 0,0-3 3 16,4 0-5-16,-7 3 41 0,7-5-28 16,-4-1 3-16,2-2-20 0,-2 2 5 15,2 0-10-15,-5 5 4 0,2-5-10 16,1 1 9-16,1 1-2 0,-2 1 5 0,-4 7 19 16,5-6-20-16,-2-2-2 15,4 3-9-15,-3-1-3 0,1-2 3 0,-5 10-5 16,3-10 9-16,0 0-4 0,3 1 1 15,-1-1 2-15,-2 0-1 0,-7 10 11 16,6-10-11-16,2 2 1 0,0-3-11 16,-1 3 11-16,1-1 1 0,0 6-6 15,2-8 3-15,3-2-1 0,0 0 4 16,-2 1 1-16,-1 5 41 0,3-6-12 16,-4 4 1-16,0 2-18 0,0 0-3 15,-1 3-9-15,-9 15 4 0,7-12-7 0,1-1 3 16,1 2 1-16,0-3 5 15,-4 17-2-15,6-20-9 0,1 0-3 16,2-2 4-16,0 2 2 0,0-4 2 0,1 9 5 16,-2-7-10-16,3 0-4 0,0 1 1 15,-2 2 4-15,0 0-1 0,-2 14 5 16,1-13-10-16,-1 1 9 0,0-1-2 16,2-2 3-16,-1 2 1 0,-4 11-9 15,5-14-3-15,2 2-1 0,-2-2 10 16,2 1-2-16,0 12 6 0,0-12-11 15,0 1 7-15,0-2-1 0,0 3-3 16,0 0 1-16,0 12 1 0,18-13 1 0,-18-1-2 16,0 1 0-16,0-2-4 0,15 1 4 15,-15 9-8-15,0-10 11 0,10 0 0 16,-10-1 2-16,0 3-4 0,0 12-10 16,0-12 8-16,0 4 4 0,0-3 4 15,0 1-4-15,0 1-3 0,0 12-6 16,0-16 6-16,0 2-2 0,0-5-7 15,0 1 3-15,0 0-8 0,17 3-5 16,-17-9 9-16,14 1 11 0,-14-3-6 16,11-2 6-16,0 4-7 0,-11-4 9 15,10 1-4-15,-10 0-1 0,9-1 4 0,-5 3-4 16,4 2-2-16,-4 0 3 16,0-1-1-16,0 0 4 0,1 0-1 0,1 2-2 15,4 5-1-15,-6-3 1 0,3-1 0 16,-1 2-3-16,-1-1 3 0,9 5-8 15,-10-5 13-15,2 0-8 0,-1-1 10 16,-1 0-7-16,0-1-1 0,2 4 5 16,-2-5 4-16,-2-2-7 0,-1-1 0 15,1 1 2-15,2-1-4 0,2-2 6 16,-3 2 2-16,2-2-9 0,2 0 3 16,3 0 4-16,15 0-3 0,-10 0-5 0,6 0 1 15,0 0-6-15,6 0 4 0,2-19-5 16,32 19-1-16,-30-18-2 15,3 18 5-15,1-15-2 0,1 15-1 0,-2-14-1 16,29 4-4-16,-32 10 8 0,-2-8 0 16,-2 8-21-16,-6 0-10 0,15 0-72 15,-19 0 44-15,-3 0-18 0,1 0-21 16,1 0-33-16,0 0-45 0,23 14-253 16,-20-14 174-16,4 0 27 0,2 0 11 15,0 0-21-15,1 0 82 0,24-19-71 16,-25 19 106-16,-1-16-356 0,-2 16-125 15</inkml:trace>
  <inkml:trace contextRef="#ctx0" brushRef="#br0" timeOffset="-152275.03">13955 14012 2056 0,'0'0'92'0,"0"0"71"0,0 0 85 0,0 0 31 0,0 0-41 15,0 0-6-15,0 0-5 0,0 0-3 16,0 0 0-16,0 0 160 0,0 0-208 0,0 0-10 15,0 0-37-15,0 0 16 0,0 0-42 16,0 0-29-16,0 0-14 0,0 0-21 16,0 0-17-16,0 0-14 0,0 0-16 15,0 0-6-15,0 0 12 16,0 0-9-16,0 0-8 0,0 0-33 16,0 0-36-16,-17 0-18 0,17 0-30 15,-14 0 45-15,-1 0-51 16,3 0 72-16,12 0 43 0,-9 0 34 15,9 0-14-15,-5 0 5 0,1 0 0 16,0 0 2-16,1 0 9 16,1-14-9-16,1 14 16 0,-1 0 37 15,0 0-9-15,2-7-36 0,0 7-8 16,0 0 14-16,0 0-21 16,0 0 87-16,0 0 16 0,0 0-5 15,23 0 8-15,-23 0-7 0,15 0-18 16,-15 0-3-16,25 0-22 0,-13 0 15 15,1 0-11-15,16 16 41 16,2-7-51-16,-17-9-22 0,0 14 4 16,3-5 3-16,-1 1-13 0,3 3-8 15,19 12 12-15,8 2 51 16,-21-13-28-16,2 2 7 0,0 2-6 0,27 18 41 16,-2 5-9-16,-27-20-51 15,-1 3-7-15,-3 1-10 0,-1 0 3 16,0 1 0-16,2-1-4 0,-2 4 5 15,1-3-2-15,19 24-5 16,-5-1-6-16,-20-29 3 0,-2 1 4 16,0-2-6-16,-3 0-1 0,-4 2 3 15,3-4 2-15,-4 1-1 0,-1 1-1 16,1 0-1-16,2 18-6 16,-1 1-1-16,-6-17 3 0,2-2 3 15,1 3 8-15,-3 23-10 16,0 6 7-16,0-25-6 0,-18-1 9 0,18 0-5 15,0 0 8-15,-12-1 7 0,12 2-14 16,0-4-2-16,-14 1-2 0,14 2-7 16,0-3 10-16,-10 0 1 0,10 19 8 15,-3-26-15-15,3 3-1 0,0-4-1 16,0 0-8-16,0-3 12 0,0 0 3 16,0-1-2-16,16 1 3 0,-16 0 0 15,0 0-2-15,16 13-4 16,-16 4 4-16,0-16 1 0,0 4 2 15,0 0-3-15,0-1 1 0,0 1 4 16,0-2-3-16,-21-1 0 0,21-1-4 0,-13 7 3 16,13-7 17-16,-12-6-4 15,12-2 7-15,-8 5-4 0,0-3-2 16,1 3-8-16,-1-1-4 0,0 2 5 16,-1-1-5-16,-1-1 3 0,4 1-5 15,-3 7-22-15,3-1-14 16,4-7 22-16,-1 2-2 0,0 1 5 15,1 1 4-15,0 14-4 0,0-12 17 16,0 1-7-16,2-5 4 0,-3 3-2 0,3-3-6 16,-2-1 12-16,0-1-5 15,-7-3-5-15,-1 2-43 0,-7 0-74 0,-35 5-634 16,-29-4-1253-16,37-5 528 16</inkml:trace>
  <inkml:trace contextRef="#ctx0" brushRef="#br0" timeOffset="-147242.22">12182 17256 4367 0,'0'6'30'0,"0"-6"137"0,0 0 109 15,0 0 15-15,0 0-12 0,0 0-110 16,-19-24-44-16,19 24-84 0,0-21-20 16,0 21 0-16,0-19-14 0,0 8-8 15,0-14 5-15,0 13-3 0,0-4-4 16,0-1 3-16,0-1 5 0,18-17 34 16,-18 17-7-16,0 1 13 0,0 1 15 0,0 2 1 15,0 2-5-15,0-3 31 0,0 9-57 16,0 2-13-16,0 3-9 0,0-1-6 15,-16 2-3-15,16 0 2 0,-21 21 6 16,7-21 3-16,-5 33 3 0,-1-10 4 16,-27 37 35-16,22-26-19 0,0 5-1 15,1 4-5-15,1 0 0 0,-1 2-11 16,-10 41 2-16,21-45-19 0,5-1 4 16,2-5 1-16,6-3-2 0,0 18 8 15,27-30-6-15,-8-7 1 0,4-3 1 16,6-4-3-16,3-6 0 0,44 0-1 0,-37-19-2 15,4 19 2-15,-3-21-2 0,-2 21-3 16,-3-20 4-16,22 3 1 0,-34 17-2 16,-6-11 0-16,-3 11 0 0,-7 0-4 15,2 0-16-15,-9-8-7 0,0 8-21 16,0 0-27-16,0 0-31 0,0 0-54 16,0 0-368-16,0 0 120 0,0 0-71 15,0 0-13-15,0 0-343 0,0 0-16 16</inkml:trace>
  <inkml:trace contextRef="#ctx0" brushRef="#br0" timeOffset="-146276.22">12803 17487 3730 0,'0'1'60'0,"0"3"25"0,0-1 23 0,0-1 4 15,0 0 45-15,0 3 112 0,0-4-139 16,0-1-9-16,0 0 5 0,0 0-2 0,0 0-10 16,0 0 38-16,0 0-92 15,15 0-28-15,-15 0 1 0,0-18-19 0,14 18 4 16,2-14-12-16,-16 14 3 0,16-18 6 16,-7 7-3-16,2-2-3 0,7-14 19 15,-11 11 11-15,-1 1 2 0,1 0 0 16,-4 3 1-16,1 0-13 0,-2-10 14 15,-2 14-30-15,0-1-1 0,0 2-1 16,0 0-2-16,0 0-1 0,-18 6-7 16,18 0-1-16,0 1 2 0,-20 0-4 15,20 0 4-15,-31 24 6 0,17-24 10 0,-1 25 9 16,0-9 14-16,-2 3 13 16,3 2 6-16,-11 25 50 0,12-20-68 0,6 1-10 15,3 2-6-15,2-1-10 0,2 25 6 16,0-28-14-16,22-3-5 0,-22 0 0 15,33-4-4-15,-12-4-1 0,29 8-22 16,-24-17-24-16,3-2-50 0,0-3-70 16,1 0-75-16,30-28-429 0,-33 28 282 15,1-31 21-15,-2 10 1 0,-1-3-341 16,-3-2-29-16</inkml:trace>
  <inkml:trace contextRef="#ctx0" brushRef="#br0" timeOffset="-145742.53">13130 16704 4537 0,'0'-5'197'0,"12"3"95"0,-12-3 32 0,0 3-55 0,0-1-111 16,0 0-56-16,0 2 7 16,0 1-36-16,0 0-51 0,0 0 49 15,0 0 61-15,0 18-63 16,0-1 35-16,0-4-54 0,0 4-11 15,0-1-8-15,0 4 0 0,0 2-15 16,0 2-3-16,20 26 6 0,-6 3-11 16,-14-28-7-16,9 25 0 15,2-27-14-15,-11 0-33 0,9-3-44 16,-4-2-48-16,3 1-61 0,-3-5-92 16,6 9-620-16,0-15-291 15,-4-8 703-15,5 0-866 0</inkml:trace>
  <inkml:trace contextRef="#ctx0" brushRef="#br0" timeOffset="-145426.14">13436 16674 3909 0,'10'-4'337'16,"-6"2"-26"-16,-2-2 263 15,-2 4-432-15,0-2-73 0,0 2-27 16,0 0 29-16,0 0 15 0,-23 0 15 15,-1 22 89-15,-8 6-52 0,13-11-80 16,-20 22 34-16,3 2-27 16,19-21-46-16,-11 13 8 0,15-19-20 15,4-3 0-15,2 0-1 0,3-5-1 16,-1 1-2-16,4-4 3 0,1 1 4 16,0-1 15-16,0-1-4 15,19-1 9-15,4 1-19 0,-8-1-7 16,3-1-3-16,5 0 0 0,3 0-4 15,7 0-17-15,34 0-109 16,-4-16-213-16,-36 16 26 0,19 0-759 16,-19 0-307-16,-18 0 694 0</inkml:trace>
  <inkml:trace contextRef="#ctx0" brushRef="#br0" timeOffset="-145092.75">13760 16525 3828 0,'0'-4'280'0,"0"-2"576"16,0-3-262-16,0 8-483 0,0-2-31 15,0 3-54-15,0 0 37 0,0 0 38 16,0 0 28-16,0 0 13 0,0 22-20 15,0 3 75-15,-16 10-47 16,16-15-88-16,0 22 32 0,0-20-53 16,0-1-6-16,20-1-1 0,-20 1 2 15,16-2-2-15,-16 0-7 0,36 14 3 16,-14-5-26-16,-6-17-9 16,7 4-102-16,-1-5-201 15,-10-8 92-15,12-2-403 0,-11 0 123 16,1 0-129-16,2 0-42 0,-1-24-149 0,1 24-5 15,-3-24 74-15</inkml:trace>
  <inkml:trace contextRef="#ctx0" brushRef="#br0" timeOffset="-144892.39">13785 16673 3858 0,'-29'0'649'0,"19"0"-242"0,-3 0 139 16,9 0-331-16,3 0-141 15,1 0 105-15,0 0-88 0,26 0-27 16,-26 0-30-16,33 0-14 0,-6 0-13 0,3-17-4 16,32 2-14-16,-2-3-122 15,-33 18-45-15,16-17-618 0,-21 10-467 16,-12 7 441-16</inkml:trace>
  <inkml:trace contextRef="#ctx0" brushRef="#br0" timeOffset="-140693.58">17264 8926 3287 0,'-4'0'12'0,"1"-18"59"0,-1 18 100 0,3-14 394 0,1 14-293 0,-1 0-72 16,1 0-76-16,0 0-2 0,0 0 2 15,0 0 178-15,0 0-154 0,0 0-19 16,0 0-33-16,0 0-8 0,0 0-24 16,0 0 25-16,0 0-52 0,0 0-1 15,0 0 0-15,0 0 12 0,0 0 62 16,0 0-57-16,0 16-9 0,0-16-18 16,0 19 3-16,0-5-6 0,0 19 26 15,0-10-30-15,0 0 0 0,17 2-4 0,-17 4-1 16,0 1-5-16,16 32 8 0,-16-31-9 15,0-1-1-15,11-1-1 0,-11 0 1 16,6 20 15-16,-6-28-9 0,0 2-2 16,0-4 2-16,0-3 3 0,0-1 4 15,0 2 69-15,0-11-4 0,0-3 25 16,0-1 8-16,0-2-28 0,0 0-34 16,0 0-31-16,0-25-26 0,-15 25 0 15,15-27-3-15,0 6-2 0,-15-28-4 16,15 20 6-16,-13-3 2 0,13-4 0 15,-7-2-1-15,7-1-1 0,-4-42-4 0,2 41 3 16,2 0-3-16,0 5 0 0,0 1 0 16,0 3 0-16,0-17-3 0,19 27 4 15,-19 5-2-15,14 0 0 0,-14 3 0 16,33-6 0-16,-20 12 3 0,2-1-13 16,2 4-4-16,1 2-7 0,0 1 0 15,19 1-15-15,-21 0 27 0,3 0 2 16,-4 21 4-16,-3-21 4 0,-3 21 3 15,3 7 1-15,-10-13 4 0,-2 3 5 16,0-1 5-16,0 0-3 0,-27 20 6 0,-3-18-10 16,7-1-3-16,-1 3 0 15,-2-2-1-15,0-3 1 0,-24 13 1 0,27-18 0 16,3-2 2-16,3-2-2 0,3-2 2 16,4-3-5-16,-2-2-65 0,8 0-4 15,1 0-27-15,2 0-13 0,0-17-33 16,1 0-235-16,0 17 88 0,0-24-109 15,0 10-136-15,25 1-101 0,-25-2 33 16,47-12-751-16,-28 15 656 0</inkml:trace>
  <inkml:trace contextRef="#ctx0" brushRef="#br0" timeOffset="-140377">17848 8716 3752 0,'0'-6'206'0,"0"3"151"0,0 0 95 0,0-2-7 0,0-1 120 0,0 4-434 0,-17 2-59 15,17 0-18-15,0-2 12 0,0 2 10 16,0 0 82-16,0 0-81 0,-10 0 12 16,10 0 14-16,-10 0 15 0,3 20 0 15,-16 3 74-15,7-5-118 0,-3 2-7 0,-1 5-5 16,-5 5 5-16,-27 40 25 0,25-30-66 15,-1 4-13-15,1 3-4 0,4 3-2 16,1 0-6-16,-9 50-3 0,23-51-2 16,5 0 0-16,3-4-8 0,0-4-21 15,27-5-28-15,20 22-164 0,-16-34 71 16,4-5-37-16,2-6-39 0,6-5-79 16,48-2-843-16,-45-6 371 0,4 0-223 15,-5-19 58-15,-1 19 205 0</inkml:trace>
  <inkml:trace contextRef="#ctx0" brushRef="#br0" timeOffset="-140009.7">17995 8912 4717 0,'0'-5'71'0,"0"-3"174"15,0 1 68-15,-19-9 359 0,19 11-463 16,0 0-60-16,0 2-60 0,0 0-33 16,0 2 18-16,0 1-33 0,0 0 5 15,0 0-13-15,0 0 13 0,0 0 28 0,0 0 137 16,-11 26-107-16,11-26-24 16,-6 27-21-16,1-10-9 0,-9 28 25 0,6-22-54 15,0 4-8-15,1-2-4 0,1 2-5 16,0 1-2-16,5 25-4 0,1-27 4 15,0-2-1-15,21 1-2 0,-21-3 2 16,29-2-8-16,12 7-17 0,-17-16-15 16,4-4-29-16,0-4-34 0,3-3-37 15,32 0-216-15,-33-25 145 0,2 25-45 16,-1-30-91-16,-2 12-186 0,-3-1-146 16,15-19-996-16,-25 18 847 0,-9 1 56 0</inkml:trace>
  <inkml:trace contextRef="#ctx0" brushRef="#br0" timeOffset="-139843.16">18049 9119 4937 0,'-23'0'146'0,"5"13"100"0,3-13 53 16,-4 0 188-16,11 0-355 16,8 0-127-16,0 0-4 0,0 0 3 15,56 0-2-15,2-17-14 16,-22-2-41-16,2 19-85 0,2-22-163 0,-3 10-308 15,-2 0-356-15,-3 3-266 0</inkml:trace>
  <inkml:trace contextRef="#ctx0" brushRef="#br0" timeOffset="-139475.08">18315 8774 4984 0,'-10'-9'150'0,"3"-3"391"15,7 1-32-15,-2 7-392 0,2 3-43 16,0-1-20-16,0 2 22 0,0-1 19 16,0-1 26-16,0 2-11 0,22 0-19 15,-3 0 35-15,8 0-56 16,-13 0-43-16,2 0-7 0,0 0 2 15,1 0-4-15,2 19-3 0,1-19-9 16,-2 24 1-16,3-6 2 0,1 3-9 16,16 27 6-16,-9 2-4 15,-19-23 2-15,-1 0 0 0,-2 1-2 16,-3 31-7-16,-4 2-62 16,0-31-4-16,-27 0-31 0,27-3-19 0,-27 0-46 15,10-4-28-15,2 0-37 0,-2-5-60 16,3-2-122-16,0 0-203 0,-6-1-1480 15</inkml:trace>
  <inkml:trace contextRef="#ctx0" brushRef="#br0" timeOffset="-139110.5">19002 8818 5163 0,'-8'0'186'0,"0"0"52"0,3 0 26 0,2 0-68 0,1 0-14 16,2 0-157-16,0 0-15 0,0 0-4 0,19 0-1 16,-19-18 0-16,47 3 2 0,-25 15-7 15,5-20 0-15,1 20 0 0,1-16 2 16,-1 16-2-16,23-14-51 0,-29 5-31 16,-3 9-89-16,-6-4-144 0,-4 1-204 15,2 3-904-15,-11 0 481 0,0 0 157 16</inkml:trace>
  <inkml:trace contextRef="#ctx0" brushRef="#br0" timeOffset="-138977.23">19042 8963 5832 0,'0'3'111'0,"20"-3"25"0,-20 0 10 0,22 0-54 16,-7 0-42-16,28-22-91 0,-18 22-77 15,5 0-145-15,1-19-269 0,0 19-201 16,31-13-1685-16</inkml:trace>
  <inkml:trace contextRef="#ctx0" brushRef="#br0" timeOffset="-136143.98">20162 8607 3703 0,'0'0'92'0,"0"0"157"0,16 0 545 0,-16 0-380 0,12 0-101 0,-12-20-95 16,0 20-65-16,0 0-58 0,10-13 41 15,-10 13-74-15,4-12-14 0,-4 12-10 16,5 0 2-16,-2-11 8 0,-2 5-30 16,1 2-1-16,3-2 6 0,-1-3 18 15,0 2 36-15,1-2 8 0,0 0 6 16,8-14 41-16,-9 11-87 0,0 0-3 16,-2 1-6-16,-1 1 6 0,0 2-12 15,-1 1-11-15,0 3 0 0,0 0-9 16,0 2-8-16,0 1-5 0,0 1-13 15,-21 0 25-15,21 0-4 16,-21 24-4-16,4-24-4 0,-24 50 5 16,-10 4 13-16,26-21 7 0,1 0-7 15,4 6-7-15,3 0 2 0,4 1-12 16,5 2-2-16,3 0 10 0,4-1-4 16,1 37 0-16,29-8-2 15,10-43 6-15,-15-1-9 0,6-5 3 16,2-6 1-16,1-3-5 0,3-4 0 15,-1-5 2-15,1-3-6 0,-1 0 0 16,30 0-41-16,-13-25-42 16,-29 25 29-16,-8-22-17 0,-3 22-20 0,-2 0-44 15,-5 0-35-15,-3-14-53 0,1 14-80 16,-1 0-143-16,-1-8-276 0,2-2-1535 16</inkml:trace>
  <inkml:trace contextRef="#ctx0" brushRef="#br0" timeOffset="-135677.41">20587 8797 5054 0,'0'0'90'0,"-9"13"63"0,9-13 72 0,0 8 37 16,0-8 60-16,0 0-201 16,0 0-79-16,17 0 4 0,-17-17-5 15,20 17-9-15,-6-16 1 0,2 16-2 16,3-19 17-16,1 6 11 0,-1-1-3 16,14-16 57-16,-9 1-11 15,-16 14-52-15,-2-1-9 0,-4-1-1 16,-2 4-2-16,0-16 28 0,0 5-46 15,-23 14-20-15,23 1-4 0,-16 2-1 16,16 2 10-16,-20 3-6 0,20 2 2 16,-25 0 5-16,9 0 8 0,0 18 9 15,-20 6 34-15,-3 8-14 16,22-13-23-16,1-1-4 0,3 4-6 16,-7 24 3-16,13 2-14 15,7-25-3-15,0 1 3 0,0-2 2 16,25 0-2-16,-25-1-7 0,35-2-13 15,-12-3-13-15,2-1-22 0,2-3-41 16,2-3-55-16,32-1-333 0,0-8-317 16,-31 0 58-16,1 0-304 0</inkml:trace>
  <inkml:trace contextRef="#ctx0" brushRef="#br0" timeOffset="-135277.79">20997 8200 4990 0,'-4'-3'145'0,"-2"-1"99"0,-4-6 425 16,4 1-253-16,4 4-302 0,1 4-30 15,0 1-8-15,1-2-12 0,0 2-20 16,0 0-25-16,-1 0-15 0,1 0-8 16,0 0 26-16,0 17 46 15,0 1-2-15,16-18-47 0,-16 28 1 0,0-8-3 16,19-3-3-16,-19 2-7 0,12 22-1 15,0 4-6-15,-4-23 0 16,-8 2-5-16,0-1 4 0,0 25-87 16,0-4-197-16,0-27 61 15,-18 0-72-15,18-5-59 0,0-3-119 16,0-5-291-16,0-2-213 0,0-2-192 16</inkml:trace>
  <inkml:trace contextRef="#ctx0" brushRef="#br0" timeOffset="-134994.5">21193 8215 4925 0,'0'-5'92'0,"0"2"54"0,0 3 49 0,0-1 37 16,-17 1-74-16,17 0-28 0,-16 0-23 16,16 0-21-16,-20 20 17 0,-3-3 107 15,-1 2-12-15,13-19-99 16,-1 20-6-16,2-10-10 0,-1-2-12 15,3 2-25-15,0 0-11 0,0-1-17 16,1 0-11-16,2 2-5 0,0 6-5 16,5-1 5-16,0-10-4 15,0 0 2-15,25-1 1 0,11 2-29 16,14-6-118-16,-18-1-8 0,3 0-68 16,2 0-92-16,35-18-1058 15,0 18-1137-15</inkml:trace>
  <inkml:trace contextRef="#ctx0" brushRef="#br0" timeOffset="-134644.45">21585 8075 5392 0,'0'-9'122'15,"0"1"95"-15,0 1 36 0,-9-1-4 16,9 1-97-16,0 3-78 0,0 4-47 16,0-3-25-16,0 3 70 15,0 0 16-15,0 0 21 0,0 24 77 16,0 20-69-16,15-24-75 16,-15 1-12-16,0 2-8 0,0 5-4 15,12 1-8-15,-12 27 5 0,12-29-12 0,-12 1-1 16,10 0 1-16,-5-2 1 15,3-1-3-15,-1 0 1 0,0-1-2 0,0-2-1 16,2 0 3-16,0-4-4 0,12 12-24 16,9-13-107-16,-12-15-6 15,3-2-71-15,4 0-77 0,1 0-149 16,4-31-239-16,-1 31-325 0,0-36-238 16</inkml:trace>
  <inkml:trace contextRef="#ctx0" brushRef="#br0" timeOffset="-134477.73">21626 8345 5691 0,'-18'0'43'0,"5"0"22"16,7 0 55-16,30-17-102 16,-3 17-18-16,6 0-13 0,5-22-34 15,7 22-51-15,39-20-390 0,-39 2-25 16,0 7-267-16,-6 3-202 0,-5-2-245 15</inkml:trace>
  <inkml:trace contextRef="#ctx0" brushRef="#br0" timeOffset="-129428.52">21284 7316 3181 0,'4'-7'9'0,"-1"1"27"0,6-6 144 16,-7 4 29-16,1 2 103 0,-1 3 1 16,1-2-55-16,-2 3-64 0,1 0 3 15,-1 2-120-15,-1 0 2 0,0 0 2 16,0 0 5-16,0 0 112 0,0 0-90 16,0 0 9-16,0 0-11 0,0 0 5 15,-14 0-16-15,14 0 51 0,0 0-77 0,0 0-15 16,-14 13-3-16,14-13 1 0,-18 16-12 15,-12 9 28-15,11-5-36 0,-5 2-6 16,0 2-2-16,2 2-4 0,-22 31 4 16,25-28-16-16,-2 1-2 0,2-1-3 15,4 0-3-15,1-3 1 0,-5 24-1 16,11-26-2-16,2-2 1 0,2 0-1 16,2-4 1-16,0 0 0 0,2 11 3 15,0-16 1-15,-1-1 3 0,1 0-4 0,0-4-8 16,0 4-63-16,0-7 3 15,-1 0-20-15,0-3-9 0,1 1-21 0,0-3-34 16,0 0-417-16,0 0 49 0,0 0-108 16,0 0-6-16,0-19-77 0,0 19 52 15</inkml:trace>
  <inkml:trace contextRef="#ctx0" brushRef="#br0" timeOffset="-129094.96">20888 7579 3247 0,'-7'-1'32'0,"1"-3"51"16,1 1 69-16,-2-1 419 15,3 3-266-15,1-1-80 0,1-1-96 0,0 3-67 16,2 0-38-16,0-1-1 0,0 1 32 16,0 0 95-16,0 0 46 0,0 0 20 15,0 0 122-15,0 19-226 0,0-19-18 16,16 17-9-16,-16-17-7 0,0 19-14 15,0 2 24-15,7-8-57 0,-7 1-5 16,0-2-7-16,6 4-1 0,-1 12-2 16,-1-12-12-16,-1-1-2 0,4 0-1 15,-2-2 1-15,2 0 0 0,10 6 6 0,-5-11-5 16,3-5 1-16,4-2-4 16,5-1-4-16,4 0-27 0,34-28-142 0,-26 28 3 15,-1-25-107-15,0 25-154 0,-2-26-179 16,20 5-789-16,-31 21 615 0,-4-19 128 15</inkml:trace>
  <inkml:trace contextRef="#ctx0" brushRef="#br0" timeOffset="-128212.52">19833 7729 3403 0,'-10'-13'93'0,"3"8"59"0,1 5 129 0,0-4 77 16,-1 3 13-16,2 1-83 0,-4-2-3 15,7 2-220-15,1 0 10 0,0 0 28 16,1 0 21-16,0 0-2 0,0 0 65 16,0 0-125-16,0 0-6 0,0 0-2 15,0 0 7-15,0 0 104 0,0 0-85 16,0 0-3-16,0 18-23 0,0-18-9 16,0 14-7-16,0 10 8 0,0-9-31 15,18 2-3-15,-18 0 5 0,11 2 10 16,-11 2 4-16,22 18 21 0,-12-17-36 0,0 0-6 15,0 2 4-15,0-1-4 0,14 24 3 16,-13-22-11-16,1 0 1 0,1 2 0 16,0-4-1-16,0 0-4 0,12 18-2 15,-14-24 3-15,-1 2 1 0,1-4 1 16,-4-3-1-16,-1-1-1 0,1 4-22 16,-4-9-14-16,-1-2-28 0,-2-1-26 15,0-2-29-15,1-1-173 0,-1 0 80 16,0 0-140-16,0 0-178 0,0 0-151 15,0 0-69-15,0-17-729 0,0-3 765 16</inkml:trace>
  <inkml:trace contextRef="#ctx0" brushRef="#br0" timeOffset="-127745.89">19591 8226 3485 0,'-4'2'42'0,"1"-2"104"0,0 1 133 0,1-1 511 0,2 0-469 16,0 0-72-16,0 0-105 0,0 0-38 0,0 0-14 16,0 0 94-16,0 0-64 0,0 0-5 15,0-11-6-15,18 11-15 0,-18 0-15 16,15-9 39-16,5 9-64 0,-7 0-7 15,0-4-3-15,2 4 0 0,17 0 27 16,-14 0-38-16,0 0-2 0,2 0-5 16,-2 17-2-16,2-17-6 0,19 20 9 15,-20-20-17-15,0 14 0 0,0-14 0 16,-2 12 0-16,-1-12-3 0,13 10 10 0,-17-2-10 16,0-8 5-16,-2 5 7 15,-1-3 13-15,6-2 72 0,-8 0-47 16,-1 0 1-16,2 0-8 0,-3 0-6 0,1-21-13 15,8 3-4-15,-7 18-23 16,0-23-4-16,0 8-4 0,0-4 1 0,4 0-3 16,9-24-6-16,-7 17-11 0,2-2-14 15,2-3-29-15,0 1-43 0,24-27-221 16,-24 30 113-16,3 2-33 0,-4 5-65 16,-1 3-198-16,-4 4-184 0,6-4-1115 15,-13 14 898-15,-2 3 184 0</inkml:trace>
  <inkml:trace contextRef="#ctx0" brushRef="#br0" timeOffset="-122346.64">11736 4956 4100 0,'0'0'-19'0,"0"0"59"0,-22 0 171 16,22-15 573-16,0 15-386 0,-13 0-120 0,13 0-121 16,0-15-41-16,0 15-52 0,0-10 49 15,0 10-60-15,0 0-3 0,0-7-7 16,0 7-8-16,0-5 6 0,0 4-34 16,0 1-2-16,0-1-7 0,0 1-26 15,0 0-63-15,0 0-409 0,0 0-50 16,0 0-151-16,-12 0-188 0,12 0-229 15,0 0 212-15</inkml:trace>
  <inkml:trace contextRef="#ctx0" brushRef="#br0" timeOffset="-122095.22">11658 5214 5371 0,'0'10'-5'0,"0"-2"6"16,-21-4 24-16,21 1 156 0,0-4-10 15,0 0-6-15,0 3-26 0,0-1-28 16,26 0-41-16,9 7 58 0,-17-3-56 16,5 1 2-16,1 0-6 0,-4 3-10 15,-2-1-8-15,11 14 33 0,-18-10-38 16,-4 1-4-16,-7 1-8 0,7 1-7 16,-7 25-11-16,-24-18-27 0,24 1-41 15,-39 1-46-15,12 4-63 0,-4-1-66 0,-37 30-409 16,37-30 143-16,-4-4-130 0,8-2-44 15,3-4-166-15,6-7 12 0</inkml:trace>
  <inkml:trace contextRef="#ctx0" brushRef="#br0" timeOffset="-120213.7">13223 5029 4057 0,'0'0'28'0,"0"0"92"0,0 0 119 16,0 0 138-16,0 0 31 0,0-19 183 15,0 7-448-15,0 12-51 0,0-13-21 16,0 13 3-16,0-13 56 0,0 0-66 0,0 7-2 16,0-1-8-16,0 0 1 0,0 2-10 15,0-9 50-15,0 8-32 0,0 1 9 16,0 0 3-16,0 1 1 0,-15 1-15 15,15-3 14-15,-12 3-54 0,12 1-5 16,-11 2-4-16,11 0-6 0,-27 0 28 16,16 27-2-16,-6-27 15 0,2 35 5 15,-5-10 1-15,-3 4-1 0,-22 36 33 16,23-30-53-16,0-1-7 0,0 2-6 16,1-3-6-16,6-2-6 0,-14 19 1 15,19-26-6-15,5-4 0 0,1-3-5 16,4-3 8-16,0 7-7 0,25-15 3 0,-25-1-5 15,36-1 4-15,-9-3 4 0,4-1-5 16,38 0-5-16,-31 0-9 0,2-20-1 16,-3 20-5-16,-1 0-5 0,-5-19 2 15,17 19-22-15,-30-15 36 0,-4 15 4 16,-6 0 3-16,-1-8-10 0,-3 8-68 16,-4-5 3-16,0 5-23 0,0-3-23 15,0 1-28-15,0-2-22 0,0-2-240 16,0 4 141-16,-17-2-142 0,17 0-181 15,0 1-168-15,-12-3-315 0</inkml:trace>
  <inkml:trace contextRef="#ctx0" brushRef="#br0" timeOffset="-119947.22">13719 5051 5096 0,'-20'0'0'0,"20"0"104"0,-25 0 400 0,1 0-164 16,13 0-39-16,-1 0-78 15,12 0-58-15,-13 0-65 0,4 0-31 0,9 0-53 16,0 0-5-16,0 0-5 0,0 0-1 16,0 0 3-16,25 0-1 0,-25 0-5 15,34 0 1-15,-8 0-2 0,3 0-4 16,35-19-83-16,-33 19-20 0,1-14-57 15,-7 14-50-15,-1-11-104 0,-4 11-159 16,9-11-946-16,-18 1 531 0,-4 6-1 16,-3 0 185-16</inkml:trace>
  <inkml:trace contextRef="#ctx0" brushRef="#br0" timeOffset="-119763.24">13735 5095 3800 0,'-23'12'147'0,"-14"6"600"0,18-9-278 16,10-5-98-16,1 0-122 0,3 1-81 15,3-4-88-15,2 2-13 0,0-3-27 16,0 0 12-16,22 0-8 0,-22 0-7 16,56-17-20-16,-29 17-18 0,2-17-13 15,3 17-44-15,-1-17-46 0,3 17-71 16,25-16-534-16,-32-1 157 0,2 17-85 16,0-14-143-16,-2 8-103 0,4-2 57 15</inkml:trace>
  <inkml:trace contextRef="#ctx0" brushRef="#br0" timeOffset="-119396.86">14238 4766 4702 0,'0'0'40'0,"-9"0"26"15,9 0 106-15,0 0 35 0,0 0-11 16,21 0 44-16,3-13-205 0,-2 13 9 15,-3 0 22-15,4 0 20 0,-2-10 22 0,22 10 106 16,-25 0-110-16,-2-5-7 16,-3 5 1-16,-1 0 13 0,3-4 101 15,-12 4-117-15,-1 0-20 0,-2 0-18 0,1 0-11 16,-1 0-20-16,0 0 35 0,0 0-10 16,0 0 12-16,0 19 0 0,0-19-3 15,0 26-18-15,0 15 30 0,0-16-51 16,0 3-1-16,0 4-15 0,0 2 2 15,0 30 0-15,0-32-2 0,0 0-4 16,0-2-1-16,0-1-12 0,-19-2-20 16,3 21-119-16,16-27 26 0,-16-3-30 15,16-4-25-15,-13-1-46 0,13-3-39 0,-11-1-658 16,1-9 192-16,10 0-144 0,-6 0-139 16,1 0 52-16</inkml:trace>
  <inkml:trace contextRef="#ctx0" brushRef="#br0" timeOffset="-119163.73">14359 5043 5101 0,'0'-2'107'16,"0"-3"110"-16,0 5 58 0,0-1 40 15,0-2 110-15,-13 3-314 0,13-2-59 16,0 2-39-16,0-2-7 0,0 1 1 16,20-6 39-16,-20 3-25 0,27-2-2 0,-4 0-10 15,1 0-2-15,4-2 0 0,26-6 7 16,-28 7-11-16,-1 2 2 0,-3 0-3 15,-6 0-2-15,-2 4 1 0,-1-3-17 16,-9 3-20-16,0 1-37 0,-2 0-40 16,-2 0-46-16,0 0-301 0,0 0 68 15,0 0-170-15,0 0-97 0,0 0-146 16,0 0-117-16</inkml:trace>
  <inkml:trace contextRef="#ctx0" brushRef="#br0" timeOffset="-118913.24">14861 5035 6008 0,'0'1'71'0,"0"-1"68"0,0 0 55 16,0 0 31-16,0 0 55 0,0 0-229 15,0 0-47-15,0 0-38 0,0 0-32 16,0 0-47-16,0 0-239 0,0 0 96 16,0 0-116-16,0 0-172 0,0 0-170 0,0 0-1229 15,15 0 1062-15</inkml:trace>
  <inkml:trace contextRef="#ctx0" brushRef="#br0" timeOffset="-118464.25">15305 4796 4597 0,'0'0'222'0,"-16"0"80"16,16 0 58-16,0 0-39 0,0 0 48 15,0 0-296-15,0 0-44 0,0 0 19 16,0 0 34-16,0 0 32 0,0 0 106 16,-7 0-147-16,7 15-23 0,-4-15-10 15,4 13 4-15,0-13-6 0,0 14 31 16,0-1-40-16,0-13 3 0,0 10 2 16,0-4-1-16,0 5 28 0,19-4-28 15,-19-1-3-15,0 0 0 0,15 2 1 16,-15 0-11-16,26 9 18 0,-15-8-25 0,1 0 4 15,-1 0-6-15,1 0 1 0,-1 1 0 16,14 10 20-16,-15-9-13 0,0 0 7 16,0 1-5-16,-2 2 0 0,7 14 14 15,-11-14-20-15,-2 1-3 0,-1 1-6 16,-1-1-1-16,0 0-4 0,-19 12-1 16,19-15-5-16,-23 1-17 0,23-2-25 15,-32-2-42-15,17-2-61 0,-23 1-315 16,18-6 156-16,-1-2-88 0,3 0-197 15,2 0-187-15,-13-19-1665 0</inkml:trace>
  <inkml:trace contextRef="#ctx0" brushRef="#br0" timeOffset="-118230.55">15261 4854 5503 0,'0'-5'165'0,"0"1"73"0,0 0 49 16,0-1-5-16,0 3-69 0,0-3 12 15,0 4-196-15,0-1-19 0,0-3 5 16,25 0 2-16,-6-4 7 0,34-7 10 0,-20 7-25 16,5-1-7-16,-1-1-6 15,2 3 1-15,34-7-5 0,-44 8-16 0,-3 0-32 16,-4 0-33-16,-6 1-32 0,-5 4-20 16,1 2-174-16,-11 0 113 0,-1 0-82 15,0 0-135-15,0 0-190 0,0 0-97 16,-21 15-916-16,21-15 921 0</inkml:trace>
  <inkml:trace contextRef="#ctx0" brushRef="#br0" timeOffset="-117180.72">16459 4660 5460 0,'0'-9'56'0,"0"-8"232"0,0 8-76 0,0-1-19 0,0 1-49 16,0 2-35-16,-16 0-52 0,16-3-33 15,0 6-29-15,0 0-4 0,0 2-28 16,0 1-56-16,0 1-408 0,0 0 15 16,0 0-200-16,0 0-73 0,0 0-268 0,0 17 37 15</inkml:trace>
  <inkml:trace contextRef="#ctx0" brushRef="#br0" timeOffset="-116914.25">16385 4921 5054 0,'0'10'90'0,"0"0"91"0,0-4 81 16,18-2 29-16,-18-1-45 0,12 8 45 0,-4-6-205 15,3-1-18-15,1 1 1 16,4 1 4-16,-1 1-9 0,21 10 43 0,-18-9-69 16,-1 3-10-16,-2 3-8 0,-2-1-1 15,4 17 8-15,-15-12-18 0,-2 1-6 16,0 2-5-16,-25 3-32 0,4 1-41 15,-37 30-180-15,21-26 102 0,-3-1-4 16,-2 0-18-16,0-3-55 0,2-4-98 16,-29 12-714-16,40-22 401 0,6-5 37 15,6-6-83-15,5 0-16 0</inkml:trace>
  <inkml:trace contextRef="#ctx0" brushRef="#br0" timeOffset="-116380.64">17269 4697 6104 0,'-25'-11'179'0,"25"9"-5"0,0-3 43 15,-21 0-50-15,21 2-55 0,0 3-35 16,0 0-47-16,0 0 28 0,0 24 5 15,0-24 0-15,0 31-16 0,21 15 34 16,-5-20-42-16,-16 4-3 0,18 1-8 0,-18-2-7 16,14 3-6-16,-14 30-6 0,10-33-4 15,-10-1-2-15,0-1 4 0,0-3-1 16,0 14-2-16,0-24-3 0,0-3 2 16,-20-3 5-16,20-1 0 0,0-5 3 15,0 0 9-15,0-2-13 0,-9 0-10 16,9 0-1-16,-7-27 4 0,7 27-9 15,-16-47-2-15,10 25 3 0,-1-3 0 16,2-6 2-16,0-1-4 0,0-40-6 16,3 34 9-16,2 0 3 0,0 1 4 15,0 1-2-15,0 3 5 0,21-21-6 16,-21 31-1-16,15 2-5 0,-15 5 6 0,22 0-1 16,-8 4 3-16,15-4-5 0,-12 10 2 15,0 2 0-15,0 1 5 0,0 1-1 16,14 2-4-16,-18 0-3 0,-2 0-2 15,0 20 1-15,-2-20 2 0,-2 16 1 16,-3 7 1-16,-4-9 1 0,0-1-11 16,0 4-22-16,-33 3-31 0,14-3-31 15,-27 18-176-15,19-17 99 0,1 0-31 16,1-2-45-16,3-3-112 0,4-3-163 16,-4 7-907-16,22-13 418 0,-9-2 152 15</inkml:trace>
  <inkml:trace contextRef="#ctx0" brushRef="#br0" timeOffset="-116064.7">17966 4464 5495 0,'0'-10'116'0,"0"2"92"0,-21-2 76 0,4-5 298 0,3 5-291 16,14 8-236-16,0 0-39 15,-14 2 12-15,14 0 7 0,-9 0 13 0,1 0 2 16,-1 25-6-16,-1-25-7 0,-19 52 24 16,0 0 0-16,16-18-33 15,-1 3 0-15,2 1-12 0,3 3 2 16,-1 4-7-16,3 1-9 0,3-2 4 16,4 2-4-16,0-2-2 0,0 42 2 15,51-11-18-15,-29-44-20 16,2 0-23-16,1-8-29 0,4-2-33 15,2-5-77-15,0-3-96 0,0-5-163 16,2-4-404-16,2-4-261 0</inkml:trace>
  <inkml:trace contextRef="#ctx0" brushRef="#br0" timeOffset="-115297.35">18572 4361 5401 0,'0'-2'108'0,"0"-4"70"0,0 2 45 0,0 0 79 0,0 1-65 0,0 0-60 0,0 2 34 0,22 1-87 15,-22 0-62-15,30 0-11 0,-11 0-12 16,6 22 4-16,1-22-5 0,1 22-3 16,-1-8-7-16,3 3-6 0,-5 4-1 15,-2 4 2-15,-2 2 2 0,6 43 12 16,-21-29-17-16,-5 3-15 0,0 1 2 15,0 7-14-15,-42 2-32 0,17 0-18 16,-7-2-51-16,-3 3-63 0,0-5-65 16,-2 0-87-16,-29 32-663 0,16-23-956 15,35-40 678-15</inkml:trace>
  <inkml:trace contextRef="#ctx0" brushRef="#br0" timeOffset="-113031.23">19790 4600 2897 0,'-17'0'83'0,"10"0"51"0,1 0 183 0,1 0 181 0,0 0 72 0,0 0-62 0,1 0 158 0,1 0-481 16,1 0-32-16,1 0-31 0,0 0-11 15,0 0 35-15,1 0-105 0,0 0-16 16,0 0-11-16,0 0-7 0,0 0-5 15,0 0-5-15,15 0 5 0,-15 0 0 16,17 0 0-16,-17 0-4 0,23-14-2 0,6 14-97 16,-13 0-22-16,-2-11-98 15,1 11-131-15,-3 0-222 0,8-8-926 16,-13 7 527-16,-2-2 234 0</inkml:trace>
  <inkml:trace contextRef="#ctx0" brushRef="#br0" timeOffset="-112848.09">19671 4753 4783 0,'-18'15'152'16,"4"-3"85"-16,1-1 41 0,5-5-34 15,-2 4 27-15,10-6-203 0,0-2-11 16,0-2 1-16,26 0-3 0,-7 0-17 16,37-20-13-16,-24 20-32 0,6-17-48 15,3 17-84-15,-1-28-136 0,0 14-218 16,36-17-929-16,-42 14 598 0,-2-1 49 0,-4 2 136 15</inkml:trace>
  <inkml:trace contextRef="#ctx0" brushRef="#br0" timeOffset="-110931.16">22019 4301 5564 0,'0'-6'102'0,"-16"-5"309"0,16 5-162 0,0-1-66 0,0 2-50 0,0-1-40 16,0 3-38-16,0-1-27 0,0 2-26 15,0-1-3-15,0 3-3 0,0-3-22 16,0 1-182-16,0 2-377 0,0 0-45 16,0 0-327-16,14 0-220 0</inkml:trace>
  <inkml:trace contextRef="#ctx0" brushRef="#br0" timeOffset="-110746.67">21863 4602 5976 0,'0'39'303'0,"0"-23"-97"0,0 1-28 16,20 1-36-16,-3 13 48 15,2-1-110-15,-19-16-66 0,20 1-2 16,-20-3-8-16,18 0 4 0,-18 2-16 16,0 1-32-16,0 1-71 0,-21 1-111 15,-4 1-136-15,-7 1-267 0,-7-1-378 16</inkml:trace>
  <inkml:trace contextRef="#ctx0" brushRef="#br0" timeOffset="-109915.23">20312 5854 5336 0,'0'0'67'0,"0"-23"77"0,0 11 64 0,0-10 304 0,0 10-286 0,0 2-34 16,0 2-42-16,0 2-27 0,0-1-33 15,0 1 19-15,0 4-82 0,0 1-11 16,0 1-8-16,0 0 4 0,0 0 26 16,0 0 76-16,16 28-60 0,-16-28-20 15,0 30-10-15,17-9-3 0,-17 28 14 16,14-22-28-16,-14 1-2 0,0 0-2 15,0 0 0-15,0-2-1 0,0 21 0 16,-18-26-2-16,18-5 4 0,0-1-2 16,0-3 4-16,-16-5 0 0,16 3 6 15,0-7-4-15,0-3-2 0,0 0-2 16,0 0-1-16,-9-24-8 0,9 24 3 0,0-26-1 16,-10 8 3-16,10-2-2 0,-7-4-1 15,-3-27-16-15,7 20 9 0,-1-3-1 16,4-1 3-16,0-2-1 0,0 0 5 15,0-31-12-15,0 35 9 0,23 3-4 16,-23 5 2-16,20 2 0 0,6-11-3 16,-11 22 6-16,4 2-1 0,2 4-1 15,1 2-6-15,0 1 1 0,21 3-17 16,-22 0 11-16,-2 0-3 0,-2 0-2 16,-3 22 5-16,-2-22 6 0,4 19 0 0,-13 6 9 15,-1-11 3-15,-2 2-3 0,0-1-11 16,0 2-17-16,-56 18-95 0,30-18 45 15,-4 3-17-15,-4-1-18 0,2-2-27 16,-30 14-238-16,39-18 111 0,2-3-154 16,7-2-159-16,6-3-127 0,8-3-107 15,0-2-780-15</inkml:trace>
  <inkml:trace contextRef="#ctx0" brushRef="#br0" timeOffset="-109647.61">20987 5544 5148 0,'0'-8'97'0,"0"4"98"0,0-10 369 0,0 6-313 15,-22 4-61-15,22 1-69 0,0 1-37 16,-19 2 22-16,19 0-23 0,-13 0 26 16,13 24 9-16,-17-24 1 0,6 27-13 15,-12 11 59-15,12-15-100 0,-1 2-19 16,0 3-10-16,1 3-8 0,-7 37 5 15,11-35-25-15,2 3-2 0,2 0-2 16,3-2-4-16,0 0 0 0,24 27-3 16,-24-32 0-16,29-3-19 0,-8-1-31 0,4-4-61 15,3-4-82-15,36 7-389 16,-29-18 175-16,5-5-203 0,7-1-147 0,1 0-406 16,54-29-1202-16</inkml:trace>
  <inkml:trace contextRef="#ctx0" brushRef="#br0" timeOffset="-109331.35">21301 5498 5454 0,'-6'0'48'0,"1"0"237"0,2 0-72 16,3 13-10-16,0-13-28 0,0 0-18 15,0 14-27-15,0 2 60 0,-16-7-124 16,16 2-1-16,0 4-2 0,0-1 0 16,0 16 38-16,0-12-62 0,0-1-3 15,0 2 0-15,20 0-3 0,-20-1-12 16,25 18 7-16,3-20-23 0,-15 0-2 16,2-2-3-16,0 0-2 0,-1-4-6 15,11 7-115-15,-13-13-15 0,-2 0-66 16,1-4-48-16,0 0-84 0,13 0-817 0,-12 0 366 15,1-23-288-15,-2 23 63 0,-2-22 125 16</inkml:trace>
  <inkml:trace contextRef="#ctx0" brushRef="#br0" timeOffset="-109164.81">21243 5710 4974 0,'-28'0'92'15,"2"0"117"-15,6 0 70 0,4 14 6 16,1-14 11-16,13 0-265 0,2 0-25 15,0 0 0-15,22 0 0 0,26 0 3 16,-16 0-14-16,4 0-36 0,5-21-63 0,6 21-97 16,1-17-173-16,43-4-824 15,-46 8 437-15,-3-4-109 0,-4 2 139 0</inkml:trace>
  <inkml:trace contextRef="#ctx0" brushRef="#br0" timeOffset="-108881.99">21692 5353 5943 0,'-19'0'47'0,"19"0"44"0,-12 0 33 15,12 0 7-15,0 0-43 16,0 0 45-16,0 0-44 0,0 0 20 0,19 0-2 16,-19 0-1-16,44 25 74 0,-24 4-100 15,2-9-12-15,-1 0-13 0,1 0 3 16,0 2-10-16,12 21 28 0,-20-20-45 15,-3 0-1-15,-3 2-3 0,-3-2-11 16,-5 1-5-16,0 32-4 0,-19-27-7 16,19 1-1-16,-30 0-27 0,9-1-42 15,-21 26-263-15,22-30 67 0,0-1-49 16,6-6-60-16,1-4-155 0,13-4-140 16,-10-4-893-16,10-6 694 0,0 0 153 15</inkml:trace>
  <inkml:trace contextRef="#ctx0" brushRef="#br0" timeOffset="-108698.91">22260 5467 5547 0,'5'-3'170'0,"-3"0"-11"16,-1 3 18-16,-1-2-61 0,0 2-43 15,4-2-48-15,11-2-27 0,-5 0 1 0,2 1-5 16,6 1-40-16,0 0-71 15,23-4-502-15,-21 5 41 0,-1 0-104 16,-1-2-247-16,-1 0-123 0</inkml:trace>
  <inkml:trace contextRef="#ctx0" brushRef="#br0" timeOffset="-108532.14">22366 5535 5183 0,'-25'17'126'15,"1"-2"113"-15,-2 2 61 0,3-2 20 16,3-3-90-16,-10 11-19 0,19-15-183 15,4 0-23-15,5-3-2 0,2-1-1 0,0-3 2 16,19 0-72-16,13-1-41 0,-9 0-80 16,2 0-128-16,5 0-215 15,35-26-939-15,-29 4 669 0,5 22 48 0,2-27 111 16</inkml:trace>
  <inkml:trace contextRef="#ctx0" brushRef="#br0" timeOffset="-108265.79">22748 5242 5197 0,'0'-7'60'0,"0"-6"267"0,0 1 60 16,21 8-252-16,-21 1-22 16,25 1-2-16,-9-1 15 0,0 2 5 0,1 0-15 15,-1 1-12-15,-1 0-13 0,1 0-10 16,10 0 53-16,-2 20-44 15,-14-20-60-15,-2 16-9 0,0-16-12 16,-3 22 0-16,0-6-5 0,-5 0-5 16,0 5 4-16,0 3-7 0,0 4 0 15,-24-1-14-15,2 36-134 16,-3 3-301-16,25-32 32 0,-24-2-369 16,24-2-262-16,-23 1-378 0</inkml:trace>
  <inkml:trace contextRef="#ctx0" brushRef="#br0" timeOffset="-108114.78">22714 6041 6727 0,'-3'16'74'15,"-4"11"223"-15,4-19 19 16,3-5-229-16,0-1-38 0,0-1-25 16,0-1-31-16,0 0-38 0,0 0-53 15,0 0-142-15,0 0-271 0,0-18-449 16</inkml:trace>
  <inkml:trace contextRef="#ctx0" brushRef="#br0" timeOffset="-104599.36">16403 10496 3420 0,'-13'0'11'0,"3"0"64"0,0 0 129 15,2 0 184-15,2 0 35 0,-1 0 148 0,4 0-484 16,2 0-62-16,1 0-21 0,0 0 7 16,0 0-15-16,0 0 2 0,23 0 5 15,-23 0-3-15,27 0 4 0,-8 0-6 16,31 0 6-16,-23-15 0 0,2 15-7 16,2 0 0-16,-1 0-12 0,26-13-124 15,-32 13-97-15,-3 0-137 0,-3 0-84 16,-5 0-18-16,-1 0 64 0,-2 16-816 15</inkml:trace>
  <inkml:trace contextRef="#ctx0" brushRef="#br0" timeOffset="-104399.46">16397 10657 3420 0,'-67'18'261'0,"37"-10"104"0,1-1 90 15,6-4-30-15,4 1-99 0,6-1-143 16,-1 0-112-16,14-3-82 0,0 1 0 15,0-1 8-15,38 0 1 0,-12 0 0 16,42 0 2-16,-25-22 4 0,3 22-6 16,3-14-6-16,3 14-41 0,42-13-259 15,-50 2-18-15,-3 11-93 0,-2-8-21 16,-7 8-1-16,-3-6 119 0,11-3-659 16,-26 3 326-16</inkml:trace>
  <inkml:trace contextRef="#ctx0" brushRef="#br0" timeOffset="-104116.27">16705 10382 3310 0,'-14'-8'32'15,"-1"0"140"-15,1 1 142 0,0 2 145 16,-8-6 474-16,12 6-633 0,2 2-134 16,3 2-115-16,3-1-49 0,2 2-25 15,0 0 23-15,0 0 3 0,32 0 1 0,-32 0 1 16,35 0-1-16,10 17-14 0,-19-17 8 15,0 19 1-15,-1-19 8 0,-3 21 3 16,0-9 2-16,11 21 15 0,-23-10-11 16,-10-1-11-16,0 5-1 0,0 3-2 15,-50 38-36-15,22-31-52 0,-7 2-95 16,-3 1-138-16,-3-1-163 0,-2 2-64 16,-34 33-409-16,41-41 680 0,5-5-194 15,3-1-88-15,6-8-137 0</inkml:trace>
  <inkml:trace contextRef="#ctx0" brushRef="#br0" timeOffset="-101032.87">17680 10341 3163 0,'0'-3'24'0,"0"-1"68"15,-16-1 366-15,16 1-74 0,0 3-7 16,-16-1-10-16,16 0-69 0,0 1-76 0,-12 1 93 16,12 0-207-16,0 0-10 0,0 0-14 15,0 0 6-15,0 0-5 0,0 0 48 16,0 0-86-16,0 0-11 0,0 0-7 15,0 0-8-15,0 0-2 0,0 0-19 16,0 0-1-16,0 0 23 0,0 0 32 16,0 0 4-16,11 22 65 0,-11-22-83 15,0 28 3-15,0-7-2 0,8 2-8 16,-8 4-9-16,5 27 19 0,-5-24-26 16,3-3-1-16,-2 3-1 0,0-2-2 15,3 25 12-15,-4-30-13 0,1 0 0 0,0-2 1 16,-1-3 2-16,0-1-2 0,0 3 21 15,0-11-3-15,0-3 30 0,0-2 15 16,0-2 10-16,0-1-3 0,0-1 6 16,0 0-73-16,0 0-15 0,0-20-1 15,0 20-4-15,-13-36-2 0,13 18 3 16,0-1 2-16,-8-2 1 0,8-4-1 16,0-3 0-16,-5-32-3 0,5 25 3 15,0-2 2-15,0-1 0 0,0 0-3 0,0 0-1 16,19-31-9-16,-19 37 2 15,24 5-2-15,-24 3 1 0,23 5-2 0,4-10 4 16,-15 19 6-16,5 2-2 0,3 1 2 16,-1 2 1-16,2 2-1 0,17 3 2 15,-19 0-7-15,-1 0-2 0,-3 0-8 16,-4 27-1-16,-2-27 6 0,1 39 8 16,-10-21 9-16,0-1-1 0,0 3-2 15,-29-1 0-15,-10 22-3 0,15-22-6 16,-2 2-13-16,-4-1-28 0,1-2-23 15,2 0-25-15,-18 8-113 0,25-17 107 16,7-2-2-16,2-4-15 0,6 0-40 0,5-3-284 16,0 0 151-16,0 0-105 0,0-22-92 15,26 22-88-15,-26-25-25 0,43-8-667 16,-25 14 586-16</inkml:trace>
  <inkml:trace contextRef="#ctx0" brushRef="#br0" timeOffset="-100566.92">18409 10172 4197 0,'1'-12'473'0,"-1"7"-110"0,0-1 48 15,0-1-147-15,0 2-59 0,0-2-37 16,0 3-124-16,0 4-4 0,0-1-3 15,0 0-4-15,0 1-15 0,0 0 30 16,0 0-6-16,0 0 14 0,0 0 0 16,0 0-1-16,0 0-6 0,0 0 38 15,0 0-16-15,0 0 24 0,-22 0 6 16,22 0-4-16,-23 25 26 0,23-6-86 16,-26-19-2-16,13 25-4 0,-1-11-1 0,-2 3-2 15,-11 18 29-15,13-16-29 0,-1 6 4 16,2 0-5-16,-1 4-5 15,3 3-6-15,-4 32-7 0,8-27-8 0,5-1 4 16,2-2 2-16,0 0-1 0,0 28-1 16,30-35-7-16,-30 0 0 0,27-1 2 15,-10-3-5-15,0-2 0 0,19 13-17 16,-18-20 9-16,1 0-7 0,0-5-5 16,-2 1-12-16,-1-3-10 0,12 1-95 15,-16-5 60-15,-2-2-18 0,-1-1-6 16,-2 0-23-16,6 0-183 0,-11 0 117 15,1 0-86-15,-1 0-136 0,-2 0-192 0,0-18-113 16,0 18-1203-16,0-19 1085 0</inkml:trace>
  <inkml:trace contextRef="#ctx0" brushRef="#br0" timeOffset="-99433.65">18924 10114 4216 0,'0'-7'99'0,"0"1"173"0,-15 1 495 0,15 2-430 0,0 1-128 0,0 2-98 16,0 0-45-16,0 0-39 0,0 0 30 0,0 0-14 15,0 0 8-15,0 0 11 0,18 0 21 16,-18 0 1-16,35 0 55 0,-21 0-74 16,3 0-5-16,2 0-3 0,2 0 4 15,-1 27-19-15,16-1 69 0,-19-7-50 16,-1 2-3-16,-1 5-14 0,-3 2-7 16,5 33 6-16,-13-28-29 0,0 3-8 15,-4 1-3-15,0 0 0 0,0-1-5 0,-26 41-2 16,26-39-32-16,-29-2-55 15,13-2-56-15,-1 0-66 0,-16 23-305 16,16-33 175-16,3-3-160 0,1-5-145 0,3-3-148 16,0-4-251-16</inkml:trace>
  <inkml:trace contextRef="#ctx0" brushRef="#br0" timeOffset="-98999.64">19793 10333 3952 0,'-28'5'417'0,"13"-2"-27"0,6-3 52 0,2 0-92 15,4 0-91-15,1 0-125 0,2 0-99 16,0 0-61-16,0 0 13 0,26 0 13 16,-26-15-2-16,44 15-2 0,-24 0 2 15,1 0 3-15,1-8-2 0,0 8 2 16,1 0-41-16,19-11-284 0,-25 5-61 16,0 2-150-16,-4 0-48 0,-1-1-121 0,-7 0-92 15</inkml:trace>
  <inkml:trace contextRef="#ctx0" brushRef="#br0" timeOffset="-98850.27">19771 10470 4670 0,'-16'17'152'0,"3"-1"130"15,5-5 65-15,1-4 23 0,7-3 33 16,0-4-325-16,0 0-49 0,0 0-26 16,33 0 1-16,10-22-7 0,-16 22 0 15,6-21-10-15,2 21-77 0,2-24-100 16,2 11-199-16,26-14-956 0,-35 15 427 15,-7-1-14-15,-4 0 168 0</inkml:trace>
  <inkml:trace contextRef="#ctx0" brushRef="#br0" timeOffset="-95234.28">20484 10001 4534 0,'-14'0'84'0,"4"0"133"0,1 14 83 0,4-14 42 16,3 0-37-16,1 0 54 0,1 0-274 16,0 0-50-16,0 0-19 0,0 0-2 15,0 0 39-15,25 0-12 0,-25 0-4 0,22 0-7 16,-5 0-12-16,1 0-12 15,31 0-1-15,-20 0-3 0,1 0 31 0,1 0-1 16,1 0 1-16,-1 0-4 0,-4-16-29 16,-2 16 1-16,14-14 44 15,-17 1 79-15,-17 13-35 0,-1 0-8 16,-4 0-1-16,0 0-16 0,0 0-20 16,0 0-18-16,0 0-13 0,0 0-4 15,0 0 0-15,-18 16 8 16,2 5 2-16,16-5-12 0,-14 3 1 15,14 5 4-15,-13 4 2 0,13 2 5 16,-13 3-5-16,6 2-4 0,0 2-3 0,1 4-7 16,-5 38 4-1,0-5-8-15,6-42-4 0,0 0 3 0,1-3-6 16,2-5-10-16,-3 12-128 16,1-13-168-16,3-15 55 0,-1-5-103 15,0-3-265-15,-2 0-376 0,0 0-246 16,-2-29-359-16</inkml:trace>
  <inkml:trace contextRef="#ctx0" brushRef="#br0" timeOffset="-95050.98">20537 10347 5520 0,'-4'-3'141'16,"1"2"41"-16,2 1 29 0,1-2 40 16,0 2-175-16,0 0-52 0,0 0 2 15,23 0 12-15,7 0 1 16,19 0-31-16,-19 0-8 0,3 0-4 15,0 0-3-15,0-19-51 0,-1 19-72 16,-4-19-119-16,-3 19-210 0,-3-20-293 16,-6 20-291-16,-1-22-240 0</inkml:trace>
  <inkml:trace contextRef="#ctx0" brushRef="#br0" timeOffset="-94850.48">21160 10353 6334 0,'2'0'146'0,"-2"0"-25"16,0-19 21-16,0 19-63 0,0-16-20 16,0 16-43-16,0 0-32 0,0-11-51 15,0 11-96-15,0 0-138 0,0-8-1219 16,0-3-1220-16</inkml:trace>
  <inkml:trace contextRef="#ctx0" brushRef="#br0" timeOffset="-94451.08">21465 10076 5381 0,'0'-4'121'0,"0"0"71"0,0 1 58 16,-14-5 175-16,14 7-296 16,0 1-85-16,0 0 46 0,0 0 26 0,0 0 13 15,-11 18-28-15,11-18-32 0,0 16-23 16,-9-16-10-16,5 20-8 16,4-20-6-16,-3 16 4 0,3-1 23 0,0-15-28 15,0 12-8-15,0-5-5 0,19 1 2 16,-19-1-7-16,18 2 3 0,-18 0-2 15,25 1-2-15,-12-1 0 0,2 1 3 16,17 12 0-16,-1-3-2 16,-19-8 3-16,-1-3 7 0,0 3-3 15,-4-1 0-15,-2 2-2 0,-3-1 2 16,-2 6 0-16,0-1 4 0,0 22-6 16,-30 5-11-16,-3-21-16 0,16-3-12 15,-3-1-24-15,1-3-38 16,4-3-23-16,1-5-68 0,3-2-85 0,11-5-92 15,-12 0-164-15,12-26-1163 16,0-16-825-16</inkml:trace>
  <inkml:trace contextRef="#ctx0" brushRef="#br0" timeOffset="-94251.1">21528 10051 5325 0,'0'-7'109'0,"0"3"62"0,0-2 63 16,-21 4 30-16,21-2-80 0,0 0-61 0,0 2-68 15,0-1-47-15,0 0-34 16,23-4 25-16,-23 4 5 0,29-2-4 16,-11-2 0-16,3 2-4 0,0-2 3 15,1 1 1-15,1 0-2 0,1-1-8 16,-1 1-62-16,21-4-339 16,-1-2-718-16,-24 8 178 0,2-3-280 15</inkml:trace>
  <inkml:trace contextRef="#ctx0" brushRef="#br0" timeOffset="-93617.87">22038 10308 4757 0,'0'4'100'0,"0"2"72"0,0-5 80 0,0-1 26 0,0 0 30 15,0 0-260-15,0 0-47 0,25 0-7 0,-25 0 11 16,47-20 53-16,-11 2 93 15,-18 18-59-15,1-19 0 0,-2 8-15 16,12-14 37-16,-5-2-29 16,-14 13-27-16,-3-1-4 0,0 0-7 15,-3 1 13-15,-2 2-5 0,-2 1 4 16,0 3-7-16,0-1-19 0,0 4-21 16,-20 2-12-16,20 1 1 0,-22 2 4 15,-9 0 6-15,14 0 14 0,-3 21 13 0,-3-21-3 16,0 22 7-16,1-22-6 0,0 29-9 15,1-9 2-15,4 3-6 16,-13 20 7-16,13 7-20 0,17-27-13 16,0 0 2-16,0 0 2 0,0-3 0 15,24 17 5-15,42-9-7 16,-37-18-7-16,4-4-28 0,2-4-50 16,2-2-74-16,-4 0-103 0,-2 0-134 15,-3-20-305-15,-1 20-338 0,-2-26-269 16</inkml:trace>
  <inkml:trace contextRef="#ctx0" brushRef="#br0" timeOffset="-92900.89">22481 9565 4700 0,'0'-14'445'0,"0"3"249"0,0 11-425 0,0-12-55 0,0 12-38 16,0-4-9-16,0 4-30 0,0-5-18 15,0 4-21-15,12 1-36 0,-12 0-22 16,0 0-11-16,0 0-21 16,0 0 1-16,0 0 11 0,0 0 7 15,0 0-6-15,0 25-2 0,0-25-13 16,0 31-6-16,0-10 3 0,22 3-3 15,-22 3 1-15,0 26 3 0,12-3-1 16,-12-28-5-16,0 0 1 16,0-3-1-16,0-3-33 0,0 10-173 15,0-16-10-15,0-2-64 0,0-4-66 0,0-4-157 16,0 0-231-16,0 0-276 16,0 0-252-16</inkml:trace>
  <inkml:trace contextRef="#ctx0" brushRef="#br0" timeOffset="-92584.71">22709 9542 4283 0,'5'-17'187'0,"-5"2"105"0,0 6 55 16,0-3 247-16,0 5-384 15,-18 6-167-15,18 1 7 0,0 0 24 16,-17 0 13-16,17 0 6 0,-14 0 14 16,14 20 1-16,-18-20 17 0,8 17-4 0,0-17-14 15,-3 26-12-15,-10 6 23 0,12-17-78 16,-1 3-15-16,1-1 7 0,1-2-10 15,-13 26 15-15,15-17-16 16,7-15-10-16,1 0-1 16,0-1 2-16,27 7 5 15,11-6-8-15,-12-8-6 0,7-1-3 16,5 0-4-16,2 0-2 0,1 0-9 16,-1 0-14-16,-3 0-24 0,-2-17-31 15,14 17-170-15,-24 0-77 16,-20-14 103-16,-5 14-547 0,0 0 41 15,0-8-1432 1</inkml:trace>
  <inkml:trace contextRef="#ctx0" brushRef="#br0" timeOffset="-92334.85">23102 9543 6154 0,'4'-5'90'16,"-1"4"78"-16,-1-3 67 0,5-5 255 15,-6 7-434-15,-1 2-8 16,0-1-5-16,0-2-5 0,0 2-18 16,0 0-15-16,0 1-5 0,0 0-1 15,0-1-7-15,0 1-5 0,0 0-35 16,0 0-63-16,0 0-101 0,0 0-165 15,0 0-297-15,0 0-1720 16</inkml:trace>
  <inkml:trace contextRef="#ctx0" brushRef="#br0" timeOffset="-89368.04">18191 9581 2810 0,'-2'-5'-31'0,"1"5"31"0,1-2-4 16,0 2 22-16,0-2-1 0,0 2-13 16,0 0-8-16,0 0-10 0,0 0 35 15,0 0 4-15,0 0 33 0,0 0 19 16,0 0-58-16,0 0-19 0,0 0 32 15,0 0-3-15,0 0 15 0,0 0-47 0,0 0 6 16,0 0-3-16,0 0 25 0,0 0-25 16,0 0 0-16,0 0-25 0,0 0 50 15,0 0-25-15,0 0 3 0,0 0 64 16,0 0 1-16,0 0-4 0,0 0-50 16,0 0 45-16,0 0-35 0,0 9 4 15,0-3-18-15,0 0 4 0,0 0-14 16,14 2 21-16,-14 1 40 0,13 1-15 15,7 20 35-15,-7-14-81 0,0 5 12 16,1 0-27-16,4 2 28 0,15 23-26 16,-15-22 26-16,-2 0-26 0,0-4 26 15,0 3-13-15,-1-5 12 0,9 14 0 16,-12-19-12-16,-4-1-24 0,-1-4-24 0,-3-1-26 16,0-2-69-16,-2 0-162 0,-2-5 86 15,0 0-262-15,0 0-101 0</inkml:trace>
  <inkml:trace contextRef="#ctx0" brushRef="#br0" timeOffset="-88601.67">18238 9882 2628 0,'0'0'49'0,"0"0"-42"0,0-13 62 0,0 13 30 0,0 0-31 15,0 0 21-15,0 0-31 0,0 0-27 16,0 0 12-16,0 0 24 0,0 0-37 16,0 0-4-16,0 0 23 0,0 0-15 15,0 0-34-15,0 0 23 0,15 0 8 16,-15 0 2-16,10 0 58 0,6 0-36 0,-6 0-37 16,1 0-8-16,3 0 3 15,14 0-13-15,-15 21 22 0,-1-21-34 0,0 13 12 16,1-13-13-16,-2 16 13 0,10-3 13 15,-14-13-1-15,3 11 1 0,-1-11-1 16,-1 0 3-16,2 6-30 0,7-6 15 16,-7 0 13-16,-1 0 26 0,1 0-27 15,-3-17-24-15,9 17 24 0,-10-14 1 16,-1 14 23-16,-2 0-36 0,2-13 0 16,-3 13-24-16,0-9 24 0,-1-1-12 15,1 4-32-15,0 0-65 0,0-3-28 16,0 0-31-16,6-14-274 0,-3 9-83 0,3 0-93 15</inkml:trace>
  <inkml:trace contextRef="#ctx0" brushRef="#br0" timeOffset="-81136.57">3260 1448 4076 0,'0'-6'178'0,"-19"1"107"0,19-1 445 16,-22 1-282-16,22 4-345 0,-16 1-55 16,16 0-47-16,0 0-15 0,-7 0 3 15,7 0 1-15,0 0 10 0,-7 0 6 16,-5 25 57-16,-5 17 120 15,4-23-71-15,1 0-44 0,-3 3-17 16,-1 3-21-16,1 1-11 0,1 0-8 16,1-3-5-16,1 2 5 0,4 0 2 15,2 0-2-15,2-1 4 0,4 17-4 16,0-22 2-16,19 0-6 0,-19-3-3 0,27 1 1 16,-11-1-12-16,4-1 5 0,0 0 0 15,0 0 5-15,1 0 3 0,0 1-4 16,15 17 3-16,-9-2 3 15,-21-14-4-15,-1 1 6 0,-5 1-5 16,0 22 12-16,-28 6-6 16,-9-23-9-16,14-1-2 0,-1-1 0 15,-3-3-4-15,0-1-39 0,4-5-54 16,0-4-79-16,4-2-121 0,-11-5-1036 16,15-24-1138-16</inkml:trace>
  <inkml:trace contextRef="#ctx0" brushRef="#br0" timeOffset="-80936.77">2931 2006 5197 0,'-11'0'114'0,"0"0"91"0,3 17 58 16,0-17 31-16,3 0-64 0,-2 0 39 16,7 0-174-16,0 0-73 15,0 0-20-15,32 0-6 0,-14-25-1 16,8 10 0-16,3 1-2 0,6-7 6 15,2 0-6-15,4 1-45 0,1 1-72 16,38-17-447-16,-11 7-764 16,-41 17 303-16,-1 0-263 0</inkml:trace>
  <inkml:trace contextRef="#ctx0" brushRef="#br0" timeOffset="-80636.47">3662 1550 4396 0,'0'-11'129'0,"0"2"123"16,0 0 96-16,0 3 25 15,0-7 124-15,0 7-318 16,0 6-144-16,0 0-5 0,0 0 1 0,0 0-8 16,0 0-4-16,0 0 40 0,0 23 27 15,-18-23 28-15,18 26 7 0,-17-5-21 16,17 3-20-16,-38 42 53 0,21-28-95 15,0 0-9-15,2 3-24 0,0 0-5 16,5 0-1-16,1-4-2 0,7-2 1 16,2 1 3-16,0-4-2 0,0-1-7 15,28 18-72-15,34-11-231 0,-38-23 32 16,2-4-161-16,3-4-265 16,32-5-1657-16</inkml:trace>
  <inkml:trace contextRef="#ctx0" brushRef="#br0" timeOffset="-80136.73">3816 1749 4890 0,'-8'-16'522'0,"2"9"-234"15,6-2-122-15,0 0-67 0,0 2-33 0,0 0-28 16,21 1-1-16,-21 0 7 15,19-1 9-15,-19 1 4 0,25 0-3 0,-12 2 0 16,17-4 46-16,-17 5-70 0,2 0-11 16,-2 3-9-16,-1 0 2 0,-1 0 0 15,-2 0 0-15,0 0 10 0,-3 18-3 16,-1-18 8-16,-3 19 35 16,-2 22-6-16,0-20-37 0,-26-1-5 15,26 4-8-15,-28 0 0 0,-3 21-4 16,18-8 0-16,-9-24 1 15,22-4 7-15,0-4 25 0,0-5 11 16,0 0 2-16,0 0-13 0,0 0-22 0,0-27-11 16,26 27-4-16,6-56-5 15,6 6 10-15,-17 23-2 0,1-1-1 16,-1 0-5-16,20-23 13 16,-7 5 0-16,-20 26-1 0,-3 5 17 15,-5 5 7-15,-1 3 0 0,-5 3-12 16,0 4-11-16,0 0-5 0,0 0-6 15,-25 0 6-15,25 28-4 0,-21-1 5 16,2 5 0-16,1-14-6 16,18 1 2-16,0 18-10 15,0-8-5-15,0-17-3 0,26 0-37 0,-8-2-48 16,2-5-58-16,1-1-82 0,28-4-618 16,-24 0 25-16,5 0-273 0,-2-28-178 15</inkml:trace>
  <inkml:trace contextRef="#ctx0" brushRef="#br0" timeOffset="-79870.14">4290 1353 6023 0,'-33'0'250'0,"22"0"91"0,4 0-259 0,7 0-50 15,0 0-23-15,27 0-6 0,-8 0 4 16,7 0 11-16,3-15-3 0,3 15 7 15,4 0-2-15,34 0 6 16,-7 24-14-16,-37 8-5 0,-5-12-2 16,-2 5 8-16,2 32 3 15,-16 9-13-15,-5-30-2 0,0 4-7 16,-19-1-2-16,-12 37-110 16,-6-2-148-16,18-43 95 0,0-4-45 15,5-5-54-15,0-6-105 0,14-5-247 16,-16-3-1428-16</inkml:trace>
  <inkml:trace contextRef="#ctx0" brushRef="#br0" timeOffset="-79653.27">4978 1482 5245 0,'-22'-2'407'0,"22"0"-139"15,-21 0 32-15,21-3-117 0,0 3-49 16,-17 0-57-16,17-2-49 0,0 1-22 16,0-2-16-16,21 0 3 0,-21-1-58 15,63-10-275-15,-10 1-566 16,-26 8 98-16,1 1-290 0</inkml:trace>
  <inkml:trace contextRef="#ctx0" brushRef="#br0" timeOffset="-79486.72">5057 1570 4663 0,'-28'30'197'16,"3"-1"111"-16,2-3 36 0,1-6 15 16,1-1-120-16,7-6-74 0,7 1 14 15,7-14-138-15,23 0-40 16,0 0-6-16,4-27-48 0,7 27-77 16,4-31-119-16,9 14-274 0,2-1-274 0,4-1-309 15,5-2-287-15</inkml:trace>
  <inkml:trace contextRef="#ctx0" brushRef="#br0" timeOffset="-79070.59">5834 1302 5020 0,'-9'0'390'0,"9"0"-147"16,0 0-68-16,0 0-23 0,19-22-11 16,-19 22-16-16,25-14-3 0,-25 14 7 15,28-16-8-15,-12 16-14 0,19-14 43 16,-4 5-73-16,-18 9-59 15,-1 0-11-15,-1 0 2 0,0 0 0 16,-4 0 7-16,0 0 8 0,-2 25 3 0,-2-8 3 16,-2 2 4-16,-1 31 18 15,-23 12-18-15,23-29-15 0,-30 1 5 16,13-2-9-16,17-4-4 0,-25 25-15 16,7-13 6-16,18-27 6 15,0-4-5-15,0 0-1 0,0-6-5 16,0-2-14-16,38-1-14 0,-13 0-36 15,8-22-59-15,43-3-335 16,2-6-501-16,-41 12 79 0,-3 2-303 16,-4-3-241-16</inkml:trace>
  <inkml:trace contextRef="#ctx0" brushRef="#br0" timeOffset="-78536.65">6297 1276 4508 0,'-3'-2'181'0,"3"-3"446"16,0 1-63-16,0 2-430 0,0 0-45 16,0-2-10-16,21 2 0 0,-21-1 1 15,21 0 0-15,-9 0-32 0,3 1-15 0,18-2 3 16,-1 4-11-16,-19 0-13 15,-1 0-2-15,-1 18 13 0,-4-18 7 16,-2 23 8-16,-3-8 14 0,-2 5 4 16,0 2 0-16,0 3-6 0,-25 31 26 15,-20-2-24-15,30-26-36 16,-1-5-3-16,4-3-5 0,-6 6 9 16,18-13 5-16,-8-10-8 15,8-3 2-15,0 0-5 0,0 0-9 16,24-25-4-16,-24 25-1 0,28-32 1 0,-12 11-2 15,3-3 4-15,0 0-7 0,20-32-4 16,-5-2-8-16,-20 31 6 16,1-4-1-16,-5 4 10 0,-1 0 2 15,-3 4 0-15,-2 4-3 0,-4 4-3 16,0 2-5-16,0 0 6 16,-27 13 5-16,27 0 7 0,-23 0 2 15,23 26-1-15,-27-26 3 0,14 31-2 16,1-12-2-16,12-1 0 0,-17 1-5 15,17 2 3-15,0 17-1 16,0-4-1-16,31-20-27 0,-14 1-39 0,4-2-52 16,3-3-89-16,0 0-76 15,5-4-159-15,0-4-329 0,1-1-275 0,2-1-311 16</inkml:trace>
  <inkml:trace contextRef="#ctx0" brushRef="#br0" timeOffset="-78269.89">6896 1236 6166 0,'-14'0'135'0,"6"0"36"0,8 0 6 0,-5 0-46 0,5 0-66 0,0 0-25 16,32-17-44-16,-11 17 5 0,6 0-1 15,2-18 0-15,5 18 0 0,2-15-6 16,1 15-10-16,-3-13-24 0,-2 13-30 16,-4-10-33-16,-6 10-17 0,8-6-165 15,-21 1 81-15,-4 5-164 0,-2-2-266 16,-3 0-351-16,0-1-280 0</inkml:trace>
  <inkml:trace contextRef="#ctx0" brushRef="#br0" timeOffset="-77953.31">7476 976 5883 0,'-21'0'119'16,"21"0"72"-16,0 0 62 0,0 0 28 15,0-18-77-15,-14 18 52 16,14-13-128-16,0 13-71 0,0 0-1 15,0-12-7-15,0 12-15 0,0 0-11 16,0 0-13-16,0 0-4 0,0 0 8 16,0 0 9-16,0 0 13 0,16 26 37 15,-4 21-30-15,-12-26-31 16,16 3-3-16,2 30-2 0,3 7-3 16,-8-31-5-16,-1 2-1 0,2 3-20 15,-3-4-33-15,0 0-42 0,-1-2-36 16,-3 1-38-16,0-1-54 0,-2-5-68 15,0 16-748-15,-5-14-1123 16,0-18 624-16</inkml:trace>
  <inkml:trace contextRef="#ctx0" brushRef="#br0" timeOffset="-77237.25">3584 3167 3428 0,'0'-25'175'0,"0"10"165"0,0 1 169 0,0-1 28 0,0 2-70 16,0 1-108-16,-19-7 55 16,19 6-167-16,-20 10-146 0,20-1-31 0,-11 1-26 15,11 2-19-15,-13 1-23 0,5 0 2 16,-1 0 11-16,-2 19 28 0,0-19 16 16,-12 46 66-16,2-4-49 15,13-19-44-15,2 5-2 0,3-3-2 16,3 1 0-16,0 31 18 15,22 6-14-15,11-33-25 0,-12-1-2 16,2 1-5-16,2-2 2 0,3-2 4 16,0-2-10-16,-3-4 7 0,0 3-3 15,-5-4 2-15,14 14-1 16,-13-3-9-16,-18-18 1 0,-3 1 3 0,0-1-20 16,-30 14-117-16,-17 3-241 15,12-12 84-15,-1-3-129 0,-5 0-200 16,-31 1-1606-16</inkml:trace>
  <inkml:trace contextRef="#ctx0" brushRef="#br0" timeOffset="-77053.41">3433 3496 5795 0,'0'-4'89'15,"13"1"258"-15,-6-1-156 0,-7 1-78 0,0-3-67 16,14-2-25-16,-3 0-17 0,4-3-9 15,5-3 4-15,3-3-10 0,6 0-62 16,36-22-366-16,3-4-1121 16,-35 20 382-16,-1-2-494 0</inkml:trace>
  <inkml:trace contextRef="#ctx0" brushRef="#br0" timeOffset="-76753.68">4133 2966 4673 0,'0'-3'162'0,"-18"2"82"0,18-3 61 0,-18 4 24 16,18 0-112-16,0-2-65 0,-12 2-61 15,12 0-36-15,0-2-13 0,0 2 47 16,-9 0 69-16,6 0-63 16,-1 16 2-16,-7 6 78 15,-3 12-23-15,5-14-101 0,2 4-10 16,-1 1-5-16,0 1 2 0,2 4-13 15,1 0 1-15,2 0-7 0,1 3-2 16,2-1 0-16,0-1-8 0,22 29 0 16,8-8 2-16,-11-29-7 15,3-5-5-15,4-2-10 0,-2-4-23 0,4-4-40 16,0-1-62-16,3-3-87 0,1-4-132 16,27 0-1274-16</inkml:trace>
  <inkml:trace contextRef="#ctx0" brushRef="#br0" timeOffset="-76520.65">4372 3174 5389 0,'-25'0'338'15,"9"0"242"-15,16 0-374 0,-10 0-72 0,10 0-62 16,0 0-30-16,0 0-23 0,0 0-1 15,0 0-11-15,24 0-7 0,-24-22-1 16,34 22-6-16,-15-22 4 0,27-4 3 16,-23 14-11-16,-2 12-19 0,-4-21-32 15,-2 13-42-15,-3 8-49 0,-3-14-75 16,-2 14-118-16,-7-10-254 0,6 5-355 16</inkml:trace>
  <inkml:trace contextRef="#ctx0" brushRef="#br0" timeOffset="-76187.43">4678 2851 5546 0,'0'-3'139'0,"0"0"80"15,0 0 47-15,-16-1 24 0,16 1-92 16,0 0-57-16,0-1 17 15,-9 3-94-15,9 1-52 0,0 0-6 0,0 0 3 16,0 0 0-16,0 0 19 16,0 0 5-16,0 21-3 0,0-21-5 15,18 31 7-15,-2 0-8 0,1-14-20 16,-17 4-2-16,14 1-2 0,-14 0 0 16,11 2 5-16,-11-1-2 0,7 2-4 15,-7-2 0-15,7 0-6 0,0 11-46 16,0-12-135-16,-3-17 16 15,0-1-40-15,-2-2-53 0,1-2-146 16,0 0-307-16,0 0-300 0,0 0-327 16</inkml:trace>
  <inkml:trace contextRef="#ctx0" brushRef="#br0" timeOffset="-75920.54">4749 2666 5498 0,'0'-6'132'0,"-9"-5"284"16,9 6-180-16,0-1-97 0,0 1-62 15,0 2-18-15,19 0-18 0,-19 2-6 16,29-2 16-16,-8 3-5 0,5 0-8 16,3 0-3-16,36 23 1 0,-2 6-24 15,-35-10-10-15,-2 4 1 0,-3 1 2 16,-5 2-3-16,-1 3 2 0,-7 3 1 15,-3 3-9-15,-2 3 0 0,-2 48-33 16,-27 3-167-16,24-48 14 16,-32 1-99-16,15-5-110 0,1-4-247 15,16-8-345-15,-24-8-224 0</inkml:trace>
  <inkml:trace contextRef="#ctx0" brushRef="#br0" timeOffset="-75704.1">5373 2806 5505 0,'0'0'134'0,"-28"0"66"0,28 0 29 16,-22 0 14-16,22 0-97 0,-13 0-57 15,13 0-40-15,0 0-33 0,0-15-17 16,31 0-49-16,14-4-281 15,-16 7-146-15,0 0-426 0,4-1-236 16</inkml:trace>
  <inkml:trace contextRef="#ctx0" brushRef="#br0" timeOffset="-75537.47">5514 2882 4868 0,'-12'19'133'0,"12"-1"130"0,-20-8 115 16,20-1 45-16,0-9-85 0,-8 7-92 15,8-7-101-15,0 0-75 0,0 0-43 16,25-19-24-16,7-4-2 0,9-4-17 16,-16 9-55-16,-2 2-82 0,2-2-119 15,-1-2-190-15,23-18-1439 16,-25 16 524-16</inkml:trace>
  <inkml:trace contextRef="#ctx0" brushRef="#br0" timeOffset="-75271.41">5724 2370 4444 0,'0'-10'136'15,"0"0"87"-15,0 0 67 0,19-2 20 16,-19 3-91-16,26-1-75 0,-7 2-48 16,3-1-13-16,0 2-4 0,29-2 109 15,-25 9-115-15,-1 0-19 0,1 0-17 16,-4 0 11-16,-4 30 19 0,0-30 24 0,-2 32-3 15,-5-10-2-15,-1-1-20 0,-5 27 9 16,-5 3-40-16,0-22-32 16,-20 0 6-16,20 0-10 0,0-1-5 15,-24 32-63-15,10-3-284 16,14-31-27-16,0-1-265 0,0-2-319 16,0-2-313-16</inkml:trace>
  <inkml:trace contextRef="#ctx0" brushRef="#br0" timeOffset="-75104.28">6125 3195 6852 0,'0'18'102'0,"-27"-4"45"15,27-6 48-15,-17-1 25 0,17-7-72 16,-15 0-45-16,15 0-46 0,-16 0-33 16,16 0-20-16,0-21-41 0,-10 21-203 15,10-22-15-15,0 22-161 0,0-17-390 16,0 4-409-16,0 0-496 0</inkml:trace>
  <inkml:trace contextRef="#ctx0" brushRef="#br0" timeOffset="-2365.59">7078 15823 4901 0,'-16'0'94'0,"9"0"76"0,1 0 64 0,1-19-8 16,0 19-53-16,2 0-76 0,1 0-54 15,2 0-36-15,0-15-7 0,30 15 5 16,-30-18 4-16,38 7 5 0,10-15 14 16,-20 13-25-16,0 0-6 0,1 3 1 15,-1 1-1-15,21-4 2 0,-29 9-19 0,0 0-48 16,-3 4-69-16,-3-2-105 16,-4 2-133-16,5 0-732 0,-12 0 442 0,-1 0-154 15,-2 18 106-15</inkml:trace>
  <inkml:trace contextRef="#ctx0" brushRef="#br0" timeOffset="-2199.09">7083 15914 5212 0,'-18'12'4'16,"2"-1"15"-16,1 0 57 0,-6-3 147 16,13-4-122-16,3 1-35 0,5-4-29 0,0-1-7 15,44 0-2-15,-17 0-28 0,6-23-16 16,7 23-48-16,4-22-111 0,4 22-180 15,46-38-835-15,-47 23 408 0,-4 2-36 16,-3-2 124-16</inkml:trace>
  <inkml:trace contextRef="#ctx0" brushRef="#br0" timeOffset="-1965.81">7342 15540 4252 0,'-11'-3'103'0,"-3"-1"363"0,8 1-202 15,3-2-58-15,3 3-34 0,0 2 3 16,0-2-20-16,23 2 77 0,6 0-163 16,-10 0-3-16,3 0-14 0,1 0-4 15,24 16 13-15,-25 1-35 0,-1-17-2 16,-1 21-1-16,-5-6-5 0,-1 0-5 16,-3 23-1-16,-11-13-10 0,0 4-8 15,-22 5-26-15,4 3-55 0,-7 4-76 16,-31 50-488-16,25-43 120 0,0 1-84 15,1-5 13-15,4-4-281 0</inkml:trace>
  <inkml:trace contextRef="#ctx0" brushRef="#br0" timeOffset="-1399.64">8470 15474 6158 0,'0'-9'153'0,"0"3"-34"0,0 5 5 0,0-3-55 16,0 4-32-16,0 0 9 0,0 0-12 15,0 19 21-15,0-19-8 0,0 25 3 16,0-7-5-16,22 25 23 0,-2-19-39 15,-20 1-7-15,23 2-3 0,-11 0-3 16,-3 0-1-16,7 25 14 0,-9-28-16 16,-7-2 2-16,9 0 1 0,-6-5 14 15,0 9 40-15,-3-18-30 0,0-1 1 16,0-1-5-16,0-5 6 0,0-1-9 16,0 0-2-16,0 0-28 0,-20-24-3 0,20 24-4 15,-17-28 3-15,-7-15-8 16,12 16 7-16,-1-1-5 0,2-3-2 0,1-1 3 15,3 0 5-15,1-31-3 0,0 34 4 16,6 0-6-16,0 1 7 0,0 2-3 16,19 1 0-16,11-25-6 0,-10 29 7 15,3-2-3-15,5 4 2 0,2 2 0 16,35-5-7-16,-34 18 6 0,1 1 0 16,-2 3 2-16,-2 0 1 0,-3 0-3 15,14 21-2-15,-25 3-1 0,-2-24 8 0,-5 32 2 16,-5-14-2-16,-2 21-1 0,-23-19-2 15,5 3 1-15,-6-2-3 16,-5 1-16-16,-3-1-22 0,-35 16-113 0,31-23 53 16,-1-2-18-16,3-3-16 0,2-4-35 15,3-3-28-15,-15-2-335 0,23 0 73 16,8 0-164-16,-1-28-102 0,11 28-348 16</inkml:trace>
  <inkml:trace contextRef="#ctx0" brushRef="#br0" timeOffset="-933.04">7664 17448 5308 0,'-17'0'32'0,"11"0"21"0,5 0 36 0,1 0 33 0,0 0 25 16,0-23-20-16,31 6 47 0,8 17-123 0,-12-25-9 15,2 12-8-15,5-1-12 0,37-11-8 16,-38 16-17-16,1-1-4 15,-1 3-28-15,-2 7-56 0,-3-7-90 0,18 7-505 16,-26 0 161-16,-6 0-33 0,-3 18 24 16,-4-18-272-16,-7 26 98 0</inkml:trace>
  <inkml:trace contextRef="#ctx0" brushRef="#br0" timeOffset="-765.61">7820 17587 5717 0,'-20'5'8'16,"6"2"46"-16,-7 0 222 0,10-1-32 15,9-5-183-15,2 4 58 16,0-3-55-16,20 1-23 0,-20-3-19 0,40 0-12 16,-11 0-10-16,4 0-25 15,44-25-137-15,7-6-194 0,-43 15 86 16,40-20-638-16,-11 0-316 16,-38 16 480-16,28-16-712 0</inkml:trace>
  <inkml:trace contextRef="#ctx0" brushRef="#br0" timeOffset="-515.87">8066 17097 5173 0,'-33'-9'201'0,"20"7"-4"16,4-1 2-16,2-1-56 16,1 4-54-16,5 0-15 0,1 0 9 0,22 0 113 15,15 21-37-15,-15-1-86 16,37-1 63-16,-27-19-83 0,1 22-13 15,-1-10-12-15,2-1-4 0,-5 4-6 16,-1 3-7-16,13 24-3 16,-22 15-14-16,-19-25-47 0,-35 47-205 15,-26 16-251-15,21-43 117 16,-52 55-710-16,44-51 354 0,4-4-106 16,-1-2 74-16</inkml:trace>
  <inkml:trace contextRef="#ctx0" brushRef="#br0" timeOffset="250.15">9040 17162 4218 0,'-7'0'151'0,"-1"-16"177"0,-1 16 94 0,-1 0 15 0,-8-19 117 16,9 7-389-16,-1 12-17 0,3-10-11 0,2 10-13 15,2-7-28-15,1 4-3 0,2 3-78 16,0 0-14-16,0 0-6 0,0 0 6 16,0 0 68-16,0 18-9 0,0-18-4 15,22 29-6-15,-22-7 1 0,20 5-7 16,1 38 15-16,-21-25-53 0,21 1-4 15,-11 2 0-15,-10 2-3 0,13 1 9 16,-4 39-7-16,-9-44 0 0,5-7-2 16,-5 1 0-16,0-6 2 0,0 10 5 15,0-26 5-15,0-4 1 0,0-2 10 16,0-3 17-16,0-4-10 0,0 0 8 16,0-20-43-16,0 20-3 0,-18-30-2 0,18 9-6 15,-17-6-7-15,-6-38-8 0,9 25 10 16,1-2 4-16,-3-6-2 0,2-1 5 15,-14-47 7-15,17 53 8 0,0-1-5 16,2 3 4-16,2 5-2 0,4 4-3 16,1-20-4-16,2 27 3 0,0 2-2 15,22 2 3-15,-22-1-2 0,32 4 4 16,11-13 1-16,-18 19 2 0,2 0-1 16,0 6-3-16,2 1 0 0,25 4-9 15,-31 1 9-15,-2 0 2 0,0 0-1 16,-3 26 0-16,-4-26 3 0,7 25 0 0,-15 5 1 15,-4-14 0-15,-2 3 4 0,0 2-7 16,-33 24-11-16,15-21-12 0,-5-1-21 16,-1 4-21-16,-3-4-22 0,0-1-10 15,-25 15-100-15,30-21 90 0,1-2-19 16,1-4-41-16,4-3-79 0,1-5-111 16,-9-2-771-16,12 0 505 0,2 0 91 15,3-27 103-15,4 27-139 0,0-31-82 16</inkml:trace>
  <inkml:trace contextRef="#ctx0" brushRef="#br0" timeOffset="2333.54">9713 16862 3076 0,'6'-7'28'0,"-4"1"3"0,0 2 30 0,1-4 105 16,-3 7-78-16,0-1-13 0,0 1-13 16,0 1-23-16,0 0 31 0,0 0 161 15,0 0-50-15,0 0 14 0,0 18 9 0,0-18 31 16,0 16-28-16,-19 9 104 0,19-5-195 16,-15 4-5-16,15 6 4 15,-23 5 6-15,-3 50 68 0,13-38-129 0,0 7-20 16,3 4-16-16,1 1-8 0,3 0-10 15,3 57-9-15,3-62-12 0,0-3-26 16,31-5-34-16,-10-7-42 0,4-4-68 16,35 13-389-16,-27-30 175 0,2-7 14 15,1-4 64-15,0-7-384 0</inkml:trace>
  <inkml:trace contextRef="#ctx0" brushRef="#br0" timeOffset="2683.51">9908 17083 3530 0,'-2'-7'93'15,"-4"0"218"-15,1 2 130 0,1-1 5 0,0 2-85 16,1 2-160-16,0 2-88 15,2 0-91-15,1 0-1 16,0 0 135-16,0 0 55 0,0 21-132 16,0-1 43-16,0-5-69 0,0 2-1 15,0 4-5-15,0 4-1 0,12 3-6 16,-12 3-20-16,0 37-8 16,11 1-12-16,-1-38-4 0,5 25-2 15,6-12-36-15,-9-27-10 16,14 10-128-16,-9-18 46 0,-2-6-38 15,4-3-49-15,0 0-89 0,1 0-135 16,-1-30-65-16,13-10-489 0,-11-4-257 16</inkml:trace>
  <inkml:trace contextRef="#ctx0" brushRef="#br0" timeOffset="2850.45">9865 17384 5974 0,'-13'9'313'15,"8"-9"-109"-15,-4 0 45 16,7 0-215-16,2 0-33 0,0 0-3 16,0-21-1-16,23 21-16 0,-23-21-55 15,65-6-256-15,-6-6-295 0,-26 16 108 16,31-15-934-16,-8 5-416 16</inkml:trace>
  <inkml:trace contextRef="#ctx0" brushRef="#br0" timeOffset="3100.33">10096 16888 4949 0,'-12'0'79'0,"10"0"28"0,0 0 143 15,2 0 130 1,0 0-175-16,23 23 124 0,4-23-202 0,-8 20-25 15,1-20-18-15,3 30-16 0,1-12-12 16,-1 1-12-16,22 23 1 0,-9 8-33 16,-22-23-13-16,1 39-52 15,-15 7-167-15,0-30 28 16,-33 48-607-16,14-41 178 0,-2-1-403 16,-3 2-47-16</inkml:trace>
  <inkml:trace contextRef="#ctx0" brushRef="#br0" timeOffset="4233.14">9889 16587 3101 0,'-16'12'-15'0,"6"-12"33"0,1 11 62 0,2-11 38 16,-1 7 24-16,3-1 27 0,-2 0 95 0,5-5-130 16,2-1 13-16,0 0 68 0,0 0 39 15,24-18 305-15,-24-8-328 0,25 9-61 16,-10-4-47-16,4 0-14 0,-1-1-20 15,26-22 58-15,-19 22-92 0,1 0-14 16,3 1-15-16,5-2-10 0,6 0-3 16,54-22 5-16,-39 23-11 0,7 0-3 15,6 1-4-15,8 1-1 0,86-9 1 16,-79 18-5-16,7 2 4 0,3 3 0 16,3 3-3-16,-1 3 4 0,89 0-4 15,-94 0-8-15,-1 21-9 0,-2-21-23 0,-6 21-18 16,-7-21-22-16,60 38-200 0,-75-24 78 15,-7 1-7-15,-10-1-3 0,-7 0-44 16,11 10-163-16,-36-14 222 0,-2 0 48 16,-6-2 1-16,-2-1-35 0,0-2 16 15,0-1-101-15,-25-4 162 0,25 0 16 16,-18 0-53-16,18 0-269 0,-18-22-125 16</inkml:trace>
  <inkml:trace contextRef="#ctx0" brushRef="#br0" timeOffset="4566.2">11646 16095 4382 0,'-9'0'17'0,"1"0"19"0,0 0 121 0,-2 0 421 0,5 0-294 0,1 0-100 16,1-14-107-16,3 14-45 0,0 0-33 0,0 0-10 16,0 0 29-16,0 0 23 15,17 0 2-15,-17 0 11 0,36 0 27 0,-17 0-47 16,-1 0-4-16,2 0-4 0,4 0-2 16,-1 24 5-16,20 2 35 0,-24-9-35 15,-2 4-1-15,-2 6-12 0,-6 3-4 16,-4 6-3-16,-5 47-17 0,0-35-37 15,-20 7-57-15,0 2-94 0,-5 5-183 16,-36 62-877-16,25-66 389 0,-2-1-66 16,1-4 195-16</inkml:trace>
  <inkml:trace contextRef="#ctx0" brushRef="#br0" timeOffset="8615.55">7322 2239 4477 0,'0'-6'62'0,"-4"1"79"0,-1-4 367 15,5 0-269-15,-1 4-57 0,1-2-80 16,0 1-35-16,0-1-40 0,25-7 8 16,-25 7-15-16,24 1 11 0,-24 0 0 15,29 3-3-15,-15 0-1 0,14 3 26 16,-15 0-15-16,-3 18 11 0,-1-18 9 15,-9 30 19-15,9 15 62 0,-9-15-69 16,0 5-2-16,-31 5 6 0,31 0 9 0,-38 3-14 16,-2 43 37-16,20-47-71 15,4-3-9-15,3-5-7 0,13-6-2 0,-14-5-5 16,14 7 26-16,0-20-9 0,20-3 1 16,-20-4-8-16,43 0-11 0,25-32-10 15,-27 14-2-15,7-4 3 0,4-5-5 16,1 0-4-16,-2-1-18 0,41-22-58 15,-53 29 37-15,-6 2 21 0,-10 5 13 16,-6 3 1-16,-9 4-5 0,-5 1-33 16,-3 6 26-16,0 0 0 0,-28 0-9 15,28 0-29-15,-24 0-150 0,0 0 52 0,24 17-76 16,-15-17-151-16,15 0-233 0,0 0-174 16,0 0-1419-16</inkml:trace>
  <inkml:trace contextRef="#ctx0" brushRef="#br0" timeOffset="8815.97">8058 2129 6021 0,'-24'-1'61'0,"24"0"68"0,-21-2 34 0,21 2 16 0,-22-3 17 0,9 4-163 0,13-2-41 16,0 2-43-16,0-2-43 0,0 1-52 15,0 0-246-15,0 0 148 0,0-1-92 16,0-1-147-16,17 1-161 0,-17-2-94 16,19-9-1021-16</inkml:trace>
  <inkml:trace contextRef="#ctx0" brushRef="#br0" timeOffset="9182.48">8466 1686 4501 0,'0'-9'95'16,"0"-5"553"-16,0 5-254 0,0 1-47 15,0 3-105-15,0 2-38 0,0 1-48 16,0 1 65-16,0 1-148 0,0 0-15 16,0 0-17-16,0 0 6 0,-18 24 74 0,8 3-47 15,0-6-7-15,-4 5-14 0,0 4-8 16,-1 6-7-16,-10 41 23 0,14-34-36 16,5 0-12-16,3-1-4 0,3 0-7 15,0-3-2-15,32 35 2 0,-32-41-8 16,37-4-17-16,-13-1-30 0,3-6-51 15,31 11-265-15,-29-24 107 0,5-3-72 16,3-6-169-16,1 0-248 0,2-21-202 16,35-16-1512-16</inkml:trace>
  <inkml:trace contextRef="#ctx0" brushRef="#br0" timeOffset="9399.29">8682 1921 5628 0,'-21'13'168'16,"4"-13"81"-16,3 0 30 0,2 0-36 15,-2 0-16-15,12 0-197 0,2 0-28 16,0 0-8-16,0 0 1 0,31 0-8 0,10-24-77 16,-17-1-5-16,5 9-34 15,4-1-25-15,-1-2-65 0,1 2-88 16,26-20-831-16,-34 19 386 0,-1-1-266 0,-1-2 218 15</inkml:trace>
  <inkml:trace contextRef="#ctx0" brushRef="#br0" timeOffset="9699.42">9108 1503 5333 0,'-17'-2'147'15,"5"-1"347"-15,12 1-212 0,-8 0-86 16,8 2-61-16,0 0-38 0,-7 0-34 0,7-2-1 16,0 0-36-16,0 2-1 0,0 0 14 15,0 0 32-15,0 0 24 0,0 23 96 16,22-23-121-16,-22 21-17 0,17-21-15 16,-17 27 1-16,18 4 3 0,1-14-34 15,-19 2-5-15,16-1-3 0,-7 0-2 16,-2 3 4-16,5 15-1 0,-6-17-3 15,-1-3-25-15,0-1-27 0,-1 2-46 16,-3-4-60-16,3 11-287 0,-4-16 154 16,1 1-87-16,1-5-160 0,0 1-207 15,9-5-1203-15,-3 0 1038 0</inkml:trace>
  <inkml:trace contextRef="#ctx0" brushRef="#br0" timeOffset="9998.65">9229 1323 5013 0,'-14'-9'138'15,"14"2"137"-15,-7-2 56 0,7 0 14 16,0-3-85-16,0-2 20 0,0 8-208 0,0 0-16 16,0 1 2-16,21 1 10 15,2 0 79-15,-23 4-82 0,29 0-6 0,-8 0-7 16,1 0-11-16,2 25-12 0,27 1 0 15,-23-5-21-15,0-1-4 0,1 4-1 16,-3 5-3-16,-1 4 5 0,16 35-5 16,-27-29 0-16,-2 1-12 0,-4 4-24 15,-4 1-34-15,-4 41-213 0,0-44 86 16,-30 1-44-16,30-3-53 0,-37-4-148 16,16-2-182-16,-19 16-915 0,20-32 593 15,5-5 200-15</inkml:trace>
  <inkml:trace contextRef="#ctx0" brushRef="#br0" timeOffset="10281.65">10071 1337 5531 0,'-20'14'177'16,"3"-14"62"-16,3 0 17 0,14 0-42 16,-13 0-105-16,13 0-38 0,0 0-72 15,0-18 3-15,25 18 2 0,-6-13-2 0,1 13-5 16,35-31-1-16,-24 18 0 0,2 0 1 16,-1-1-9-16,-2 3-12 0,21-10-103 15,-31 14 28-15,-4-1-39 0,-4 4-69 16,-3 0-192-16,-2-2-221 0,0 0-1284 15,-7 1 840-15</inkml:trace>
  <inkml:trace contextRef="#ctx0" brushRef="#br0" timeOffset="10582.14">10554 959 5252 0,'0'-7'185'0,"-21"0"99"0,21-2 386 16,-14 2-432-16,14 3-64 0,0 0-55 16,0 3-34-16,0 0-35 0,0-1 5 15,0 2-10-15,0 0 23 0,0 0 21 16,0 0 2-16,0 16 41 0,19 2-96 16,-19-18-8-16,17 22-12 0,-17-7 1 15,19 0-8-15,2 23-3 0,-12-17-9 16,2 0 5-16,-1 4-1 0,-1 0 2 15,2 1-3-15,8 27-35 0,-9-26-26 0,-1 0-55 16,-1 1-75-16,-1-3-78 0,0 1-80 16,4 19-800-16,-8-22 310 0,0-3-338 15,-3-1-5-15</inkml:trace>
  <inkml:trace contextRef="#ctx0" brushRef="#br0" timeOffset="11065.01">7220 3584 3517 0,'-14'12'171'0,"1"-1"234"0,-1-2 110 0,3-4 5 0,-8 6 163 16,14-8-534-16,2 0-75 0,2-3-38 16,1 0 15-16,0 0 22 0,25 0 100 0,-25-22-116 15,34 22-23-15,-12-24-17 0,4 9-7 16,3-3-5-16,34-17-5 0,-31 18-26 15,-1-1-50-15,-1 4-85 0,-1 0-139 16,22-9-947-16,-32 14 407 0,-3 3-254 16,-5 1 262-16</inkml:trace>
  <inkml:trace contextRef="#ctx0" brushRef="#br0" timeOffset="11215.13">7325 3651 5319 0,'-20'19'132'16,"-13"13"308"-16,21-20-215 0,2-5-104 0,5-1-56 15,5-1-12-15,0-3 21 0,24-2-55 16,-4 0-12-16,4-24-8 0,7 24-45 16,8-31-73-16,51-11-635 0,-44 17 33 15,5-2-348-15,-2 1-117 0</inkml:trace>
  <inkml:trace contextRef="#ctx0" brushRef="#br0" timeOffset="14614.93">8191 3382 5259 0,'-7'6'1'0,"2"0"-8"0,-3-4 155 0,5-2-7 16,0 0 16-16,2 0-51 0,1 0-51 16,0 0-29-16,0 0-21 0,22-23 0 15,-22 23-15-15,36-27 10 0,-11 10-7 16,33-21-110-16,-27 18-88 0,1 2-200 16,-3 0-171-16,1 2-158 0,-1 1-256 15</inkml:trace>
  <inkml:trace contextRef="#ctx0" brushRef="#br0" timeOffset="15014.65">8730 2891 5378 0,'0'-7'111'0,"0"3"15"15,-18 1 16-15,18-3-19 0,0 2-38 16,0-10-7-16,0 7-57 0,25-1 6 15,-25-1 1-15,35 0 7 0,-16-1 9 16,28-6 44-16,-26 8-57 0,-1 3-8 16,-2 0-15-16,-4 3 3 0,-2 1 3 0,3 1 40 15,-15 0-8-15,6 0 10 0,-6 0-1 16,0 27-3-16,0 0 19 16,-20-10-46-16,20 1-3 0,0-1 0 0,-22 0-2 15,22 1-5-15,-15 12 16 0,15-17-10 16,0-1 3-16,0-3 4 0,0 0 5 15,0-1 12-15,20 0 60 0,-20-6-49 16,24-2-4-16,-5 0-1 0,3 0 0 16,41-18 34-16,-25-6-48 0,4 24-4 15,1-25-8-15,1 25-6 0,-3-19-10 16,22 19-1-16,-39 0-5 0,-9 0-1 0,-10 0-3 16,-5 26-13-16,0-4-39 0,-71 37-238 15,30-21 26-15,-10 8-108 0,-3 4-279 16,-5 3-324-16,-64 55-2073 0</inkml:trace>
  <inkml:trace contextRef="#ctx0" brushRef="#br0" timeOffset="23746.42">11271 18191 3605 0,'0'-2'0'0,"-19"-1"46"0,19 0-11 0,0 3-1 0,-11 0 3 0,11 0-25 16,0 0 2-16,-9 0 24 0,9 0 38 15,-5 0-12-15,5 0-38 16,0 0 93-16,0 0 19 16,0 0-71-16,0 0 99 0,0 0-72 15,0 0-38-15,0 0-6 0,0 0-1 16,0-18-1-16,24 18 23 0,2-29 58 15,8 3-27-15,-13 11-53 16,23-14-18-16,-19 15-11 0,0-1-16 16,2 1 2-16,0-3 6 0,3 3-12 15,1-1 2-15,25-14 14 16,-5 4 13-16,-28 13-5 0,8-6 27 0,-12 8-4 16,-13 7-35-16,-2 2-13 15,-4 1-5-15,0 0-11 0,0 0-18 16,0 0-4-16,0 0-18 0,0 0-19 15,0 0-82-15,0 0 55 16,0 0 84-16,0 0-12 0,0 0 10 16,0 0-7-16,0 13-13 0,0-13 3 15,0 0-6-15,0 0 13 0,0 0-16 16,0 6 17-16,0-6 30 0,0 0 9 16,0 0 5-1,0 0-14-15,0 4 0 0,0-4-2 0,0 0 9 16,0 0-12-16,-15 0 7 0,15 0-9 15,0 0-15-15,0 0 28 16,0 0-6-16,0 0-2 0,0 0 11 16,0 0 0-16,0 0-8 15,0 0 1-15,0 0 5 0,0 0 18 16,0 0 4-16,0 0 7 0,0 0-21 16,0 0-8-16,0 0-20 0,0-13 13 15,0 13-9-15,0-9-13 16,0 3 22-16,0 6 29 0,0-7-7 0,0 3-15 15,0 0 6-15,0 1-35 16,-13-6 15-16,13-1 18 0,-12 6 0 16,3-6-17-16,0-2-13 15,2 6 31-15,-4-7 10 0,5 7-22 16,1-1 1-16,-2 1-1 0,0 0 0 16,-2 1-1-16,1-2-9 0,-11-3 11 15,-3 1 8-15,10 4-14 16,-11 1 13-16,10 1 5 0,2 2 14 15,-2 1-21-15,2-1-1 0,2 1 3 16,0 0-14-16,-1 0 12 16,6 0-9-16,2 0-8 0,2 0-11 15,0 0 30-15,0 0-4 0,0 14 17 16,0-14-26-16,14 0 13 0,-14 0 4 16,0 9-4-16,17-9-10 0,-17 0 9 15,27 7-19-15,-5 0 7 16,-9-4 4-16,12 2 12 0,-11-2-6 15,-1 0 6-15,1 1-3 0,2-1-9 16,0 1 17-16,-1 0-29 0,14 4 13 16,-3 0-13-16,-14-6 32 15,4 4-8-15,-5-1 44 0,-5-2-11 16,-2 1 47-16,-1-2-39 0,0 1-1 16,0-2-2-16,-1 0 2 0,3 2 6 15,-2 0-3-15,3 2 59 0,3 1-8 16,-7-3-54-16,3 1 52 15,-3-3-49-15,3 2-12 0,-3 0-6 16,0 2 4-16,0 0-10 0,-1 0 3 16,-1 10 20-16,0-1-37 15,0-3-14-15,0 8-5 0,0-7 1 16,-21-2-45-16,21 3-98 0,-17 0-144 16,17 5-160-16,-28-2-83 0,-5 25-894 15</inkml:trace>
  <inkml:trace contextRef="#ctx0" brushRef="#br0" timeOffset="27662.96">13461 16225 3370 0,'0'-3'-3'0,"0"-1"34"0,0-1 10 16,-21-2 176-16,21 5-119 0,-17 0-12 15,17 1-51-15,0-2-3 0,-18 3-23 0,18-1-9 16,0 1 0-16,0 0-21 0,0 0 30 16,0 0-29-16,0 0 8 0,0 0 178 15,0 0-3-15,0 0 18 0,0 21-35 16,0-21 3-16,-22 33 31 0,6-19-126 15,16 2-8-15,-23 2-1 0,10 0 11 16,-1 1-21-16,-12 18 4 0,14-20-37 16,3-1 9-16,1 2 3 0,0-1 7 0,2-2-6 15,-1 16 13-15,3-14-33 0,2-2 7 16,1 2 2-16,-1 1-9 0,-2 16-1 16,1-16 11-16,1-1-53 0,-1-1-58 15,-1-1-94-15,0-1-127 0,-5 9-482 16,2-15 465-16,0 1 64 0,0-1-200 15,-3-2-98-15,2-5-143 0</inkml:trace>
  <inkml:trace contextRef="#ctx0" brushRef="#br0" timeOffset="28012.38">12948 16490 3126 0,'-2'0'0'0,"2"0"6"16,0 0 37-16,0 0 11 0,0 0 10 15,0 0 32-15,23 0 24 0,-23 0 220 16,21 0-149-16,-21 0-15 0,15 16-33 16,-15-16 6-16,18 15-13 0,0 0 55 0,-9-15-123 15,0 18-14-15,0-10 14 16,0 0 21-16,7 9 56 0,-8-11-95 0,2 5-14 15,-1-3 8-15,-1 0-8 0,0-1-3 16,7 9 11-16,-10-9-28 16,1-1-11-16,1-1 1 0,-4-2-2 0,1 0 3 15,2 0 11-15,-3-3-9 0,1 0-5 16,0 0-2-16,2 0-40 0,13 0-278 16,-7-24-20-16,3 24-123 0,6-33-4 15,6 12-70-15,2-4-196 0</inkml:trace>
  <inkml:trace contextRef="#ctx0" brushRef="#br0" timeOffset="32211.64">5034 4768 2543 0,'0'-8'31'0,"0"-1"19"0,0 8-27 0,0-1 29 0,0 2 2 15,0 0 62-15,0 0 97 0,-14 0-132 16,14 0-72-16,0 0 3 0,0 0-42 16,-10 13 66-16,10-13 56 0,-6 15-24 15,6-5-45-15,-4 3-20 0,4 5 13 16,-1 5-35-16,1 30 27 0,0-22 3 0,0 2 11 16,0 2 8-16,0 1-19 0,20 40 8 15,-20-37-30-15,13 4 30 0,-13 3 19 16,0 1-10-16,0 3 9 0,12 51 49 15,-12-45-37-15,0 0-3 0,6-1 0 16,-6-2-7-16,3-2 12 0,2 41 30 16,-2-49-29-16,-2-3-13 0,2-5 10 15,0 1-26-15,2 28-25 0,-2-33-5 16,1-2 41-16,-3 1 9 0,5 0 28 16,-1-2 1-16,8 26 26 0,-7-26-39 15,1-2-7-15,-1 0 13 0,3 1-7 16,-4-3-10-16,8 18 3 0,-7-19-43 0,1-4-6 15,-2-3 25-15,1 0-15 0,5 8-1 16,-5-14-21-16,-1 0 12 0,-1-1 33 16,0-3-7-16,1 0-5 0,6 4 44 15,-6-7-9-15,3-1 25 0,-2-2-9 16,1 0-5-16,2 0-23 0,8 0-10 16,-7 0-27-16,0 0 3 0,-1 0-5 15,4 0-2-15,11 0-4 0,-9-13 0 16,-1 13-1-16,3 0 8 0,0 0-6 15,1 0 1-15,18-8-2 0,-17 8 1 16,-2 0 0-16,3-3-1 0,-1 0 7 0,-1 3 3 16,19-4-4-16,-19-1 0 0,1 3-5 15,1-2 8-15,1 0-5 0,0 2-2 16,21-6 28-16,-19 3-23 0,0 2-1 16,3 0-7-16,0 2-14 0,29-4 14 15,-27 4 3-15,3-2 4 0,0 1-2 16,1 1-4-16,0 0-2 0,31-2-5 15,-31 3 6-15,-2 0-7 0,1 0 13 16,-1 0-11-16,25 0 21 0,-27 0-16 0,0 0 7 16,-2 0-8-16,1 0-2 15,2 0 10-15,25 0 2 0,-28 0-3 16,1-14-13-16,0 14 2 0,-1 0 11 0,4 0 0 16,29-10 16-16,-27 10-20 0,0-7 13 15,5 7 1-15,-1-7-3 0,37-1 10 16,-37 5-18-16,0-2 4 0,3 1 1 15,-2-2-8-15,-1 2 5 0,31-5 2 16,-36 5-1-16,1 1-4 0,0 0 2 16,-2-1-4-16,33-2 12 0,-32 4-12 15,1-1 0-15,3 0 3 0,2-1-11 16,0-1 12-16,40-5-7 0,-37 4 1 16,2-1-1-16,-1-1 5 0,0 3 3 15,-2-3-4-15,39-5 6 0,-41 7-12 0,-3 0 2 16,1 0 2-16,-2-1 7 0,32-7 4 15,-35 7-16-15,3-1-3 0,1 0 7 16,0 1-9-16,1-2 12 0,36-3-3 16,-34 6 6-16,0 1-9 0,2 0 8 15,-1 1-3-15,1 1 2 0,39-2 4 16,-39 3-6-16,-1-2-3 0,1 2 2 16,2-4-5-16,34-5 3 0,-38 5 0 15,1-2 5-15,-1 1-2 0,2-3 1 0,-1 2-3 16,40-11-9-16,-38 8 10 0,3 1 0 15,-2 1 6-15,1 2-3 0,1-2-1 16,39-4-2-16,-41 5 2 0,-2 2-3 16,0 1 7-16,1-1-9 0,34-5 6 15,-39 7-4-15,-2-2 8 0,0 3-5 16,0-2 0-16,0 1-1 0,30-4-2 16,-30 3 6-16,3 0 8 0,0 0 8 15,2 2 0-15,1-2-7 0,41-3-1 16,-37 4-11-16,2 0 1 0,0 1-1 15,2 1 3-15,42-3 1 0,-45 4-6 0,0-1 0 16,0-1-2-16,-2 2 2 16,-1 0 4-16,36-6-9 0,-39 4 4 15,1-1 1-15,0 0 2 0,-1-2 1 0,1 1-3 16,37-7 0-16,-39 8-2 0,1 0 1 16,-2-1-1-16,1 1 1 0,34-4-1 15,-39 6 3-15,2-2-5 0,0 2 4 16,-2-1-2-16,-3 1-3 0,30 0 4 15,-32 1-1-15,0 0 3 0,0 0-2 16,-3 0 1-16,28 1-3 0,-27 0 2 16,2 0-3-16,-2 0-2 0,1 0-5 15,-1 0 2-15,29 0-17 0,-27 0 10 0,2 0-3 16,-2 0 11-16,0 0 5 0,27 13 4 16,-27-13-4-16,0 0-3 15,3 0 11-15,0 0-5 0,0 11-7 0,35-11 1 16,-33 0 3-16,1 3 5 0,1-3-19 15,2 3-11-15,-4-1-5 0,32 3-12 16,-30-2 32-16,-2 0-6 0,-1 0-3 16,0 1 1-16,32 2 18 0,-33-3 2 15,4-1-6-15,-1 2-1 0,-1-2 5 16,1 0 2-16,34 2-6 0,-35-2 6 16,3-1-6-16,0 1 7 0,-2 1-1 15,37 1 1-15,-39-2 1 0,5 1-2 0,-2 0 3 16,1-2-8-16,-1 3 0 15,34-1-12-15,-34-1 13 0,0 0-8 0,1-1 4 16,1 1-10-16,2 0 5 0,39 0-1 16,-39 1 18-16,0-1-3 0,3-1-2 15,1 2-4-15,39 4 1 0,-40-4 4 16,-1 2 7-16,3-2-7 0,1 0-5 16,0 1 8-16,40 0-8 0,-38 1 7 15,0-2-19-15,2 1-9 0,1 1-16 16,5-3-19-16,47 8-33 0,-47-5 64 15,0 0 8-15,2-1 3 0,-2 1 12 0,45 5 1 16,-52-3 2-16,1-3-7 16,-2 2 12-16,-1-1-5 0,-2 0 10 0,46 2 1 15,-41-5-16-15,1 0-11 0,6-1-19 16,5 1-8-16,2-2-4 0,69 0-73 16,-64 0 65-16,3 0 19 0,-2 0-16 15,-3 0 18-15,-1 0 0 0,54 0-15 16,-61 0 18-16,-5 0 14 0,-1 0-6 15,-5 0 7-15,36 0-11 0,-45-13 14 16,0 13-79-16,-1 0-27 0,-2-11-20 0,1 11 11 16,35-10 82-16,-34 10 77 0,-2-5-18 15,-2 5 18-15,0-4-27 16,-2 1-18-16,21 0 18 0,-26 2 9 0,-4-2 20 16,-2 3-20-16,-1-2 0 0,13 0-27 15,-19-1 18-15,3 0 18 0,-2-1-1 16,0 1-26-16,4-1 9 0,18-2-46 15,-12 4 55-15,3-1-18 0,3 1 18 16,0 1 9-16,4 1-27 0,33-3 0 16,-33 3-18-16,-1-1 36 0,0 1-20 15,-1 0 11-15,30-2 0 0,-33 1 0 16,0 0 9-16,3 0-9 0,-1-1-9 16,1 1 18-16,37-1-18 0,-30-1 18 0,3 2-67 15,1 0-21-15,3 1-21 0,1-2-2 16,47 1 37-16,-47 1 76 0,-2 0-22 15,0 0 11-15,-4 0 11 0,33 0 4 16,-41 0-7-16,-2 0 5 0,-2 0-21 16,-3 0-2-16,-3 0 10 0,14 0-18 15,-20 0 18-15,0 0 0 0,-2 0 15 16,3 0-7-16,-2 0 2 0,23 0-7 16,-19 0 20-16,3 0-23 0,1 0 10 15,-2 0-10-15,20-11-23 0,-24 11 0 16,0 0 54-16,-3 0 34 0,-1-4 8 0,-3 4 19 15,9-5 39-15,-11 5-93 0,1-1-12 16,0 0-18-16,3-1 9 0,1 2-17 16,15-3 28-16,-12 2-20 0,0 1 28 15,2 0-11-15,-2-1-9 0,2-1 6 16,13 0 35-16,-17 1-20 0,3-1 15 16,-3-1-2-16,1 3-2 0,12-6 25 15,-12 5-66-15,2 0 6 0,0-1-13 16,3 0 0-16,1 2-2 0,27 0-70 0,-23 0 31 15,1 0-15-15,0 0-12 16,0 0-27-16,-2 0 6 0,22 0-14 0,-28 0 101 16,-2 15-15-16,-2-15-1 0,-2 0 9 15,2 0 27-15,-10 0-12 0,1 0 3 16,-1 0 11-16,-4 0 23 0,2 0 64 16,3 0 195-16,-5 0-151 0,3 0-34 15,-2 0-4-15,0 0-26 0,2 0-19 16,3 0 20-16,-3 0-54 0,1 0-17 15,0 0-17-15,-1 0 0 0,4 0-7 16,-3 0 4-16,-2 0-9 0,1 0-45 16,-1 0-89-16,0 0-106 0,1 0-639 15,-2 0 115-15,-1 0-65 0</inkml:trace>
  <inkml:trace contextRef="#ctx0" brushRef="#br0" timeOffset="33678.15">19243 5882 1877 0,'1'-4'412'0,"0"1"437"0,-1 0-183 15,1 2-443-15,-1 0-14 16,0 1 172-16,0 0-86 16,0 0-203-16,0 0-48 0,0 0-25 15,0 0 19-15,0 0-27 0,0 0 24 16,0 0 26-16,0 0 20 0,0 16 29 16,0 0 83-16,0 5-50 15,0-8-72-15,0 1-5 0,0 2-3 0,0 0-2 16,0 1-2-16,0 1-20 0,0 0-7 15,0 2-6-15,0 0-7 0,0 2 7 16,15 21 10-16,0-1-13 16,-15-18-8-16,0 0-10 0,8 0 8 15,-8 3-5-15,0 27 21 0,0-24-18 16,0 1 2-16,0 1-4 0,0-4-7 16,-18 2-1-16,18 0 4 0,0-3-1 15,-17 2 0-15,17-5-2 0,0-3 1 16,-11 18 0-16,11-9 6 15,0-18-6-15,0-1 4 0,-9 0-5 0,9-2 4 16,0 1 1-16,0-1-5 0,-2 0 5 16,2 0-5-16,0 7 4 15,0-3 3-15,0-6-14 0,0-2 7 16,0-2-8-16,0 0 7 0,0 1 1 16,0-4-2-16,0 0 4 0,0 2-7 15,0-2 8-15,0 0-3 0,16 0 2 16,0 0 0-16,9 0-4 15,-9 0 1-15,23-16 2 16,8 16 2-16,-20 0-2 0,2 0-2 16,0 0-2-16,4 0 8 0,0 0-7 0,4 0 1 15,0 0-1-15,4 0 0 0,3 0-4 16,-1 0-1-16,52 0 1 16,3 0 8-16,-47 0-10 0,1 0 13 15,1 0-7-15,1-15 0 0,1 15 1 16,1 0-2-16,-2 0 3 0,3-13-2 15,55 13 5-15,-9-8-8 16,-55 8-1-16,-1-6 0 0,-3 6 8 16,-1 0-8-16,-2-4 5 0,1 1-3 15,-2 2 2-15,2-3 5 0,4-1-6 16,43-4 3-16,5-3-3 16,-46 6-2-16,5 0-2 0,-2 1 7 0,1-2-5 15,0 1-3-15,0 3 1 0,-1-2-4 16,1 2 3-16,1-1 5 0,0 3 1 15,55-4 0-15,6 3 1 16,-53 1-2-16,2 0-1 0,3 0-1 16,2 0-3-16,69-4 2 0,-69 3 5 15,2 0-4-15,1-2 3 0,-3 2 1 16,-1-1-7-16,-2-1 4 0,2 2-3 16,2-2 2-16,4 0 2 0,-2-1 0 15,79-3-1-15,8-2-7 16,-75 8-18-16,-3-5-23 0,3 0-30 0,-2 0-66 15,-2-2-88-15,-2 0-201 0,-7-2-299 16,0-1-290-16</inkml:trace>
  <inkml:trace contextRef="#ctx0" brushRef="#br0" timeOffset="37927.46">13377 3953 2684 0,'0'-7'-11'0,"0"2"63"0,-17-2 19 0,17-1 19 0,0-11 214 15,0 10-130-15,0 0 39 16,0 2 33-16,0 2 39 0,0-6 260 16,-16 8-330-16,16 0-27 0,0 2-24 0,0 1-17 15,0 0-8-15,0 0 87 0,0 0-130 16,0 0-14-16,0 0-19 0,0 0-4 16,0 0-16-16,0 0 21 0,-19 12-45 15,19-12-9-15,0 0 3 0,-23 17-10 16,23-4 15-16,-36 15 19 0,22-7-11 0,-4 5-11 15,0 3 1-15,-2 7-1 16,-14 39 8-16,17-34-16 0,0 2-2 0,2 0 3 16,3-1-1-16,2-1-2 0,-4 31 4 15,7-38-10-15,5-5 3 0,-1-2-1 16,3-4-3-16,-2-2 5 0,0 13-4 16,0-22 1-16,0 0-17 0,2-2-26 15,-2-3-32-15,-1 3-174 0,3-7 92 16,-2 0-70-16,0-1-121 0,0 0-172 15,-3-2-138-15,-8 1-767 0,6-1 743 16,-3 0 24-16</inkml:trace>
  <inkml:trace contextRef="#ctx0" brushRef="#br0" timeOffset="38310.37">12906 4253 3199 0,'0'-3'-21'0,"0"-1"24"16,0 3 74-16,-20-6 363 0,20 5-51 16,-15 1 0-16,15 0-57 0,-12 1-57 15,12-2-82-15,0-1 67 0,-11 2-163 16,11 1-32-16,0 0-34 0,0 0-14 0,0 0-14 16,0 0 18-16,0 0 9 15,0 20 24-15,0-20 4 0,0 25 2 0,20 13 25 16,-5-15-50-16,-15 2-6 0,17 0 0 15,-17 0 1-15,22 1-9 0,-2 23 10 16,-8-29-19-16,-1 3 6 0,-2-4 2 16,2 1-3-16,-2-2-1 0,12 15 2 15,-13-18-13-15,3 0 2 0,-4-3 0 16,0-2-2-16,2-1 5 0,6-1 4 16,-5-3-4-16,-1-5 0 0,3 0 1 15,3 0-7-15,22-24-3 0,-12-8-1 16,2 12-1-16,3-5-1 0,3-4-26 0,3 2-46 15,38-31-240-15,-37 29 50 16,-4 2-121-16,-2 3-148 0,-1 1-131 0,-1 3-96 16,13-8-877-16</inkml:trace>
  <inkml:trace contextRef="#ctx0" brushRef="#br0" timeOffset="40677.9">18655 3626 2499 0,'2'-6'262'0,"-1"0"179"0,0 4-188 0,-1 0 65 15,0 1 2-15,1-5 271 16,-1 3-205-16,0 1-244 0,0 0-25 0,0 2-28 15,0 0-22-15,0 0-25 0,0 0-26 16,-16 0-13-16,16 0 1 16,0 24 11-16,-19-24 1 0,-14 56 21 15,-14 2-13-15,21-25-9 16,-3 3-14-16,-1-3 1 0,7-1 1 16,-2-2-1-16,3 1 10 0,4-3-7 15,0 0-4-15,-14 25-39 16,6-4-112-16,15-26 21 0,0-3-71 15,2-2-73-15,1-2-143 0,1-4-191 0,0-2-203 16,3-2-145-16,0-3-34 0</inkml:trace>
  <inkml:trace contextRef="#ctx0" brushRef="#br0" timeOffset="41043.96">18152 3876 2890 0,'-5'-6'-21'0,"0"3"168"0,1 1 133 0,-1-1 107 16,2 1 28-16,-6 1-5 16,7 1-257-16,2 0-36 0,0 0 22 15,0 0-8-15,0 23-6 0,0-23-31 16,20 25 49-16,-20 2-85 0,0-10-7 15,21 0 2-15,-21 3 11 0,16-1-6 16,-16 2-7-16,15-1-22 0,-15 1-5 16,15 2-1-16,-9-4-1 0,5 14 29 15,-3-9-18-15,-4-16-23 0,-1 0-4 16,1-4-3-16,-2-1 8 16,4-2 4-16,-1-1 4 0,5 0-2 0,4 0-5 15,31-21-5-15,29-24-68 16,-27 22-48-16,8-2-99 0,6-2-170 15,6 0-271-15,3-2-300 0,2 1-221 16</inkml:trace>
  <inkml:trace contextRef="#ctx0" brushRef="#br0" timeOffset="49508.91">2014 1366 3703 0,'0'-8'10'0,"0"-5"24"0,-21 6-12 0,21 2 32 16,-20 2 86-16,20 3 53 0,-16-2-22 16,3 2 28-16,13 0-179 0,-9 0 2 15,9 0 4-15,0 0 9 0,-9 18 116 16,-5 13-66-16,5-7 5 0,-7 8 8 15,-3 5 33-15,-5 6 10 0,-33 59 121 16,25-46-163-16,-4 3-26 0,2-1-23 16,1-2 5-16,0-2-7 0,-24 40 66 15,29-50-70-15,4-5-9 0,5-4-16 16,2-6-5-16,-8 21 10 0,17-31-14 0,1 0-5 16,2-7-2-16,4-2 3 15,1-3 3-15,0 2 24 0,0-5-9 16,27-4 8-16,-27 0 10 0,30 0 5 0,-7 0 1 15,31-21 34-15,-22 21-49 0,3-22-9 16,6 22-3-16,3-26-3 0,45 1 3 16,-46 14-15-16,-2 11 2 0,4-12 0 15,-6 12-1-15,-6 0 1 0,28 25 12 16,-36-6-4-16,-6 6-1 0,-2 7 7 16,-5 10 1-16,-5 8-8 0,-6 71 7 15,-1-51-20-15,-25 1 0 0,6 4-4 0,-2 0 6 16,-33 64 3-16,27-77-1 15,-2-4-2-15,0-7 3 0,2-5 0 16,1-8 10-16,-19 18 60 0,23-36-15 0,7-6 1 16,1-3-2-16,3-4-4 0,4-4-15 15,-1-2-3-15,6-1-39 0,2 0-12 16,0 0-9-16,0 0 2 0,0 0-8 16,28 0 27-16,-28-15 2 0,37 15-1 15,-9 0 3-15,4 0-1 0,42 0 2 16,-36 0-2-16,4 33 4 0,0-8 1 15,-2 7 2-15,39 57 3 0,-41-29-7 16,1 9-3-16,-1 10 4 0,4 11-4 0,-3 6 3 16,35 103 3-16,-35-96-6 15,1-5-2-15,1-8-9 0,1-6-11 0,0-8-27 16,49 42-142-16,-44-71 32 0,1-7-44 16,1-10-69-16,0-9-217 0,41-10-1097 15,-44-11 351-15,-5-27 104 0</inkml:trace>
  <inkml:trace contextRef="#ctx0" brushRef="#br0" timeOffset="51092.15">2362 1346 3154 0,'13'0'9'16,"0"0"-9"-16,-8 0 33 0,2 0 76 0,-4 0 155 0,3 25 60 16,10 6 257-16,-10-14-426 0,2 1-37 15,-1 2 8-15,1-2 0 0,-1-1 1 16,6 12 83-16,-6-17-126 0,0-3 3 16,-1-3-2-16,1-6 5 0,7 3 97 15,-7-3-99-15,2-22-12 0,5 22-17 16,-1-35-18-16,6 10-11 0,20-38 2 15,-15 26-21-15,1-2-12 0,1-4-5 16,0-2-2-16,1-2-21 0,27-52-112 0,-28 49 14 16,0-2-57-16,-3 3-85 0,19-38-733 15,-12 21-229-15,-21 40 692 16,-3-4-686-16</inkml:trace>
  <inkml:trace contextRef="#ctx0" brushRef="#br0" timeOffset="51375.28">2534 1219 5458 0,'0'1'-4'16,"0"0"13"-16,0-1 30 0,0 0 42 0,0 0 43 16,0 0 217-16,0 0-184 0,0 0-41 15,0 0-43-15,28 0-17 0,3 19 39 16,-12 2-48-16,4-9-4 0,-1 3-10 15,0 0-9-15,1 3-13 0,20 16-1 16,-21-18-7-16,0 1 2 0,-3-5 1 16,2-1-6-16,1-2 3 0,22-1-6 15,-19-8-10-15,5 0-32 0,4 0-39 16,6-33-56-16,61-22-346 0,-41 17 89 0,13-8-216 16,9-8-112-16,8-15-327 15,7-1-98-15</inkml:trace>
  <inkml:trace contextRef="#ctx0" brushRef="#br0" timeOffset="57240.72">21924 8747 2900 0,'0'0'3'0,"0"0"14"0,0 0 0 15,0 0-14-15,0 0 14 0,0 0 51 16,0 0-39-16,0 0-16 0,0 0-36 16,13 0-2-16,-13 0 41 0,0 0 9 15,0 0 1-15,10 0-23 0,-10 0 22 0,0 0-50 16,8 0 53-16,-3 0-44 0,2 0 41 15,1 0-50-15,0 0 13 0,-1 0 2 16,18 0-2-16,-14 0-1 0,1 0 16 16,1 0-19-16,1 0-22 0,3 0 8 15,18 16-19-15,-20-16 1 0,3 15-4 16,-1-15-29-16,-1 9 41 0,12 1-112 16,-15-10 10-16,-2 6-148 0,-1-6-162 15,-2 4-75-15</inkml:trace>
  <inkml:trace contextRef="#ctx0" brushRef="#br0" timeOffset="205500.38">18073 4647 2800 0,'0'-19'86'0,"0"19"8"0,0 0 30 0,0-15 13 0,0 15 34 16,0 0-40-16,0-6 107 0,0 6-140 0,0 0 45 15,0 0 51-15,0 0 16 16,0 0 5-16,0 0 118 0,0 0-208 16,0 0-12-16,0 0-5 0,-23 0-2 0,7 21 46 15,16-7-102-15,-19-14-15 16,19 13-11-16,-13-13-9 0,13 12 2 0,-8-1 17 15,8-11-21-15,-4 8-11 0,4-8 2 16,0 9 3-16,0-3 3 0,0 3 10 16,0-5-8-16,18 1 1 0,-18-1 3 15,14 0 4-15,3 3 14 0,-17-3-17 16,18 0-7-16,-18-1 3 0,16 0-3 16,-16 2 2-16,19 1 18 0,-19-5-6 15,7 0 4-15,-4 3 2 0,-1-1 3 16,-1 2 5-16,0 8 30 0,-1-4-34 0,0 2-7 15,0 0-6-15,0 1 2 0,0 11-3 16,-17-12-12-16,17-1-8 0,0-3 5 16,0 1-5-16,-11-3 1 0,11 3 1 15,0-6 1-15,0-2 1 0,0 1-2 16,0-1 6-16,0 0-41 0,0 0-269 16,0 0-68-16,-9-16-208 0,9 16-96 15,-7 0-190-15,-1-23-913 0</inkml:trace>
  <inkml:trace contextRef="#ctx0" brushRef="#br0" timeOffset="205683.58">18043 4678 4014 0,'0'-12'372'0,"-16"6"-73"0,16 5 32 0,0-3-117 0,0 2-81 0,0-3-70 15,0 4-67-15,0-1-2 0,19-1 0 16,-19 1-3-16,22-3-5 0,5-7-92 15,-13 5-86-15,0 0-158 0,2 1-147 16,-2-1-72-16,1-1-37 0,10-6-764 16</inkml:trace>
  <inkml:trace contextRef="#ctx0" brushRef="#br0" timeOffset="206300.69">18273 4595 3169 0,'0'0'12'0,"0"0"71"0,0 0 329 0,0 0-77 16,0-16-43-16,20 16-56 15,-20 0-24-15,0-13-63 0,21 13 146 0,-6-13-173 16,-15 13-18-16,17 0-27 0,-8-8-5 15,8 8 13-15,-10 0-50 0,2 0-9 16,-2 0-1-16,1 0-4 0,-1 0-18 16,2 0 11-16,-6 0-3 0,1 0 20 15,-4 0 6-15,3 0 10 0,-3 14 8 16,0-14 60-16,0 16-70 0,0-7-9 16,0 1-8-16,0 2-14 0,-17 10 10 15,0-9-20-15,17-1 2 0,-18 1-2 16,18-1 1-16,-17-4 1 0,4 12 6 0,13-13-12 15,-10 0-2-15,10-2-3 16,-5-2 4-16,5 0 2 0,0 0 14 0,-3-3 1 16,3 0 8-16,0 0 1 0,0 0-2 15,0 0 11-15,0 0-20 0,0 0 2 16,20 0-2-16,-20-17 1 0,15 17-8 16,4 0-2-16,-8 0-8 0,0 0 0 15,-3 0 3-15,1 0 0 0,-2 0 4 16,5 0 12-16,-7 0 1 0,-1 0 8 15,0 0-2-15,0 0 6 0,4 17 16 16,-6-17-22-16,3 14 0 0,-3-14-5 0,2 11 8 16,-3-11 1-16,3 19 30 15,-4-13-26-15,0 2 2 0,0 1 5 0,0 1-2 16,0 2-4-16,0 12 8 0,-25-12-31 16,25-1-3-16,-18-1-4 0,18 2-1 15,-36 6 0-15,21-11-20 0,2 0-43 16,-27 5-378-16,26-12 204 15,4 0-141-15,-2 0-230 0,2 0-178 16,-5-17-1511-16</inkml:trace>
  <inkml:trace contextRef="#ctx0" brushRef="#br0" timeOffset="211182.65">20603 4495 2876 0,'0'0'275'0,"9"0"210"0,-9 0 97 0,0-19 398 16,0 8-555-16,0 11-328 16,0 0-24-16,0-11 5 0,0 11 5 0,0-7 7 15,0 7-14-15,0-6-17 0,0 3-15 16,0 1-18-16,0-4 18 15,0 2-14-15,0-1-20 0,16 4 2 16,-16-3 4-16,0 1-11 0,0 0 5 16,14 0-1-16,-14 0 1 0,10 1 7 0,-10-2-4 15,13 1 1 1,-6 1-7-16,-5 1-1 0,0 1 1 16,-1 0-3-16,-1 0 3 0,0 0 8 0,0 0 39 15,0 0-18-15,0 22 3 0,0-22 6 16,0 21 7-16,0-8-3 0,0 3-8 15,0 2-19-15,-19 1-3 0,19 0-4 16,-17 2-1-16,-2 17 36 16,4-4-15-16,15-18-24 0,-12-3-2 15,12-1-6-15,0-3-2 0,-5-1 0 16,5-1 1-16,0-3 1 0,0 0-1 16,0 2 6-16,20-1 7 0,-20-5-9 15,21 1-4-15,-21-1-2 16,29 0-2-16,-13 0-10 0,5 0-12 0,-1-19-39 15,-1 19-59-15,0-19-83 16,18 0-448-16,-4-2-615 0,-17 10 241 16,-1 1-211-16</inkml:trace>
  <inkml:trace contextRef="#ctx0" brushRef="#br0" timeOffset="211615.08">21036 4426 4576 0,'-14'0'124'0,"14"0"102"0,0 0 70 0,-12 0 19 0,12 0-84 0,0 0-59 16,-11 0-46-16,11 0-15 0,-9 18-10 16,-3-1 59-16,2 4-64 15,6-21-57-15,1 22-5 0,1-9-3 16,2-2-4-16,0 14 22 15,0 0-12-15,0-15-28 0,17 1 3 16,-17 0-2-16,21 7 25 16,-4-4 8-16,-6-9-22 0,-1 1 0 0,-1-4 1 15,3 0-2-15,-2-2 4 16,1 0 4-16,1 0-1 0,-1 0-2 0,-1 0 4 16,13-22 16-16,-5 0-10 15,-12-1-16-15,-1 9-6 0,-3-1 8 16,1 0-1-16,-2-1-12 0,-1 1 3 15,0-2-8-15,0 3-3 0,0-3 5 16,-28-6-7-16,2 5-8 16,10 12-14-16,-3 2-14 0,1-1-27 15,0 5-51-15,-1-1-41 0,1 1-64 16,2 0-79-16,1 0-126 0,2 0-302 0,-5 0-1586 16</inkml:trace>
  <inkml:trace contextRef="#ctx0" brushRef="#br0" timeOffset="-182086.38">18103 4879 2757 0,'0'0'18'0,"0"0"17"0,0 0 21 0,0 0 12 0,0 0-42 15,0 0 30-15,0 0-37 0,0 0 13 16,0 0-13-16,0 0-4 0,0 0-12 16,0 0 0-16,0 0 10 0,0 0 51 15,0 0-13-15,0 0-10 0,0 0 22 16,0 0-26-16,0 0 31 0,0 0 13 0,0 0 12 16,0 13-8-16,0-13 52 0,0 0-100 15,0 0 22-15,0 0 5 0,0 8-53 16,0-1 41-16,0-7-71 0,0 7 51 15,0-3-32-15,0 0-19 0,-13 0 47 16,13 2-11-16,0-3 14 0,0 0-18 16,-6 0-11-16,6-2 74 0,0 3 32 15,-4 3 120-15,4-6-116 0,-2 4-29 0,-1-3 2 16,3 2 3-16,-5 1 50 0,3-3-80 16,0 0-5-16,2 0-19 15,-6 1 0-15,2 2-30 16,3-5 4-16,-2 2-9 0,0 0 25 15,-1 1-23-15,-6 4 17 0,1-2-14 16,1 1 13-16,-1-2-1 0,-1 1 6 16,-8 6 17-16,10-6-16 0,-2-1-12 15,3 0-25-15,0-1 26 0,0 0-11 16,-1 3 37-16,3-5-35 0,2 0 11 16,0 0 2-16,2-1 3 0,0 2 100 15,0-2 41-15,-1 0-83 0,1 0-64 16,-1 0-13-16,-1 0 3 0,-2 0-3 15,1 0 2-15,-3-14-3 16,2 14-1-16,-1 0 1 0,2-9 1 0,0 9 0 16,2 0 2-16,-2-4 2 0,2 4-4 15,1 0 3-15,0-4 22 0,1 4 6 16,-1-2 38-16,0 2-54 0,0-1-5 16,0-1-1-16,1 2 2 0,0-1-1 15,-1 1 0-15,0 0-10 0,1 0-3 16,0 0 3-16,0 0-9 0,0 0-4 15,0 0 6-15,0 0 7 0,0 0-3 16,0 0-2-16,0 0 4 0,0 0-6 0,0 0 7 16,0 0 0-16,0 0 2 15,0 0-4-15,0 0 2 0,0 0-1 16,0 0 1-16,0 0-2 0,0 0-5 16,0 0 0-16,0 0-3 0,0 0 4 15,0 0 1-15,0 0 0 0,0 0-2 16,0 0 0-16,0 0 1 0,0 0 2 15,0 0 1-15,0 0 3 0,0 0 0 16,0 0-7-16,0 0 3 0,0 0 2 16,0 0 2-16,0 0-3 0,0 0 1 15,0 0-3-15,0 0 0 0,0 0 4 0,0 0 3 16,0 0 0-16,0 0-5 0,0 0-1 16,0 0-1-16,0 0-8 0,0 0 0 15,0 0-2-15,0 0-19 0,0 0-36 16,0 0-68-16,0 0-511 0,0 0 128 15,0 0-65-15,0 0 24 0,0 0-209 16</inkml:trace>
  <inkml:trace contextRef="#ctx0" brushRef="#br0" timeOffset="-138926.86">18422 10386 2983 0,'7'-10'13'0,"2"2"-3"0,3-6 16 0,-6 7-26 0,-2 3 0 0,2-1-13 16,-1 3 22-16,1-1-90 0,-4 2 31 15,1 1-5-15,0 0-19 0,0 0 31 16,-1 0-35-16,1 0-7 0,0 0 97 15,-1 0 4-15,-1 0-20 0,-1 0 42 16,0 0-15-16,2 0 109 0,-2 0-101 16,0 0 8-16,0 0-29 0,0 0 14 15,0 0 27-15,0 0 47 0,0 0-51 16,0 0 15-16,0 0-1 0,0 0 33 16,0 0 135-16,0 0-118 0,0 0 14 15,0 0-7-15,0 0 41 0,0 0 8 0,0 0 171 16,0 0-199-16,0 0-5 0,0 0-13 15,0 0-1-15,0 0 11 0,0 0 92 16,0 0-134-16,0 0-30 0,0 0-14 16,0 0-6-16,0 0-9 0,0 0-21 15,0 0-4-15,0 0 8 0,0 0 4 16,0 0 5-16,-12 0 6 0,12 0-28 16,-9 15-1-16,9-15 4 0,-11 0 6 15,4 15 10-15,-5-1 6 0,6-6-19 0,0-1-1 16,-1 1 2-16,2-1 2 15,-1 5-4-15,5-8-9 0,-1 0 2 16,0 0-1-16,2-2 9 0,0 1-3 0,-1 2 7 16,1-3-16-16,0-1 11 0,0-1-7 15,0 0 7-15,0 2 3 0,0 0 12 16,0-2-14-16,0 0 7 0,0 2-5 16,0-2-3-16,15 1 7 0,-15 0-7 15,0-1 3-15,0 3-7 0,13-1 3 16,-13-1-3-16,8 0 15 0,-8 1-12 15,6 0 3-15,-6 0-6 0,10 0 0 16,-1 4 22-16,-2-2-8 0,-2-1 0 0,3 0-3 16,-3 2 1-16,0 1-2 0,4 2 24 15,-7 0-13-15,1-3 7 0,-2 2 6 16,-1 0-1-16,0 3 0 0,0 10 9 16,0-8-34-16,-21 0-5 0,21 2 0 15,-16-1-5-15,-1 10 3 0,17-12-4 16,-16-3 2-16,16-1-3 0,-14 0-18 15,14-3-27-15,-19 1-201 0,12-5 4 16,2 0-150-16,0 0-127 16,-3-25-1164-16,8 0 1332 0,0 8-170 15</inkml:trace>
  <inkml:trace contextRef="#ctx0" brushRef="#br0" timeOffset="-138726.41">18386 10365 3520 0,'0'0'21'0,"0"0"10"0,-10 0 33 16,10 0 59-16,0 0 83 0,0 0 55 15,0 0-8-15,0 0 108 0,18 0-247 16,-18 0-21-16,40 0 39 16,-40 0-135-16,21 0-7 0,-7 0 0 15,13 0-169-15,-14-15-34 0,-2 15-135 0,1-13-52 16,0 13-39-16,2-13 34 15,7-4-822-15</inkml:trace>
  <inkml:trace contextRef="#ctx0" brushRef="#br0" timeOffset="-138143.24">18681 10346 3373 0,'0'0'58'0,"19"0"379"15,-19 0-67-15,0-17 43 0,13 17-66 16,-13 0-72-16,0-14-72 0,10 14 30 16,-1-15-145-16,-9 15-13 0,7-12-21 15,-2 12-15-15,-2-8-12 0,5 0 10 16,-5 8-21-16,1-4-3 0,-1 2-6 15,0 2-5-15,5 0-7 0,-7 0 5 16,1 0 0-16,-2 0 8 0,0 0 5 16,0 0 13-16,2 17 39 0,-2-17-34 0,0 0-10 15,0 22-3-15,0-22-8 0,0 15-2 16,0 2 1-16,-17-9-2 16,17-2-5-16,0 2 4 0,0-2-4 0,0 3 13 15,-10-5-1-15,10-1 8 0,0-2-3 16,0 3 5-16,0-1-1 0,0 5 7 15,0-2-23-15,0-2-4 0,-5 2-1 16,5-1-2-16,0 1 5 0,0 0 2 16,0-4-1-16,0-1-2 0,0 1 7 15,0 0 4-15,18-1 33 0,-18-1-22 16,0 0-5-16,20 0-5 0,-10 0-6 16,3 0-5-16,12 0 7 0,-13 0-6 0,-1 0-3 15,0 0-2-15,-3 0 0 0,-2 0 4 16,0 0 53-16,-5 0-6 0,-1 0 1 15,0 25-15-15,0-25-11 0,-22 42-10 16,22-23-15-16,-30 0-3 0,10 3-3 16,-2 0-21-16,0-2-42 0,-26 19-191 15,24-20 59-15,4-3-84 0,3-4-186 16,2-2-207-16,5-1-347 0,-9-3-1377 16</inkml:trace>
  <inkml:trace contextRef="#ctx0" brushRef="#br0" timeOffset="-136110.97">23511 9275 4373 0,'0'-4'134'0,"0"1"85"0,0 2 112 0,0-1 16 0,-17 0-57 16,17 1-23-16,0 1-245 0,0 0-22 0,0 0-3 15,0 0 9-15,0 0 7 16,0 0 61-16,-10 20-36 0,10-20-2 0,0 17-21 15,-10-17 0-15,10 19-7 0,-7-3 4 16,3-9-8-16,4 1 1 0,0-4-2 16,0-4 5-16,0 9 14 0,0-7 0 15,0 0 1-15,0-1-4 0,18 0 1 16,-18 0-8-16,21 4 6 0,-21-3-10 16,18 1-3-16,-18-1-1 0,16 0-1 15,-6 1-4-15,3 2 11 0,-7-3-4 16,0-1 8-16,0 4 1 0,-2-3 13 15,2 9 38-15,-2-5-34 0,-4 2-9 16,0 3-10-16,0 1 1 0,0 1-8 16,0 14 3-16,-22-15-7 0,22 0-2 0,-16 3-3 15,16-3-23-15,-20-2-36 0,0 10-193 16,9-11 43-16,0-1-113 0,-1-1-141 16,1-4-149-16,-8 1-667 0,12-4 742 15,-1 0-62-15,1 0-83 0</inkml:trace>
  <inkml:trace contextRef="#ctx0" brushRef="#br0" timeOffset="-135960.15">23467 9351 3163 0,'0'-2'12'0,"8"-2"3"16,-8 0 47-16,0 2 8 0,5-2 71 0,-1-2 116 16,-1 3-158-16,1 1-88 0,0-1 13 15,1 0-36-15,1 2-66 0,11-6-252 16,-7 4 98-16,5-4-227 0,0 0-122 15,3-1-110-15</inkml:trace>
  <inkml:trace contextRef="#ctx0" brushRef="#br0" timeOffset="-135392.14">23938 9192 4466 0,'0'0'93'16,"0"4"77"-16,-7-4 96 0,7 0 372 15,0 0-409-15,0 0-78 0,0 0-66 16,0 0-5-16,0 0 3 0,0 0 94 16,20 0-115-16,-20 0-14 0,18 0-11 15,-18 0-1-15,23-13 16 0,-2 13-34 16,-11 0-6-16,-1 0 3 0,20 0 20 15,-20 0-29-15,-2 0 1 16,-1 18 3-16,2-18 23 0,-6 18-11 0,-2-18 0 16,0 19 0-16,0-6-5 0,0 16 6 15,-26-12-15-15,26 0-1 0,-21 0-5 16,21 1-2-16,-24-4 0 0,6 9 0 16,18-15 2-16,-12-2-2 0,12 0 1 15,0-4 2-15,-7 0 2 0,7-2 28 16,0 0-9-16,0 0 4 0,0 0-1 15,0 0 9-15,18 0 33 0,-18-17-42 16,23 17-7-16,-6 0-4 16,46-32 55-16,-44 32-47 0,1-10-3 0,-1 10-6 15,10 0 14-15,-17 0-16 0,-2 0 6 16,0 0-4-16,11 37 39 16,-16-37-39-16,0 25-3 0,-2 5 16 15,-3-14-16-15,0 1-2 0,0 4-1 16,-20 0-5-16,20 1 2 0,-42 22-5 15,21-21 0-15,-2-2-13 0,-1 0-7 16,0-2-25-16,-2-3-33 0,-23 6-181 16,26-17 79-16,1-4-34 0,4-1-31 15,2 0-64-15,-3-19-597 0,13-11 281 0,4 13-61 16,2-3-33-16,0-1-123 0,0 2 83 16</inkml:trace>
  <inkml:trace contextRef="#ctx0" brushRef="#br0" timeOffset="-134910.9">23519 9338 3653 0,'0'0'238'0,"0"0"46"0,0 0 177 0,0 0-317 0,0 0-57 16,0 0-3-16,0 0-3 0,0 0-17 15,0 0 73-15,0 0-57 0,0 0 0 16,22-13-8-16,-22 13-9 0,23 0-19 15,4-11 3-15,-10-2-40 0,0 9-10 16,1-3-12-16,-1 2-75 0,16-8-470 16,-19 8 33-16,1 0-36 0,-2 0-157 15,-3-1-83-15,-3 4 58 0</inkml:trace>
  <inkml:trace contextRef="#ctx0" brushRef="#br0" timeOffset="-104399.32">17249 11217 3605 0,'-13'14'-10'0,"-2"-14"10"0,1 0 66 15,-12 0 480-15,15 0-180 0,-3 0-88 16,7 0-143-16,2 0-73 0,3 0-90 16,0 0-40-16,2 0 39 0,0 0 6 15,0 0-1-15,0 0 15 0,21 0-2 16,1 0 3-16,-22 0-2 0,29 0 4 15,-12 0-2-15,3 0-3 0,20 0 6 16,-20-13-33-16,-1 13-71 0,-3 0-140 16,0 0-97-16,-6 0-49 0,8 0-178 15,-14 0 422-15,-2 0-32 0,-2 0-206 0,0 16-131 16,0-16-131-16</inkml:trace>
  <inkml:trace contextRef="#ctx0" brushRef="#br0" timeOffset="-104249.49">17221 11368 3120 0,'-22'13'37'16,"1"0"35"-16,-1 1 52 0,3-4 100 15,-15 5 421-15,22-9-353 0,2-3-80 16,3-1-117-16,3 0-91 0,4-2-59 16,0 0-52-16,20 0 87 0,-20 0 33 15,36-21-11-15,-10 21 1 0,3-20-8 16,40-1-26-16,-32 9-60 0,0 4-148 0,-1-2-104 16,-4 10-79-16,24-19-767 15,-34 19 497-15</inkml:trace>
  <inkml:trace contextRef="#ctx0" brushRef="#br0" timeOffset="-103982.65">17415 11197 3605 0,'-12'-7'66'0,"1"2"110"0,1 1 156 16,-5-5 373-16,9 5-491 0,3 2-154 0,1 2-74 15,2 0-28-15,0 0 6 16,26 0 24-16,-26 0 12 0,29 0 9 0,-10 0 4 15,1 0 2-15,-1 14-5 0,17-14 75 16,-21 14-26-16,-1-14 31 0,-4 16-14 16,-10-4-22-16,9 19 24 0,-9-12-55 15,0 3-6-15,0 3-5 0,-32 4 0 16,32 1-12-16,-51 31-24 0,33-32-124 16,-2-1-128-16,3-2-147 0,1-1-136 15,5 11-374-15,-3-22 435 0,14-5-96 16,0-4-74-16</inkml:trace>
  <inkml:trace contextRef="#ctx0" brushRef="#br0" timeOffset="-103565.92">18189 11118 4685 0,'0'-2'89'0,"0"-2"230"0,0 3-124 16,0 0-76-16,0 1-57 0,0-2-30 15,0 1 100-15,17 1-3 0,-17-1 16 16,27-2-24-16,-10 1-17 0,0 0-24 0,20-2 35 16,-20 2-93-16,-4 2-3 0,0-1 1 15,-4 1 15-15,-2 0 7 0,0 0 47 16,-3 0-43-16,-4 20 16 0,0-20 10 15,0 22 1-15,-19 12 22 0,19-13-77 16,-23 2-7-16,23 1 3 0,-27 2 2 16,15 1 0-16,-14 16 8 0,14-21-18 15,5-4-5-15,7-1 1 0,-12-3 0 16,12-2 0-16,-4 4 8 0,4-10 0 0,0-1-2 16,0-4 0-16,30 0-2 15,6-1-1-15,-12 0-11 0,6 0-8 16,3-26-36-16,4 26-69 0,1-25-53 0,39-6-425 15,-39 14 102-15,-1 0-182 0,1 1-131 16,-4-3-352-16,-2-2 168 0</inkml:trace>
  <inkml:trace contextRef="#ctx0" brushRef="#br0" timeOffset="-103216.31">18886 11068 3661 0,'-17'24'112'0,"17"-24"137"15,-17 0 96-15,17 23 66 16,-16-23-53-16,-2 40 69 0,11-23-298 0,0 1-35 16,2 4 10-16,2-3 1 0,3 14 40 15,0-19-83-15,0-1-7 0,18-3 0 16,-18-3 2-16,22 0-15 0,2-2 18 16,-6-5-45-16,0 0-4 0,0 0-6 15,4 0-5-15,0-24 3 0,21 0 2 16,-22 9-2-16,-3 2-2 15,19-34 5-15,-30 32 19 0,-5 1 17 16,-2-1 2-16,0-10 28 0,0 15-68 16,-31-1-2-16,31 2-4 0,-36 4 0 0,14 1 1 15,-27 2 1-15,22 2-3 0,4 0 3 16,0 0-2-16,1 0-4 0,-9 22-5 16,19-22 3-16,2 23-28 0,4-23-46 15,2 21-50-15,4-9-67 0,0 13-403 16,0-14 147-16,24 2-142 0,-24-4-27 15,33-3-301-15,-12-2 27 0</inkml:trace>
  <inkml:trace contextRef="#ctx0" brushRef="#br0" timeOffset="-102965.81">19515 11072 4450 0,'-20'0'167'0,"20"0"431"16,-13 0-256-16,13 0-112 0,0 0-96 16,0 0-44-16,0 0-57 0,0 0-23 15,0 0 14-15,0 0 20 0,19 0 7 16,-19 0 3-16,24 0-21 0,9 0-5 16,-12 0-27-16,3 0-1 0,0 0-1 0,3-14-2 15,22 14-85-15,-25-10-84 0,-3 10-188 16,-2 0-225-16,-4 0-176 15,0 0-314-15</inkml:trace>
  <inkml:trace contextRef="#ctx0" brushRef="#br0" timeOffset="-102799.44">19688 11185 4072 0,'-36'33'562'0,"18"-16"-151"0,1-2 26 16,-1-3-132-16,4-2-104 0,-10 7-37 15,17-13-157-15,2 1-15 0,4 0 1 16,1-3-4-16,0-1-1 0,26-1-7 15,-26 0 15-15,37 0 3 0,-10-20-6 0,4 20-35 16,5-22-136-16,47-11-824 16,-38 16 206-16,4-3-260 0,-3 2 169 15</inkml:trace>
  <inkml:trace contextRef="#ctx0" brushRef="#br0" timeOffset="-102433.32">20148 10892 3530 0,'0'15'31'0,"-7"-15"-12"15,7 0 49-15,0 0 100 0,0 0 1 0,25 0 21 16,4 0 27-16,7 0 207 16,-16-14-204-16,23 14 165 0,-20 0-236 15,-1-14 23-15,0 14-23 0,1-9-28 16,20 3 72-16,-24 6-134 0,-2-5-6 15,-2 5-4-15,-3 0 6 0,-2-3 1 16,1 3 80-16,-7 0-71 0,-1 0 15 16,-1 18-5-16,0-18-2 0,0 17-20 15,3 8-7-15,-3-10-39 0,-1 1 1 16,0 2 3-16,1 2-6 0,-2 21 10 16,0-20-10-16,0 0-1 0,0 1-1 0,0 0-1 15,0 0-9-15,-20 17-15 0,5-20-40 16,15-1-55-16,-20-2-63 0,20-1-65 15,-17-5-39-15,5 5-584 0,12-13 206 16,-8-2-68-16,8 0-162 0,-8 0-9 16</inkml:trace>
  <inkml:trace contextRef="#ctx0" brushRef="#br0" timeOffset="-102266.32">20362 11112 4378 0,'-6'0'165'15,"-1"0"178"-15,1 0 47 0,-4 0 261 16,5 0-504-16,2 0-60 0,1 0-44 15,0 0-19-15,2 0-8 0,0 0 52 0,0 0-19 16,18 0-3-16,-18 0-15 0,25 0-4 16,-5 0-12-16,26 0-5 0,-20 0-12 15,-1-20-5-15,1 20-5 0,-1 0-79 16,18-16-442-16,-26 16-96 0,-1-11-154 16,-2 11-274-16,-3-8-190 0</inkml:trace>
  <inkml:trace contextRef="#ctx0" brushRef="#br0" timeOffset="-102099.05">20687 11064 5275 0,'0'0'122'15,"0"0"32"-15,0 0 119 0,0 0-245 16,0-16-38-16,0 16 5 0,0 0 1 16,0 0-4-16,0 0 6 0,0 0-41 15,17 0-111-15,-17 0-177 0,0 16-213 16,0-16-150-16,14 0-1225 0</inkml:trace>
  <inkml:trace contextRef="#ctx0" brushRef="#br0" timeOffset="-101716.44">21136 10853 3701 0,'0'-2'77'0,"0"0"340"0,0 2-37 16,0 0 14-16,0 0-58 0,0 0-26 16,0 0-98-16,0 0 143 0,0 0-188 15,0 15-19-15,0-15-40 0,0 0-22 16,-19 12-32-16,19 1 3 0,0-13-39 0,-12 11 0 16,12-4-5-16,0 0 3 0,0 3 19 15,0-4-10-15,0-1 0 16,27 2 1-16,-27-2 3 0,16-1-4 0,5 7 19 15,-21-8-30-15,24 0-4 0,-11 1-2 16,0-1-3-16,0 0-1 0,16 5 4 16,-18-4-3-16,-1 1 9 0,-1 1 0 15,-2 0 5-15,3 11 16 0,-10-9-16 16,0 4-2-16,0 1-2 0,0-1-2 16,-23 3-5-16,-10 19-18 0,13-18-22 15,-1 3-47-15,-2-3-56 0,1 0-58 0,1-1-47 16,-10 5-341-16,19-15 98 15,4-4-165-15,8-1-131 0,-7 0-329 16</inkml:trace>
  <inkml:trace contextRef="#ctx0" brushRef="#br0" timeOffset="-101515.81">21182 10840 5381 0,'0'-1'93'15,"4"1"52"-15,-4 0 237 0,0 0-225 16,0 0-43-16,0 0-36 0,0 0-32 15,0 0-30-15,0 0 34 0,0 0 4 16,17 0 2-16,-17 0-13 0,27 0 15 0,-6 0-19 16,35-15 13-16,12 15-165 15,-30-18-7-15,2 18-88 0,-1-16-102 16,0 16-252-16,-2-15-388 0,-2 6-249 16</inkml:trace>
  <inkml:trace contextRef="#ctx0" brushRef="#br0" timeOffset="-100916.45">21865 11075 5070 0,'-5'7'-17'0,"4"-2"3"0,1 0-8 0,0-5 150 0,0 0 4 16,20 0 2-16,-20 0-14 0,28-19-104 16,6 19-10-16,-13-20-1 0,3 20 21 15,1-21 34-15,1 10 6 0,-1-3 6 16,18-10 23-16,-24 10-35 0,0-1 15 15,-5 1 0-15,-3 2 11 0,1-13 50 16,-8 15-51-16,-4 1-6 0,0 1 26 0,0 3-15 16,0 2-36-16,0 0-12 0,-21 3-40 15,21 0-5-15,-42 0 9 0,6 26 66 16,18-3-33-16,-2-9 10 16,3 2-17-16,-13 19 22 15,8 5-27-15,13-19-20 0,2-2 1 16,4 0-3-16,3 1-1 0,0 0-3 15,0-2-10-15,23 0 12 0,-23-3-13 16,67 11-33-16,2-7-177 16,-31-15 7-16,6-3-79 0,0-1-150 15,0 0-367-15,-2 0-265 0,-3-26-325 0</inkml:trace>
  <inkml:trace contextRef="#ctx0" brushRef="#br0" timeOffset="-100550.01">22823 10628 5877 0,'-4'0'209'0,"3"0"-49"0,-1-14 33 0,2 14-81 16,-1 0-24-16,1 0-43 0,0 0-33 16,0 0-9-16,0 0-2 0,0 0 2 15,0 0 8-15,0 0 138 16,0 0-67-16,0 0-3 0,15 17-47 16,-15-17-8-16,0 24-10 0,0-10-7 15,13 4-4-15,-13 2 0 0,0-1-3 16,0 2 4-16,0 0-4 0,0 18-11 15,0-21-14-15,0 0-35 0,0-5-50 16,-16 0-59-16,16-4-56 0,0-3-38 16,0 0-26-16,0-4-81 0,0-2-177 0,25 0-1287 15</inkml:trace>
  <inkml:trace contextRef="#ctx0" brushRef="#br0" timeOffset="-100283.18">23054 10630 4903 0,'2'-21'309'15,"-2"13"-68"-15,0 4 8 0,0 0-79 0,0 1-58 16,0 1-45-16,-21 2-16 16,21 0 0-16,-16 0 23 0,16 0 17 0,-39 21 121 15,7-2-30-15,14-19-97 16,0 25-13-16,-1-11-12 0,4-1-10 16,0 1-28-16,3 0-9 0,1-1-8 15,0-2-2-15,6 2 3 0,0 7 11 16,5-5 8-16,0-8-21 15,30-2-1-15,-11-2-3 0,30 2-14 16,10-4-58-16,-26-1-19 16,0 0-47-16,-2 0-55 0,19 0-391 15,-13-18-579-15,-25 18 199 16,0-14-240-16</inkml:trace>
  <inkml:trace contextRef="#ctx0" brushRef="#br0" timeOffset="-100099.88">23352 10687 5964 0,'0'0'93'0,"1"-2"21"0,-1-1 107 16,0 3-141-16,0 0-80 16,0 0-7-16,0 0-4 0,0 0-226 15,0 0-8-15,0-1-207 16,0 1-299-16,16-1-264 0</inkml:trace>
  <inkml:trace contextRef="#ctx0" brushRef="#br0" timeOffset="-99766.6">23662 10534 5762 0,'0'-2'219'16,"0"-2"-79"-16,-15 4-56 0,15 0 10 0,0 0 1 15,0 0 4-15,0 0 2 0,-14 17-27 16,14-17-19-16,0 17 16 16,0-17 2-16,0 14-39 0,0-14 4 15,0 11-6-15,0-11 1 0,0 12 0 16,22-7-4-16,-22 1-8 0,17 0-1 16,-17 2-6-16,21-1-5 0,6 9 4 15,1-2-5-15,-15-7-8 16,0 0 0-16,-2 0-8 0,-2-2 5 15,4 8 16-15,-12-9 1 0,0 2-5 16,-1 0 2-16,0 2-13 0,0 0 6 16,-31 0-8-16,31 2-29 0,-33-1-39 0,12 0-77 15,0-1-99-15,-23 5-724 16,10-10-1175-16,20-3 683 0</inkml:trace>
  <inkml:trace contextRef="#ctx0" brushRef="#br0" timeOffset="-99599.55">23727 10505 6160 0,'7'-4'54'15,"-7"2"44"-15,4-1 35 0,-1 0 74 16,1 1-172-16,-1 1-36 0,1 0-1 16,10-1 4-1,9-3-92-15,-7 2-64 0,3 0-110 0,1-1-188 16,3 0-288-16,29-8-1573 15</inkml:trace>
  <inkml:trace contextRef="#ctx0" brushRef="#br0" timeOffset="-99183.35">24188 10338 5279 0,'0'0'42'15,"0"0"159"-15,0 0 29 0,0 0-162 16,0 0 2-16,0 0 15 15,0 0 21-15,24 0-3 0,-24 0-16 0,25 0 0 16,-12 0-18-16,19 0 93 16,-1 15-23-16,-17-15-87 0,-1 0-22 15,0 13-3-15,-3-13 9 0,-4 15 6 16,-1-6 10-16,-4 1-16 0,-1 2-12 16,0 0-5-16,0 2-10 0,-25 16 6 15,-6-4-13-15,0-13-6 16,17-1 4-16,14-3 0 0,-23 1 2 15,12 2-1-15,11-7-3 0,0-1 4 16,0-1 2-16,0 0 3 0,0-1 10 0,0-1-2 16,0 1 12-16,0 0-4 15,21 1-5-15,-21 0-3 0,48 6 13 16,3 3 27-16,-22-5-27 0,0 1-12 16,0 0-1-16,-4 1-2 0,-3 0 4 15,-3 0 0-15,-5-1-1 0,-3 1 1 16,-6 8 6-16,-28 3-18 15,0-7-10-15,-8 0-29 0,-7 2-47 16,-5 0-92-16,-8 2-160 0,-2 0-323 16,0 2-410-16,-2-5-360 0</inkml:trace>
  <inkml:trace contextRef="#ctx0" brushRef="#br0" timeOffset="-61756.36">17751 12655 3107 0,'-12'0'22'0,"-4"0"15"0,0 0 44 0,0-16 34 0,-12 16 166 15,14 0-182-15,4 0-37 0,3 0-40 16,2 0-32-16,4 0-57 0,1 0 58 0,0 0-23 16,0 0 20-16,20 0 34 0,-20 0-10 15,17 0 17-15,0 0-7 0,-17 0-54 16,18 0 32-16,-18 0 10 0,20-14-41 15,4 14 62-15,-6-11-31 0,2 11 10 16,4-9-10-16,3 9-22 0,33-16 22 16,-28 10 0-16,1 1 0 0,-1 0-22 15,-3 1 32-15,-3 3-10 0,16-2-104 16,-26 2-10-16,-3 1-33 0,-4 0 26 16,-1 0 23-16,-5 0 14 0,-3 0-33 15,0 14 43-15,0-14 12 0,-25 13 23 16,25-13-11-16,-27 16 39 0,-5-1 7 15,13-4 26-15,0-1-4 0,-3 1 11 16,0 0-33-16,-25 10-7 0,22-10 18 0,1-1 46 16,2-2-18-16,0 0 3 0,2 0 35 15,-11 5 27-15,14-7-69 0,4 0 0 16,0-2 36-16,0 0 50 0,2-2 65 16,-3 6 290-16,8-6-280 0,4 1-43 15,1-1-61-15,1 0-60 0,0 2-43 16,0-4-20-16,0 0 23 0,24 0 6 15,-24 0 8-15,29 0 0 0,18-21-11 16,-19 5 20-16,5 16-1 0,0-17-16 0,2 17 2 16,0-17-6-16,31 9 14 0,-37 8-6 15,-2 0-75-15,-1-6-97 0,-6 6-53 16,11 0-316-16,-18 0 305 0,-5 0-125 16,-2 0-192-16,-3 0-114 0</inkml:trace>
  <inkml:trace contextRef="#ctx0" brushRef="#br0" timeOffset="-61389.29">18009 12479 2289 0,'-16'-7'346'0,"0"0"173"0,0-1 72 0,2-2-35 0,-1 2-141 16,4-1-108-16,2 1-74 0,-3-3 30 15,10 5-213-15,2 4-54 16,0 2-4-16,0 0 3 0,0 0 5 16,21 0 21-16,-21 0 1 15,16 15 7-15,-16-15-3 0,39 0 30 16,-4 13-28-16,-15-13-21 16,3 13-4-16,0-13-2 0,5 15-6 15,0-5 4-15,1 3 7 0,-1-1-3 0,3 2 2 16,-2 0-5-16,-1 4 0 0,-1-1-2 15,20 15 11-15,-30-19-4 0,-1 0 7 16,-5 0 10-16,-3 2 32 0,-4-3 15 16,-4-1 19-16,0 3-17 0,0 3-28 15,-39 1-19-15,14 4-27 0,-57 32-98 16,-33 15-585-16,50-33-174 16,-4 0-274-16,0-2-189 0</inkml:trace>
  <inkml:trace contextRef="#ctx0" brushRef="#br0" timeOffset="-60055.85">19624 12334 4617 0,'-4'0'143'0,"1"0"113"0,-1 0-9 0,3-25 284 0,1 5-389 15,0 20-17-15,19-25-78 0,-19 12-8 16,22-1-22-16,-22 0 1 0,31 1-5 0,-13 0-9 15,0 3-2-15,1 1-1 0,16-4-1 16,-7 12-8-16,-18 1 6 16,-2 0 4-16,-3 0 6 0,-2 0 9 15,-3 17 13-15,0-17 10 0,0 22 0 16,0-9-8-16,-51 27 1 16,9 6-22-16,19-21-12 0,-1-2 1 15,4 0-4-15,1-2 4 0,6-1 1 16,2-3 7-16,11-1 8 0,-8-3-3 0,8-1-1 15,0 3 7 1,27-11-3-16,60-4-11 0,-56 0-7 16,2-26 2-16,5 26-6 0,3-19 4 15,4 19-2-15,0-21-3 0,0 21 7 16,38-19-10-16,-20 4-24 16,-41 7-1-16,-7 8 1 0,-6 0 8 15,-6-6-14-15,-3 6-7 0,0-5-23 16,0 4-4-16,-24-4-3 0,24 3-15 15,-18-3-18-15,18 2-68 0,-18-6-339 16,18 3 152-16,0 2-108 0,0 0-168 0,0-1-184 16,0-1-114-16,0 0-22 15</inkml:trace>
  <inkml:trace contextRef="#ctx0" brushRef="#br0" timeOffset="-59722.14">20279 12234 4066 0,'0'0'239'0,"0"0"328"0,0 0-276 16,-15 17-129-16,15-17-24 0,-16 15 38 15,6 19-65-15,10-22-67 16,0 13 25-16,0-15-37 0,0 1-4 16,19 6 11-16,3-5-12 15,7-8-20-15,-9-1-4 0,1-1 0 16,25-2-2-16,4 0-4 15,-27-19 9-15,-3 19-2 0,-3-15 29 16,-2 15 15-16,-4-18 1 0,-3 18 9 16,-5-23-20-16,-2 9-5 0,-1-2-3 15,0-16 10-15,-25 5-29 16,-2 14-15-16,11 3 4 0,-3 4-6 16,0 1 2-16,-3 3 1 0,2 2-5 15,4 0 4-15,-2 0-37 0,-9 0-274 16,11 0-525-16,16 19 109 15,-4-19-254-15,4 0-91 0</inkml:trace>
  <inkml:trace contextRef="#ctx0" brushRef="#br0" timeOffset="-59290.29">19627 12800 2717 0,'-61'16'570'0,"27"-7"-112"0,1-2 73 0,-5 0-149 0,1-3-108 0,3 1-54 15,-29 7 159-15,36-8-180 0,5-2-39 16,4 1-70-16,9-1-37 0,4-2-32 15,5 0-13-15,0 0 3 0,63-19 71 16,-34 19-42-16,5 0 5 16,8-22-2-16,5 22-4 0,7-21-6 15,5 9-2-15,7-2-4 0,89-15 38 16,26-2-24-16,-83 16-33 0,5 0 0 16,4 1-6-16,-1-1-2 0,-2 1-2 15,-3 0 2-15,-9 2 0 0,-4 0 0 16,49-9 0-16,-51 5 0 15,-60 7 3-15,-8 2-3 0,-7 0-2 16,-8-1 1-16,-2 1-7 0,-1 0-23 16,0 1-65-16,0 0-90 0,0 2-136 15,-26 2-200-15,26 1-295 0,-24 1-1523 16</inkml:trace>
  <inkml:trace contextRef="#ctx0" brushRef="#br0" timeOffset="-58789.94">19489 13033 4589 0,'-13'1'219'0,"5"-1"109"0,2 0 27 0,1 0-19 16,3 0-163-16,0 0-92 0,2 0-54 15,0 0-14-15,0 0-1 16,53-18 6-16,-29 5-7 0,4 13 0 16,5-16 0-16,4 16 13 0,3-15 1 15,-3 15-2-15,-1-12 5 0,-3 8 5 16,-3 0 12-16,18-1 71 15,-21 3-28-15,-19 2-59 0,-4 0-3 16,-2 0-3-16,-2 0 50 16,0 0 6-16,0 21-54 0,0-21-3 0,0 21-7 15,0 10-3-15,-19 10-3 16,19-17-2-16,-17 1-4 0,17 0-1 16,-15 0-7-16,15 0 8 0,-14 0-2 15,14-3-2-15,-11 1 4 0,11-2-7 16,-7-4-2-16,7 0-3 0,-3 8-12 15,3-18-19-15,0-1-30 0,0-2-43 16,0-2-47-16,0-2-51 0,0 0-86 16,-1 0-128-16,1 0-224 0,-2 0-240 0,-1-22-1430 15</inkml:trace>
  <inkml:trace contextRef="#ctx0" brushRef="#br0" timeOffset="-58573.26">19693 13171 4649 0,'-11'-5'341'15,"8"5"-140"-15,0 0-76 0,3 0-75 16,0 0 157-16,18 0 130 16,-18 0-206-16,28 0-45 0,-9 0-31 15,5 0-9-15,3 0 0 0,3 0-9 16,2-23-12-16,1 23-7 0,-2-16-17 16,-1 16-1-16,-2-17 0 0,15 4-10 15,-27 13 3-15,-5-8-26 0,-4 8-48 16,-1 0-73-16,-2-6-111 0,-4 6-177 0,0 0-272 15,0 0-284-15,0 0-227 0</inkml:trace>
  <inkml:trace contextRef="#ctx0" brushRef="#br0" timeOffset="-58390.25">20299 13072 5558 0,'7'0'127'0,"4"0"271"16,-9 0-173-16,0 0-108 0,-2 0-62 0,0-15-22 15,0 15-48-15,0 0-55 0,0 0-99 16,0 0-164-16,0 0-302 0,0 0-365 16</inkml:trace>
  <inkml:trace contextRef="#ctx0" brushRef="#br0" timeOffset="-58023.37">20599 12927 5403 0,'0'-1'63'0,"0"1"96"15,0-1-65-15,-17 1-52 0,17 0 30 16,0 0 35-16,0 0-3 0,0 0 0 15,-10 21-31-15,10-21-26 0,0 0 2 16,0 22 2-16,0-8 32 16,0 0-7-16,0-14-26 0,23 12-2 15,-23-12-2-15,21 18 41 16,8-11-51-16,-15-4-26 0,-1 0-5 16,18 1 2-1,3 2-7-15,-18-2-2 0,0 0-3 0,-2 1 3 16,-3 1-4-16,-3 3 1 0,0-2 7 15,-7 4-1-15,-1-1 3 0,0 3-2 16,-30 13-8-16,-4 1-9 16,15-14-46-16,0-2-61 0,1-1-80 15,1-1-113-15,4-5-187 0,1 0-356 16,12-4-251-16,-18 0-354 0</inkml:trace>
  <inkml:trace contextRef="#ctx0" brushRef="#br0" timeOffset="-57857.17">20675 12982 5403 0,'0'-7'235'0,"0"3"30"0,0-1 16 15,0-3 28-15,0 3-233 16,0-1-79-16,23 2-1 0,-5 0-1 16,4-3-25-16,4-1-60 0,3-1-89 15,3 0-122-15,1-3-140 0,4 1-242 0,41-20-1418 16</inkml:trace>
  <inkml:trace contextRef="#ctx0" brushRef="#br0" timeOffset="-57539.95">22081 12411 4841 0,'-16'13'158'0,"0"-13"40"0,5 10 31 16,0-10 16-16,6 7-125 0,-4-7-1 15,7 0-69-15,2 0-9 16,0 0-3-16,22 0-11 0,-22 0-16 15,60 0-6-15,-33-17 0 0,3 17-7 16,0 0-4-16,-1-15-22 0,-2 15-67 16,-4 0-108-16,-3-12-189 0,-4 12-253 15,-3 0-293-15,5-6-1423 16</inkml:trace>
  <inkml:trace contextRef="#ctx0" brushRef="#br0" timeOffset="-57389.58">22040 12580 5001 0,'-29'26'306'0,"24"-18"-107"0,5-6 14 16,0-2-92-16,0 0 28 16,31 0-116-16,-10-16-35 0,5 16-5 15,6 0-4-15,2-23-17 0,43 4-350 16,-9 4-647-16,-39 15 223 16,-5-15-185-16,-4 8 16 0</inkml:trace>
  <inkml:trace contextRef="#ctx0" brushRef="#br0" timeOffset="-55856.3">22989 12697 4841 0,'-2'8'84'0,"0"-5"26"0,1-1 103 0,1-2 48 0,0 0 112 15,0 0-291-15,0 0-58 0,0 0-21 16,0 0 3-16,0 0 5 0,0 0 36 15,0 0-17-15,0 0-6 0,22 0-8 16,-22 0-9-16,28-16-8 0,8 3 0 0,-15 13 1 16,-1-22 2-16,0 9-1 0,-1-2 3 15,-2-2-2-15,10-16 7 0,-18 16 37 16,1 0 9-16,-4 0 13 0,-3 2 14 16,-3 1-37-16,0 3 6 0,0 2-11 15,0 0-21-15,-21 3-6 0,-6 2-13 16,10 4 2-16,-5 0 8 0,-4 21 18 15,1-21 7-15,-3 38 2 0,-1-13-2 16,-2 4-15-16,-47 68 25 16,61-64-43-16,2-4-4 0,8 1 5 15,4-3-1-15,3-2 6 0,0-2-1 0,63 10-1 16,2-16-26-16,-26-16-21 16,3-1-44-16,1 0-47 0,-1 0-72 15,40-28-617-15,-9-18-1127 16,-39 27 532-16</inkml:trace>
  <inkml:trace contextRef="#ctx0" brushRef="#br0" timeOffset="-52106.46">23559 11916 3574 0,'0'-9'99'0,"0"-1"150"0,0 4 138 0,0-2 8 0,0-3 98 15,0 7-434-15,0 1-54 0,0 2-21 0,0 1-2 16,0 0 14-16,-16 0 29 0,16 0 32 15,0 19 26-15,-15-19 18 0,15 0 25 16,-17 22-15-16,-5-5 58 0,10-17-115 16,3 17-11-16,0-17-5 0,4 12-11 15,-5-5 17-15,10-7-29 0,-1 0-7 16,1 4-6-16,0-4 0 0,0 0 1 16,0 4 21-16,0-1-12 0,23 0 4 15,-23 0 0-15,19 0 0 0,-19 2 1 0,38-1 10 16,-25-1-19-16,2 0-2 15,0 1 0-15,-1 0 2 0,9 6 10 16,-14-3-8-16,-2 1 2 0,-2 0 7 0,-1 4 6 16,-4 0 1-16,0 14 38 0,0-12-39 15,0 0-3-15,-21 0-8 0,21-1-9 16,-22 0-2-16,-1 11-5 0,9-14-6 16,-1 0-30-16,3-1-36 0,-1-2-41 15,-6 3-293-15,11-10-1 0,3 0-192 16,5 0-116-16,0 0-177 0,0-22-3 15</inkml:trace>
  <inkml:trace contextRef="#ctx0" brushRef="#br0" timeOffset="-51924.36">23509 11926 3172 0,'-18'0'80'0,"4"-3"286"0,14 2-84 15,-9-2-45-15,9 3-63 0,0-3-59 16,0 3-71-16,0-4 3 0,0 3-29 15,23-1-3-15,-23-2-26 0,31-1-16 16,11-6-157-16,-17 3-21 0,0 0-95 16,1-1-35-16,-3-4-256 0,2 3-84 15</inkml:trace>
  <inkml:trace contextRef="#ctx0" brushRef="#br0" timeOffset="-51324.45">23865 11789 3749 0,'0'0'46'0,"0"0"81"0,0 0 93 16,0-18 379-16,0 18-374 0,27 0-67 16,-27-15-45-16,29 15 9 0,-14-10 16 0,18 10 142 15,-15-11-173-15,-4 11-14 0,2-4-16 16,-3 4 0-16,0-5-22 0,4 5 18 15,-11 0-59-15,0 0 0 0,-4 0-6 16,1 0 4-16,-3 0 31 0,0 17-11 16,0-17-2-16,0 18-5 0,0-5-5 15,0 4-9-15,-24 22 4 0,3-22-11 16,21 1-1-16,-24 0-4 0,12-4-2 16,12-2 1-16,-16 4 7 0,6-15 7 15,10 4 6-15,0-3 13 0,0-2 10 16,0 0 32-16,0 0-49 0,0 0-9 0,0 0-2 15,24 0 3-15,-24-19-5 0,38 19 7 16,-20-15-15-16,1 15 2 0,0 0-2 16,0-13-1-16,-2 13 0 0,13 0 0 15,-15 0 2-15,-3 0 4 0,-4 0 1 16,1 0 6-16,-2 0 3 0,4 21 34 16,-8-21-28-16,1 16-1 0,-3-3-5 15,-1 1-7-15,0 18 13 0,0-15-18 16,0 0-2-16,-25 4-4 0,25-2 0 15,-21-3 2-15,-7 14 4 0,14-16-3 16,-2-3 0-16,1-1-1 0,0-3 2 16,0-2 1-16,-10 0 3 0,13-5-5 0,-1 0 1 15,5 0 1-15,0 0 2 0,-3 0-7 16,7-19-3-16,2 19-2 0,1 0-3 16,1 0-15-16,0 0-25 0,0-13-121 15,0 13 56-15,0 0-15 0,0 0-22 16,0-6-36-16,0 2-369 0,17 1 106 15,-17 1-150-15,0-2-39 0,12 0-325 16,-12-1 54-16</inkml:trace>
  <inkml:trace contextRef="#ctx0" brushRef="#br0" timeOffset="-50974.3">24483 11722 4782 0,'0'-8'187'0,"0"0"117"0,-17-5 373 0,17 7-464 0,0 1-96 0,-9 1-59 0,9 4-33 15,0-2-29-15,0 2 33 0,0 0 21 16,0 0 19-16,0 0 12 0,20 17-7 0,-20-17-2 15,16 19 49-15,2 5-74 0,-18-9-6 16,18 3-8-16,-18 2 6 0,14 23 26 16,-9-24-40-16,-5 4-9 0,0 0-4 15,0 2-6-15,0-3-2 0,0 20-3 16,-19-20 1-16,19-1-3 0,0-3-29 16,0-3-47-16,-18-5-63 0,18 8-303 15,0-14 165-15,0-1-68 0,0-2-157 16,0-1-170-16,0 0-1239 0,0 0 986 0</inkml:trace>
  <inkml:trace contextRef="#ctx0" brushRef="#br0" timeOffset="-50641.08">24761 11759 3833 0,'4'-10'194'0,"-3"2"193"0,0 1 94 15,-1 2 0-15,0-1-131 0,0 1-31 16,0 2-256-16,0 3-9 0,0 0 22 15,-17 0 25-15,17 0 21 0,-16 18 121 16,-4-18-125-16,8 14 2 0,-2-14-6 0,-1 25-5 16,-2-8-18-16,-13 16 29 0,14-15-84 15,1-1-9-15,3-1-10 16,3 1-7-16,-6 14 3 0,12-18-7 0,1 1 2 16,2 0-3-16,0-2-1 0,21 0-4 15,16 8 0-15,-9-12-1 0,6-3-5 16,8 1-11-16,5-1-19 0,51 4-87 15,-49-5 15-15,1-1-41 0,-7 0-27 16,-5-1-41-16,-6 0 23 0,6 1-56 16,-27-3 125-16,-6 0-52 0,-5 0-113 15,0 0-139-15,0 0-115 0,-25-19-568 16,1 19 567-16,24 0-78 0,-27 0-20 0</inkml:trace>
  <inkml:trace contextRef="#ctx0" brushRef="#br0" timeOffset="-47458.41">18412 14352 5069 0,'-2'0'-102'0,"1"0"22"0,-1 0 25 0,2 0 96 0,0 0 43 16,0-18 32-16,27 18 16 0,-27 0-104 16,37 0-19-16,-10-11-1 0,4 11 14 15,3-8-41-15,41-2-218 0,-36 6-15 16,-2 4-68-16,-4-7 26 0,-4 4-2 0,21 1-730 15,-32 2 284-15</inkml:trace>
  <inkml:trace contextRef="#ctx0" brushRef="#br0" timeOffset="-47291.98">18447 14505 4559 0,'-25'7'16'15,"2"-4"70"-15,5 0 120 0,1 0 75 16,8-3-16-16,0 0 31 0,9 0-271 15,0 0-21-15,0 0 0 0,32 0 1 16,21 0-13-16,-16 0-41 0,5-21-76 16,11 21-115-16,2-17-136 0,2 17-75 0,58-34-848 15,-59 34 522-15</inkml:trace>
  <inkml:trace contextRef="#ctx0" brushRef="#br0" timeOffset="-47058.67">18777 14125 5513 0,'-38'-6'120'0,"24"2"-6"15,5 1 16-15,5-1-15 0,-1 4 10 16,5 0 101-16,27 0-122 0,-4 19-19 16,7-19-14-16,7 20 0 0,10-5-5 15,54 18 29-15,-48-13-66 0,-4 4-18 16,-2-1-5-16,-7 5-5 0,-8 3-14 0,3 37-109 15,-35-30-20-15,0 5-83 0,-32 1-143 16,-3 1-198-16,-64 54-1054 0,38-49 594 16,-7 3 119-16</inkml:trace>
  <inkml:trace contextRef="#ctx0" brushRef="#br0" timeOffset="-34776.83">20026 14583 4512 0,'-13'8'225'0,"13"-6"71"0,0 0 86 0,0-2-45 0,0 0-67 16,0 0-17-16,16-15-137 16,-16 15-67-16,16-18-8 0,-16 18-13 15,26-23-4-15,-10 6-10 0,4 0-9 16,1-3-3-16,2 0-3 0,1-2 2 16,29-31 14-16,-6-1 0 15,-23 22-12-15,-2-1 3 0,-3-5-2 0,12-37 30 16,-9-7 29-16,-17 42-6 15,-4 2 16-15,-1 6-6 0,0-20 30 16,-30 13-41-16,-2 26-41 16,16 4 0-16,-5 3-4 0,0 2-7 15,1 4 0-15,-22 0-6 0,24 0 1 16,-1 23 4-16,6-23 0 0,1 32 1 16,3-11 8-16,4 4 2 0,5 4 1 15,0 5 1-15,0 81 0 16,25-75-12-16,-25-1-3 0,31 0 7 15,-14-3-8-15,2 0 3 0,0-3-4 0,-1-1-15 16,22 28-103-16,-3-12-184 16,-22-26 82-16,2-3-71 0,17 11-599 15,-3-16-928-15,-14-11 607 16</inkml:trace>
  <inkml:trace contextRef="#ctx0" brushRef="#br0" timeOffset="-34341.83">20719 14253 5536 0,'0'-14'317'0,"-19"-5"224"16,19 11-355-16,0 2-93 16,0 1-61-16,0 2-28 0,0 3-8 0,0 0 24 15,0 0 17-15,0 0 8 0,0 22 8 16,0-22-6-16,18 21 36 0,-18 4-49 15,18-8 1-15,-18-1-8 0,0 1 3 16,11 1-6-16,-11 1-7 0,0 2-4 16,0-1-2-16,0 2-4 0,0-2 1 15,0-1-2-15,-19 6-2 0,19-15 3 16,0-3 0-16,0-2 11 0,0-5 5 0,0 0-7 16,0 0-1-16,0 0-14 0,0-22 0 15,0 22-4-15,19-58 5 16,17 6 9-16,-21 22-9 0,0 2 0 15,2 2-6-15,0 2 1 0,13-15-1 16,-5 17 1-16,-16 14 0 16,-2 4-6-16,0 4 7 0,1 0-1 15,-2 0 5-15,1 0 4 0,0 25-11 16,3-25 2-16,-2 29 4 0,8 7-13 16,0 3-47-16,-10-21-5 0,1 1-30 15,1-2-52-15,1-2-67 16,0-1-46-16,2 0-111 0,1-3-247 0,2-1-274 15,3-3-312-15</inkml:trace>
  <inkml:trace contextRef="#ctx0" brushRef="#br0" timeOffset="-34043.87">21690 13900 5116 0,'3'-11'147'0,"-1"4"107"0,-2-3 49 0,0 4 8 0,0 2-118 16,0 0-96-16,0 1-55 0,0 1-5 15,0 2 161-15,-16 0-74 0,16 24-3 16,-18-24-30-16,-11 56 55 16,-11 1-72-16,17-25-49 0,1 5-13 15,0 3 7-15,3 2-1 0,1 1-9 16,4 3 7-16,3 3-11 0,3 2-2 15,2-1 0-15,6 0-5 0,0 0-10 16,25 43-71-16,-25-52-33 0,34-3-65 16,-10-3-91-16,3-6-112 0,4-4-326 0,4-7-304 15,0-8-274-15</inkml:trace>
  <inkml:trace contextRef="#ctx0" brushRef="#br0" timeOffset="-33627.5">21856 13879 5106 0,'-2'-13'50'0,"0"2"106"15,2-12 312-15,0 0-58 16,0 15-297-16,0 3-48 0,20-6 15 16,-2 5 50-16,-18 5-60 15,24 0-11-15,-12 1-18 0,0 0-11 16,9 0 25-16,-11 20 38 16,-10-20-28-16,0 22-12 0,0-8-9 15,0 3 1-15,-24 4-15 0,24 2-2 0,-29-1-7 16,13 3-6-16,1 0-2 15,-10 23 3-15,12-11-5 16,13-23-8-16,0-1-1 0,0-2 7 0,20-1 1 16,10-4-6-1,-8-6-2-15,-1 0-2 0,5 0-13 0,-1 0-23 16,4-19-52-16,-2 19-74 0,0 0-87 16,-2-20-129-16,-4 20-262 0,2 0-344 15</inkml:trace>
  <inkml:trace contextRef="#ctx0" brushRef="#br0" timeOffset="-33293.71">22392 13883 5191 0,'-28'0'104'0,"28"0"64"0,-28 0 39 15,28 19 18-15,-18-19-77 0,18 19-48 16,-14-6-40-16,14 2-20 0,0 2-14 15,21 16 12-15,-21-18-28 0,30-2 3 16,-13-1-2-16,3-5 1 0,2-4 1 16,2-3 1-16,-3 0 10 0,3 0 6 15,0 0 13-15,19-20 73 0,-8-22 3 16,-22 25-78-16,-4-2-14 16,-6-2-8-16,-3 0-3 0,0-1-5 15,0 1-3-15,-32 5-9 0,11 0 4 0,-4 6-8 16,-32 4-3-16,-3 6-10 15,32 0-27-15,3 29-50 0,3-29-62 16,6 30-79-16,-7 3-506 16,17 3-577-16,6-18 381 0,0-1-95 15,0-1 89-15</inkml:trace>
  <inkml:trace contextRef="#ctx0" brushRef="#br0" timeOffset="-32894.11">21651 14571 5280 0,'-15'0'110'0,"1"0"95"0,3 0 59 0,-1 0 22 0,5 0-78 0,-3-15-4 0,7 15-163 15,3 0-25-15,0 0-2 0,0 0 2 16,0 0 9-16,32-15 5 0,-11 15 0 16,6-12 1-16,6 5-3 0,7-5 2 15,59-14 31-15,21-6-24 16,-52 14-25-16,8 0-6 0,7 1-5 15,6-2 2-15,6-1-2 0,5 3-17 16,1 4-13-16,-1-1-21 0,77-3-152 16,-52 9-87-16,-84 8 134 0,-15 0-49 15,-11 0-107-15,-11 0-246 0,-4 0-1361 16</inkml:trace>
  <inkml:trace contextRef="#ctx0" brushRef="#br0" timeOffset="-32310.75">22058 14616 5187 0,'-11'0'180'0,"5"0"44"0,2 0-3 0,4 0-78 0,0 0-77 15,0-14-30-15,0 14 15 0,34 0 23 16,-34-17 18-16,53 4 68 16,-12 2-33-16,-23 11-67 0,-2-9 5 15,-1 9 4-15,-2-6 2 0,7 1 34 16,-4 3-41-16,-11 2-31 15,-3 0-10-15,-2 0-6 0,0 0 0 16,2 0 3-16,0 0 13 0,-1 0 7 16,1 17-3-16,-2-17-1 0,3 18-7 0,0 13 24 15,-3-11-31-15,0 2-7 0,0-1-10 16,0 4-4-16,0-2-5 0,-20 2 2 16,20-2 6-16,0 0-5 0,-16-2 0 15,16 9-39-15,0-11-61 16,0-13 16-16,0-4-48 0,0-2-81 15,0 0-102-15,0 0-140 0,0 0-221 16,0-18-257-16,0 18-253 0,0-20-225 16</inkml:trace>
  <inkml:trace contextRef="#ctx0" brushRef="#br0" timeOffset="-32144.35">22114 14729 6428 0,'-12'-7'261'0,"2"1"90"16,6 4-257-16,1-1-48 0,3 3-29 15,-1 0-7-15,1 0-7 0,0 0-1 16,0 0 3-16,22 0-4 0,-22 0-30 16,57-1-176-16,2-4-269 15,-28 2 105-15,3 0-190 0,-3-1-287 16,-1-1-321-16,-2-2-273 0</inkml:trace>
  <inkml:trace contextRef="#ctx0" brushRef="#br0" timeOffset="-31960.35">22584 14661 5908 0,'0'0'71'16,"0"0"134"-16,0 0-104 0,0 0-69 15,0 0-52-15,0 0-67 0,0 0-101 16,0 0-202-16,0 0-317 0,0 0-316 0,0 0-286 15</inkml:trace>
  <inkml:trace contextRef="#ctx0" brushRef="#br0" timeOffset="-31593.94">22823 14541 5482 0,'0'-2'126'0,"-12"-7"281"0,12 8-176 0,0-2-78 16,0 0-46-16,-8 2-5 15,8 1-1-15,0 0-11 0,0 0-2 0,-2 0 7 16,2 0-15-16,-3 0-8 0,-3 19 28 16,3-2-54-16,1-17-36 15,2 19 4-15,0 0-3 16,0 0-1-16,22-9-5 0,-22-1-2 15,17 3 3-15,-17-3-4 0,21 9 4 16,15-1-10-16,-24-10 5 16,0 1-4-16,0-3-1 0,1 1 3 15,-4 2-8-15,-2-2 6 0,-2 1 2 16,-3-1-5-16,-2 3 6 0,0 8-20 16,-28 3-100-16,-6-10-23 15,14 1-67-15,-2-1-79 0,-18 8-754 16,13-11-1057-16,27-7 679 0</inkml:trace>
  <inkml:trace contextRef="#ctx0" brushRef="#br0" timeOffset="-31444.34">22905 14572 6050 0,'-22'0'123'15,"22"0"27"-15,0 0 6 0,-17 0-54 0,17 0-60 16,0 0-31-16,0 0-20 0,0 0-38 15,41 0-71-15,-9 0-85 0,51-17-624 16,14-17-1042-16,-48 15 525 16</inkml:trace>
  <inkml:trace contextRef="#ctx0" brushRef="#br0" timeOffset="-31144.39">23347 13762 6165 0,'0'-7'72'0,"-3"1"23"16,3 4 46-16,0 0-5 0,0 2 7 16,31 0 11-16,-31 0-21 0,35 19-21 15,-11-19-21-15,3 27-22 0,33 9 37 16,0 8-28-16,-31-19-52 15,-4 1-4-15,1 4-10 0,-3 2 3 16,-1 6-10-16,-6 4-8 0,-6 2 11 16,-7 6-14-16,-3 56-54 15,-61 5-111-15,25-56 41 0,-8-1-72 0,-8-2-86 16,-1-2-198-16,-5-4-393 0,0-6-272 16,0-3-353-16</inkml:trace>
  <inkml:trace contextRef="#ctx0" brushRef="#br0" timeOffset="-30694.5">24599 14004 5890 0,'-19'0'100'0,"13"-21"31"0,2 21 33 0,4-15 20 0,0 15-54 15,0-16-54-15,0 4-41 0,23 12-40 16,-23-11-18-16,38 11-33 0,-13-8-58 15,1 8-58-15,5 0-101 0,-1-7-169 0,-2 7-279 16,2-3-322-16,-7 3-244 16</inkml:trace>
  <inkml:trace contextRef="#ctx0" brushRef="#br0" timeOffset="-30545.02">24669 14029 5592 0,'-66'36'289'15,"13"-8"166"-15,35-18-313 16,2-3-72-16,8-1-45 0,8-6-7 15,0 6-6-15,0-6 6 0,31 0-9 16,-3 0-6-16,8 0-35 0,59-19-266 16,12-1-794-16,-53-5 62 0,-3 10-289 15</inkml:trace>
  <inkml:trace contextRef="#ctx0" brushRef="#br0" timeOffset="-29944.3">25399 14084 4334 0,'-5'21'143'0,"5"4"550"16,0-5 309-1,30-19-662-15,-30-1-205 0,31 0-20 16,-14-26-17-16,31-8 53 0,-21 15-99 0,-2-1-15 16,1-3-12-16,2-1-7 0,-2-1-13 15,28-29-4-15,-31 25-3 0,1-3 1 16,-1 0 1-16,-3-4-5 0,14-43-66 16,-23 35 45-16,0 1 2 0,-4-5 26 15,-2 0 8-15,-3 0-6 0,-2-39 10 16,0 15-4-16,0 44-10 15,-21 5 1-15,21 5-1 0,0 6-1 16,-21 0-13-16,-9 12 0 0,18 0 10 16,0 25 10-16,-2-7 0 15,-1 4 12-15,0 5 3 0,0 4 14 0,3 5-1 16,1 4-11-16,-2 51 17 16,9 5-25-16,4-48-16 0,0-1-1 15,0 2 0-15,26-2-4 0,-26-1-36 16,29-5-43-16,-12 0-63 0,3 2-87 15,-3-4-71-15,4-2-146 0,-1-5-301 16,20 21-1603-16</inkml:trace>
  <inkml:trace contextRef="#ctx0" brushRef="#br0" timeOffset="-29394.68">26097 13720 5963 0,'0'-2'92'0,"-18"-1"56"0,18 0 29 0,0-1 0 0,-8 1-82 0,8 2-49 16,0 1-14-16,0 0 92 16,19 18 25-16,0-18-105 0,-19 18-13 15,25-18-6-15,-12 20 2 0,-13-20 5 0,25 21 1 16,-15-11-4-16,-1 2-5 15,1 1-5-15,5 11 7 0,-8 1-9 16,-7-13-13-16,0 4 3 0,0-1-1 16,0-1-2-16,-24 15-2 15,1-5-5-15,-2-14-2 0,25-4 10 16,-19 1-1-16,19-3-2 0,0-4 6 16,-12 0-4-16,12 0 0 0,0 0-2 15,0-28 0-15,0-6-4 16,27-16-1-16,-27 22 4 0,29-6-6 15,-14 2 4-15,24-34-7 16,1 7 7-16,-19 34 2 0,0 6-2 0,-2 2 0 16,1 7 2-16,-4 3-1 0,2 3 1 15,-3 4 2-15,-1 0-3 0,-1 0-1 16,-2 25 6-16,14 5-2 0,-4 9 2 16,-13-18 0-16,-1-1-8 15,2 2 4-15,-4-2 1 0,3 21 2 16,-7-24-2-16,1 2-1 0,-2 2 3 15,0-2-1-15,0 0-3 0,0 0-3 16,-18-3-12-16,18-1-25 0,0-3-37 16,-16-2-56-16,16 3-272 15,0-9-176-15,0-4 153 0,0 0-288 0,29 0-255 16,-29-19-307-16</inkml:trace>
  <inkml:trace contextRef="#ctx0" brushRef="#br0" timeOffset="-29010.4">26843 13921 6179 0,'0'8'34'0,"-9"-8"363"0,9 0-264 0,0 0-61 0,0 0-32 16,0 0-18-16,24-17-15 0,-24 17-4 15,32 0 7-15,29-34 22 16,-39 34-22-16,-4-20 6 0,0 7 3 16,-3-4 12-16,-1 0 4 0,-3-3 6 15,8-25 65-15,-15 23-52 0,-4 2-6 16,4 3-19-16,-4 1-4 0,0 4-16 16,-22 4-5-16,22 4 5 0,-32 4-2 15,11 0 5-15,-4 0 9 0,-28 24 22 16,2 31-5-16,27-34-23 15,5 3-6-15,-8 21 8 0,14-3-7 16,13-23-12-16,0 0 2 0,0-1-7 16,0-3 9-16,42 11-23 15,6-8-66-15,-17-14 8 0,1-3-39 16,2-1-67-16,1 0-98 0,5 0-135 16,-1 0-307-16,3-27-321 0,-1 27-270 15</inkml:trace>
  <inkml:trace contextRef="#ctx0" brushRef="#br0" timeOffset="-27711.61">27308 12937 5570 0,'6'-18'224'0,"-6"10"-17"0,0 0 24 15,0 2-72-15,0 2-55 0,0 2-62 16,0 1-34-16,0 1-11 0,-20 0 9 16,20 0 14-16,0 0 36 15,-13 22-2-15,1-6-39 0,12-16-2 16,-8 17-7-16,8-17 3 0,0 14 8 16,0-2 27-16,0-12-11 0,0 10 10 15,0-4 0-15,22-2 3 0,-22 2-9 16,16-1-15-16,-16 1-9 0,20-2-1 15,-20 0-4-15,21 2 4 0,-10 5 7 16,18 0-10-16,-20-4-10 0,-2 0-1 16,1 1 8-16,-3 1-6 0,2 1 5 15,-3 2 4-15,-2 1-7 0,-2 0 3 16,0 1-3-16,0 15-3 16,-29 0 2-16,29-16-9 0,-24-3-24 15,8 0-38-15,-18 6-234 16,1-7-199-16,19-9 102 0,-2 0-294 15,7 0-287-15,0 0-325 0</inkml:trace>
  <inkml:trace contextRef="#ctx0" brushRef="#br0" timeOffset="-27511.08">27378 12925 5878 0,'0'-4'91'15,"4"1"65"-15,-4-1 212 16,0-1-215-16,0 5-134 0,0 0-16 15,0 0 6-15,0 0 10 0,31 0 4 16,-12 0-4-16,6 0-5 0,1 0-9 16,7 0-6-16,37-16-27 15,-9-2-149-15,-36 18-8 0,-3-13-118 0,-1 13-185 16,-6-10-400-16,1 10-264 16,-5-12-293-16</inkml:trace>
  <inkml:trace contextRef="#ctx0" brushRef="#br0" timeOffset="-27361.03">27759 13036 6253 0,'-20'4'76'0,"20"-1"38"16,-22-2 21-16,22-1-3 0,-14 0-74 16,14 0-77-16,-11 0-86 0,11 0-70 15,0 0-90-15,0 0-881 16,0 0-1232-16</inkml:trace>
  <inkml:trace contextRef="#ctx0" brushRef="#br0" timeOffset="-26545.56">27750 12947 5056 0,'-6'0'134'0,"3"0"86"0,1 0 33 16,-2-16 153-16,4 16-241 16,0 0-110-16,20-25 145 15,-4 13-70 1,5-1 0-16,-7 6-74 0,-2-1-15 16,4 0-11-16,-1 0-1 0,3 1-9 0,-2-3-5 15,0 4-9-15,1-2 9 16,1 4-14-16,-1 1-3 0,14-1-8 15,-18 4 7-15,0 0 5 0,-1 0 1 0,-4 0 3 16,-3 18-1-16,0-18-1 0,-3 20 1 16,-2-7 0-16,0 2 8 0,0 2-9 15,-25 4 2-15,-4 20-4 0,9-22-2 16,2-1 4-16,-2 0-6 0,1-4 4 16,4-2 4-16,-1 0-9 0,3-4 7 15,2-1-3-15,4-3 4 0,0 1 16 16,7-5 19-16,0 0-14 15,0 0-8-15,0 0-2 0,0 0-9 16,23-20-6-16,-1 20-6 16,7-17 7-16,-11 17 1 0,1-11-1 0,1 11-4 15,-1 0 2-15,-3 0-2 0,3 0 7 16,-2 0-1-16,10 0-1 16,4 19 6-16,-29-2-8 15,1-17-1-15,-3 13 1 0,0-13 6 16,0 18-4-16,-22-9-5 0,22 5 2 15,-31 1-14-15,10 4-27 0,-30 17-168 16,-8 0-191-16,33-19 146 16,1-3-55-16,6-2-93 0,4-4-270 0,3-3-295 15,6-4-199-15</inkml:trace>
  <inkml:trace contextRef="#ctx0" brushRef="#br0" timeOffset="-24679">28544 12822 4214 0,'-7'-6'155'0,"7"4"110"0,-7-5 62 0,7 1 21 0,-5-4 84 15,3 5-184-15,2 2-149 16,0 3-16-16,0-3-13 0,0 2 2 16,0 1-2-16,0-1 1 0,0 0 9 15,0 0 9-15,0-1-5 0,0 0 7 16,0 2-7-16,0-3 57 0,0 0-81 15,0 1-5-15,0 0-9 0,0 1-10 16,0-1-11-16,0 1-8 0,0-1-3 16,0 2-9-16,0 0-5 0,0 0-6 0,0 0 2 15,0 21 11 1,0-21-3-16,0 27-4 0,0-9-1 0,0 4 4 16,0 3-5-16,0 2 1 0,0 1 2 15,0 1 2-15,0 32-3 16,-17-7-52-16,17-31 1 0,-16 0-42 15,16-4-41-15,-12-5-58 0,12-2-61 16,0-3-37-16,-10-2-55 0,10-4-189 16,0-2-266-16,0-1-1680 15</inkml:trace>
  <inkml:trace contextRef="#ctx0" brushRef="#br0" timeOffset="-24411.61">28778 12809 5132 0,'6'-15'145'0,"-3"5"105"15,-2 2 47-15,-1-2 201 16,0 8-320-16,0 2-127 0,-22 0 11 16,22 0 2-16,-22 22 11 0,22-22-6 15,-25 22 6-15,10-22 5 0,-2 31-1 16,0-14-5-16,-15 18 29 16,2 1-35-16,18-20-50 0,1-2-3 15,1 0-4-15,4 11 8 16,5 0 0-16,1-13-16 0,19-1 1 0,-19 1 1 15,42-2-17-15,-16 1-21 16,10-3-35-16,5 0-41 0,8 1-5 0,3-3-79 16,2-2-68-16,50 0-594 15,-18-1-1013-15,-54-3 446 0</inkml:trace>
  <inkml:trace contextRef="#ctx0" brushRef="#br0" timeOffset="-19296.29">19692 15968 3605 0,'-3'0'0'0,"0"0"13"0,-1-17 52 0,-5 17 237 0,6-14-152 15,1 14-47-15,0 0-56 0,2 0-58 16,0 0 17-16,0 0 19 0,0 0 25 16,0 18 9-16,0-18 44 0,0 0-7 15,22 18 99-15,2-18-133 0,-8 10-6 16,6-10-25-16,3 0-11 0,4 0-22 0,41-18 10 15,-33-4-10-15,0 22-12 0,0-20-89 16,-2 20-122-16,20-12-501 0,-34 12 369 16,-5 0 103-16,-4 0 75 0,-4 0-14 15,-7 29-234-15,-1-1-788 0</inkml:trace>
  <inkml:trace contextRef="#ctx0" brushRef="#br0" timeOffset="-19128.68">19857 16190 3138 0,'-58'33'94'0,"27"-14"-27"0,0-5 65 15,1 3 83-15,1-4-10 16,-20 13 135-16,32-15-301 0,2-3-31 16,8 1 10-16,6-2-16 0,1-5 31 0,49-2-41 15,-18 0 24-15,7 0-33 0,8-23-1 16,4 23-30-16,4-28-109 0,50-3-317 16,-54 16 179-16,-5 3-171 0,-5-1-127 15,-7 4-134-15</inkml:trace>
  <inkml:trace contextRef="#ctx0" brushRef="#br0" timeOffset="-18846.66">20082 15870 3436 0,'-3'-8'22'0,"2"2"21"0,1 2 38 16,0-1 125-16,0-2 74 0,24-3 300 15,-24 6-361-15,33 0-66 0,-10 0-39 16,1-2 4-16,4 6-37 0,24 0 25 16,-27 0-65-16,-5 0 4 0,0 28 25 15,-7-28 9-15,1 60 52 0,-14-29-102 16,0 8-14-16,0 5-16 0,-38 8-32 0,9 7-75 16,-46 74-622-16,31-58 190 15,-4 0-36-15,-2 0 224 0,0 0 87 0,4-6 88 16,-33 49-129-16,45-69-149 0,6-10-91 15</inkml:trace>
  <inkml:trace contextRef="#ctx0" brushRef="#br0" timeOffset="-13230.1">25029 15673 5604 0,'-12'0'-46'0,"3"0"-14"0,1 0-8 0,5 0-4 16,3-21 30-16,20 21 3 15,32-13 45-15,-28 13 6 16,3-10-11-16,1 10-8 0,3 0 6 0,27-11-118 16,-29 5-42-16,0 0-108 0,-2 4-86 15,-6-3-42-15,14 2-332 0,-24 0 378 16,-1 1-206-16,-6 1-50 0</inkml:trace>
  <inkml:trace contextRef="#ctx0" brushRef="#br0" timeOffset="-13047.56">25065 15801 5707 0,'-19'4'6'0,"5"0"34"15,-10-1 187-15,15-3-70 0,3 0-35 0,1 0-57 16,5 0-33-16,0 0-37 0,31 0-11 15,-11 0-19-15,6 0-27 0,6-19-40 16,4 19-59-16,44-13-350 0,-38-2 79 16,-2 15-108-16,-1-14-27 0,-1 14-336 15,-3-13 52-15</inkml:trace>
  <inkml:trace contextRef="#ctx0" brushRef="#br0" timeOffset="-12497.24">26169 15421 4453 0,'0'-3'146'0,"0"0"131"16,0 0 82-16,0 0-6 0,0 2 76 15,0 1-345-15,-16 0-38 0,16 0 0 16,0 0 13-16,0 0 18 0,-9 0 74 15,9 0-93-15,-12 0-2 0,4 0-6 16,-3 17-8-16,2-17-5 0,-9 18 0 16,11-18-31-16,1 12 1 0,0-12-8 15,4 11 1-15,2 0 3 0,0-5-2 16,0-1-3-16,0 3-2 0,21-3-2 0,-21 2 0 16,25 3 1-16,6-5 3 15,-10-3 1-15,-4 3 2 0,2-2-3 0,0 0 1 16,17 2-6-16,-20-1 2 0,-5 0-1 15,-1 1-1-15,-1 0 3 0,1 9 0 16,-10-4 8-16,0-2-1 0,0 6 1 16,0-3 0-16,-29 4-6 0,-5 18-21 15,10-16-31-15,2 3-33 0,-1-5-45 16,1 2-54-16,2-2-58 0,-12 1-716 16,20-12 277-16,4-4-213 0,8 0-36 15,-7 0 80-15</inkml:trace>
  <inkml:trace contextRef="#ctx0" brushRef="#br0" timeOffset="-12329.86">26090 15425 5701 0,'0'-1'55'0,"0"-1"44"0,0 0 20 16,0-2 4-16,7 0-17 0,18 0-77 15,-11 0-13-15,3-1-8 16,1 2 1-16,27-6-68 15,7 1-313-15,-29 3-110 0,1 2-367 0,23-6-1658 16</inkml:trace>
  <inkml:trace contextRef="#ctx0" brushRef="#br0" timeOffset="-11797.53">26603 15262 4755 0,'0'19'43'15,"-12"-19"87"-15,12 0 234 0,0 0-96 16,0 0-152-16,0 0 36 0,0 0 32 16,23 0-8-16,-1 0 74 15,5-16-97-15,-11 16-82 0,0-13-6 16,-1 13-17-16,17-11 17 15,7 11-47-15,-31 0-16 16,-1 0 2-16,-1 0 5 16,-2 22 0-16,-4-22-9 0,0 24 4 15,0-11 5-15,0 3-2 0,-21 1 1 16,21 1 0-16,-25-1-5 0,11 1-3 16,1-2 4-16,-2 0-3 0,1-1 0 0,-9 6-3 15,23-13 2-15,-11-4-2 0,11 1 0 16,0-3 7-16,0-1-1 0,0-1-2 15,0 0 3-15,0 0-3 0,0 0 8 16,18 0 15-16,2 0-3 16,-20 0-18-16,29 0-1 0,-13 0-6 15,0 0 6-15,17 0 10 16,-1 0-6-16,-18 0-10 0,-1 17 1 16,-1-17 2-16,-4 17 5 0,-1-17 2 15,-3 21 4-15,-4-10-4 0,0 4 6 16,0 14-4-16,-27 2-12 0,-5-16-16 15,9 3-25-15,-2-2-51 0,-2-1-63 16,-32 18-319-16,-1-7-168 16,12-10-467-16,30-14 263 15,-11-2-1348-15</inkml:trace>
  <inkml:trace contextRef="#ctx0" brushRef="#br0" timeOffset="-11397.27">27083 15304 4684 0,'0'-4'162'0,"0"2"121"0,0-3 441 0,0-4-254 16,0 8-330-16,0-1-26 0,0 1-19 16,0 0-11-16,0-1-12 0,0 2-23 0,0 0-21 15,0 0-14-15,0 0 8 16,0 0 69-16,0 18 9 0,0-18-68 16,12 20-6-16,-12-5-3 0,6 23 22 15,5 6-25-15,-11-20-18 16,7 2-1-16,-6-1 4 0,-1 0-5 15,0 0 0-15,0-3-1 0,0 2-18 16,0-5-26-16,0-1-32 0,-17-2-49 16,17 4-218-16,0-12-96 15,0-8 166-15,0 0-103 0,0 0-137 16,27-21-260-16,-27 21-237 0,28-31-149 16</inkml:trace>
  <inkml:trace contextRef="#ctx0" brushRef="#br0" timeOffset="-11147.64">27366 15276 5134 0,'3'-8'95'0,"-3"2"52"16,0 0 170-16,0 4-245 0,0 0-29 15,0 2 30-15,0 0 47 0,0 0 29 16,0 0 18-16,-16 24-14 0,16-24-14 16,0 23-9-16,-21-8-17 0,3 17 54 15,-6 1-76-15,11-16-62 16,-1-1-14-16,1 2-3 0,1-1-5 0,1-2-10 15,2 2-3-15,3-3 1 16,0 3 1-16,6 9-7 0,37-8-34 16,-15-10-15-16,7-2-10 0,7-6-53 15,7 3-91-15,56-3-451 16,4 0-1198-16,-53-17 473 0</inkml:trace>
  <inkml:trace contextRef="#ctx0" brushRef="#br0" timeOffset="-9481.39">27761 12953 2551 0,'0'0'287'0,"0"0"-122"0,0 0-51 0,0 0 21 0,0 0 16 0,0 0 119 16,0 0 271-16,0 0-320 0,0 0-52 16,0-12-37-16,0 12-11 0,0 0-15 15,0 0-49-15,0 0-14 0,0 0-14 16,0 0-16-16,0 0 31 15,-15 0 11-15,15 0-24 0,-16 0 5 16,16 0 14-16,-11 0 10 0,4 15 2 16,-1-15-7-16,4 0-13 0,-4 0-15 15,5 9 10-15,-3-9-4 0,-2 16 37 16,-3-4-24-16,5-5-28 0,2 1-9 16,-1-2-5-16,-1 1-1 0,3-1 1 15,-1 0-3-15,1-3 2 0,3 0 5 16,-2 1-1-16,2-2 2 15,0-2-15-15,0 0 6 0,0 0 4 16,0 1-5-16,0 0 16 16,0-1-13-16,0 0-5 0,0 2 1 15,0-1 12-15,0-1 26 16,0 0 18-16,0 0-21 0,0 0-12 16,0 0 1-16,0 0-14 15,0 0-5-15,0 0 1 0,0 0-4 16,0 0 5-16,0 0 4 0,0 0 0 0,0 0 10 15,0 0 1-15,0 0 6 0,0 0 4 16,0 0-11-16,0 0-8 0,16-13-11 16,-16 13 1-16,0 0-2 0,9-13 5 15,-9 13-5-15,9-12-4 0,-9 6 3 16,13-3-11-16,-6 1-8 0,2 0-16 16,14-11-76-16,0-3-56 15,-12 12 68-15,-3 1-35 0,0 2-104 16,-4 2-269-16,5-2-1466 15</inkml:trace>
  <inkml:trace contextRef="#ctx0" brushRef="#br0" timeOffset="11582.29">27888 15325 5359 0,'11'5'128'0,"-11"-5"66"0,0 0 64 0,0 0-30 16,0 0-33-16,0 0 16 0,0 0-142 0,-18 0-34 16,18 0-23-16,0 0-13 0,0 0-10 15,0 0 7-15,0 0 5 16,-13 0-3-16,13 0-3 0,0 17-3 0,-9-17-2 16,1 15-8-16,8-15 8 0,-4 0 6 15,4 9 4-15,0-9 6 0,0 0 22 16,0 0-22-16,0 0-5 15,0 0-5-15,0 0 1 0,0-19 1 16,0 19-5-16,0 0-23 0,0-15-132 16,0 15-13-16,0-10-124 0,0 10-247 15,0 0-197-15,0 0-1646 0</inkml:trace>
  <inkml:trace contextRef="#ctx0" brushRef="#br0" timeOffset="12048.16">28159 15584 6051 0,'0'6'-3'15,"-11"-3"26"-15,11 0 189 0,0-3-35 0,0 0-11 16,0 0-55-16,0 0-39 0,0 0-46 15,25 0-13-15,-25-22-10 16,31 22-2-16,-11-20-1 0,4 3 0 0,3 1-2 16,26-24-7-16,-28 18-2 0,0-1-1 15,0-4-1-15,-3-1-5 0,-2-4-1 16,16-36-28-16,-20 28 20 0,-3-3 7 16,-1-6 1-16,-3-1 3 0,4-53 43 15,-13 52 17-15,0 0 10 0,0 7 21 16,0 3-31-16,-32 6 10 0,32 8-6 15,-31 7-8-15,14 1-6 0,0 8-17 16,-16 3-15-16,1 8-3 16,17 23 3-16,3-2 4 0,-2 4 1 15,6 8 4-15,0 10 1 0,4 3 3 0,4 7-9 16,0 1-4-16,0 4-5 0,0-2 0 16,26 1 0-16,5 36-26 0,-14-53-20 15,2-7-31-15,-3-3-50 0,1-7-46 16,2-5-64-16,-1-4-87 0,0-2-206 15,1-4-383-15,2-4-240 0</inkml:trace>
  <inkml:trace contextRef="#ctx0" brushRef="#br0" timeOffset="12565.84">28744 15077 5508 0,'0'-5'92'0,"-19"-1"94"0,19-1 72 0,-14 0 32 16,14 1-62-16,0-3-87 0,0 5-66 15,0-7-24-15,21 5 5 0,-21 6-30 16,21-1-8-16,-21 1-2 16,21 0-1-16,-21 0 1 0,22 0 1 0,-22 0 7 15,19 18 6-15,-19-18-5 0,22 16 27 16,-14 22-10-16,-8-21-28 15,0 2-11-15,0 3 1 0,-23 26-2 16,2 0 10-16,21-24-6 16,-24-5-6-16,24-1-2 0,-18-4 5 15,18-1-5-15,-14-7 11 0,14-1 6 16,0-1 10-16,-7-2 4 0,7-2-5 16,0 0-2-16,0 0-17 0,0-28-2 0,26 28 2 15,-26-30-5-15,23 10-2 16,-7-2-1-16,3-5 4 0,4-2 7 15,1 1-3-15,2 0 4 0,28-22-15 16,-8 12 7-16,-28 25 3 16,-2 3-2-16,-5 3-7 0,-3 4 3 0,-3 3 4 15,0 0-1-15,0 0-3 0,-4 24 3 16,1-24-2-16,1 54 5 16,-3-11-3-16,0-19-2 0,0-2-3 15,0 0 2-15,0 16 8 16,0-5-40-16,0-19-5 0,0-2-25 15,0 0-25-15,16 4-237 16,-16-4-264-16,19-7 81 0,-19-2-340 16,22-3-235-16,-9 0-386 0</inkml:trace>
  <inkml:trace contextRef="#ctx0" brushRef="#br0" timeOffset="12948.46">29286 15175 5637 0,'-12'20'426'0,"12"-20"-163"0,0 0-74 0,0 0-79 0,0 0-40 15,0 0-33-15,26 0-1 0,-26 0 7 16,37 0 0-16,9-24 23 16,7-14-11-16,-28 23-33 0,-3-1 0 15,-1-3-13-15,0-2 4 0,-3 0 1 0,-3 1 3 16,-1-3 12-16,-3 4-5 0,-3-2 4 15,-3 6-4-15,-3 3-9 0,-2-1 9 16,-25 13-7-16,25 0 7 0,-41 23 10 16,13-4-5-16,-3 5-5 0,-2 4 0 15,0 1-4-15,2 5 9 0,3-1 5 16,5 0-3-16,-2 23 39 16,25-16 11-16,0-22-47 0,30-7-7 15,-3-4-9-15,7-1-7 0,9-6-7 16,6 0 1-16,8 0-8 0,10 0-31 0,87-23-111 15,17 0-95-15,-86-3 64 16,-1 8-95-16,-2 0-114 0,-6-1-259 16,-11 0-323-16,-9-2-224 0,-11 5-347 15</inkml:trace>
  <inkml:trace contextRef="#ctx0" brushRef="#br0" timeOffset="31228.83">21488 16673 3559 0,'0'0'10'0,"-9"0"97"0,9 0 148 16,0 0 21-16,0 0 9 0,0 0-48 16,0 0-201-16,0 0-41 0,0 0 20 15,0 0 14-15,23-21-11 0,-6-14 1 16,-17 11 43-16,22-3 18 0,-8-5 13 16,-1-1-21-16,13-37-25 0,-14 35-44 15,0-5 4-15,-4 2-4 0,-2-4-6 16,-1 0 20-16,-2-43 58 0,-3 42-24 15,0 2-14-15,0 0-15 0,0 4 24 16,-27-21 67-16,27 35-34 0,-23 4-16 16,23 5-9-16,-12 3-1 0,12 4-25 15,-14 2-8-15,14 4-24 0,-7 1-3 0,7 0 9 16,-7 0 1-16,2 0 3 0,-5 25 20 16,7 3-12-16,-1-7 10 0,4 4-2 15,0 6-1-15,0 38 8 0,20-33-27 16,-20 3 0-16,24 0-1 0,-7-2-3 15,2-1 7-15,18 33-2 0,-17-36-1 16,0 1 0-16,2-5-7 0,-4 1-1 16,3-2-18-16,17 20-151 0,-20-24-11 15,-2-2-123-15,1-3-110 0,-2-2-143 16,12 8-579-16,-14-15 465 0,-5-4 25 16</inkml:trace>
  <inkml:trace contextRef="#ctx0" brushRef="#br0" timeOffset="31695.52">21937 16154 3480 0,'0'-14'0'0,"12"5"21"0,-12 0 119 0,8-8 400 0,-8 11-327 15,0 3-84-15,5 3-99 0,0 0 82 16,0 0 87-16,8 17 277 0,-7-17-273 0,1 23-62 15,1-7-48-15,0 5-4 0,5 21-19 16,-9-19-57-16,2 1-11 0,-1 0-1 16,2-1 4-16,-4 1-1 0,4 20 6 15,-6-23-13-15,2-3 8 0,-2 0-3 16,2-3-3-16,-2-2 9 0,1 1 4 16,-2-10 18-16,1-3-2 0,-1-1-2 15,1 0-9-15,1-19-18 0,-1 19-1 16,0-31 2-16,0 12-1 0,3-6 3 15,-2-2-1-15,5-28-3 0,-2 26 0 16,3 3 0-16,-1 1 3 0,2 4 0 16,-1 0-2-16,15-8-4 0,-12 18 2 0,1 4 4 15,-1 2 4-15,2 5 1 0,14 0 25 16,-12 19-19-16,-1-19 1 0,1 29-8 16,0-10 0-16,-2 3-2 0,14 25 2 15,-15-22-2-15,1 1-4 0,-2-1-3 16,-1 1-12-16,12 22-110 0,-12-28-11 15,0 1-98-15,1 1-116 0,-3-4-149 16,2-2-72-16,4 5-418 0,-7-14 659 16,1-3-222-16,-2-4-18 0</inkml:trace>
  <inkml:trace contextRef="#ctx0" brushRef="#br0" timeOffset="33079.09">22953 15587 3226 0,'7'-10'-21'0,"-3"-1"57"0,-1 2 53 16,-1 0 135-16,0 0 101 0,-2-7 290 15,0 9-420-15,0 2-73 0,0 2-52 16,0-1-11-16,0 1 9 0,0 1 90 16,0 2-67-16,0 0 20 0,0 0-13 15,0 0 23-15,-19 25 66 0,19 3-97 16,-18-8-16-16,18 5 5 0,-25 4-3 16,13 7-1-16,-12 47 48 0,11-33-77 0,4 7-13 15,1 5-14-15,3 4-9 0,5 2-3 16,-5 65-1-16,5-65-4 15,23-3 1-15,-23-6-5 0,39-6-1 0,23 40-14 16,-24-56 12-16,5-3-39 0,3-7-59 16,1-7-117-16,1-3-182 0,45-4-879 15,-8-13-331-15</inkml:trace>
  <inkml:trace contextRef="#ctx0" brushRef="#br0" timeOffset="33461.85">23148 15691 3936 0,'-7'-18'-11'0,"4"-1"20"0,-5-14 232 16,5 18-15-16,0 2-40 0,3 3-74 15,0 2-67-15,0 2-63 0,0-1 13 0,0 4 5 16,22 3 11-16,-22 0 11 16,0 0 19-16,17 24 159 0,-17-24-69 0,13 29 19 15,-13-10-27-15,0 5 1 0,0 0-35 16,0 27 28-16,0-26-69 16,0 1-5-16,0-3-3 0,0-4-19 0,0-4-16 15,0 7 9-15,0-14-6 0,0-3 2 16,0-4-6-16,0 1-4 0,24-2-3 15,-4 0 3-15,-20 0 0 0,25-24-9 16,-13 24-42-16,1-22-104 0,13-10-560 16,-12 15 170-16,0 0-8 0,-1-2 125 0,1 1-3 15,2-4-151-15</inkml:trace>
  <inkml:trace contextRef="#ctx0" brushRef="#br0" timeOffset="33745.05">23497 15502 3276 0,'-23'19'0'0,"23"-19"57"16,-16 19 283-16,0 3-122 0,16-7-35 16,-15-1-43-16,15 1-12 0,0 2-2 15,-10 16 108-15,10-17-154 0,0-2-17 16,0-2-16-16,22-1-1 0,-2 7 15 16,-20-14-43-16,23 0 1 0,-8-2-16 0,-1-2 11 15,2 0-7-15,17-25 81 0,-16 25-34 16,-2-25 11-16,-2 25-19 0,-1-28-28 15,-4 12 4-15,-1-14 24 0,-7 15-30 16,0 0-7-16,0 1-6 0,0 2 0 16,-28-9-8-16,7 12-35 0,21 5-45 15,-23-1-93-15,23 3-131 0,-20 2-120 16,4 0-489-16,16 0 538 0,-11 21-175 16,11-21-73-16</inkml:trace>
  <inkml:trace contextRef="#ctx0" brushRef="#br0" timeOffset="34095.02">23194 16237 3605 0,'-21'13'-10'16,"-20"10"310"-16,20-16 122 0,2-4 98 15,1 1-84-15,3-1-106 0,3-1-150 16,0-1-97-16,10-1-85 0,2 0-8 16,0-18 8-16,23 18 2 0,-23-19 0 0,63-7 9 15,-32 9-11-15,2 0 5 16,6-3-5-16,2-2 4 0,52-24 4 0,-43 21-8 16,7 0-1-16,-1-3 6 0,3 0 2 15,1 3 3-15,55-21 5 0,-61 29-13 16,-3 1 0-16,-9 4 1 0,-4 3-6 15,-8 5-1-15,9-1-25 0,-27 4-29 16,-5 1-50-16,-3 0-65 0,-4 0-85 16,0 0-503-16,0 0 287 0,-19 0 15 15,19 0 132-15,-20 0 36 0,20 0-49 16,-40 18-837-16</inkml:trace>
  <inkml:trace contextRef="#ctx0" brushRef="#br0" timeOffset="34511.88">23433 16277 3658 0,'-3'3'38'0,"0"-2"103"16,2 1 105-16,1-2 371 0,0 0-408 15,0 0-93-15,0 0-75 0,0 0-19 0,0 0 106 16,17 0-11-16,-17 0-2 15,0-16 8-15,18 16-20 0,-18 0-27 16,27-15 17-16,-16 5-68 0,-2 10-14 0,2-11-4 16,-3 11 0-16,0-5-4 0,7 5 78 15,-10 0-18-15,-1 0 12 0,0 0-13 16,-1 0 10-16,2 23 74 0,-3-1-81 16,1-22-13-16,-1 27-6 0,0-9 2 15,0-1-7-15,3 24 19 0,-1-19-51 16,-1-1-3-16,2 1-1 0,0 0 1 15,2-3-1-15,7 17 0 0,-6-21 2 16,2 0-3-16,-3-3 1 0,0-2-3 0,6 3-1 16,-9-7-1-16,-1-3-2 0,-1 0-3 15,0-3-7-15,-2 0-30 0,0 0-203 16,0 0 13-16,0 0-102 0,0 0-134 16,-18-19-166-16,18 1-718 0,-20 18 840 15,20-25-62-15,-16 13-33 0</inkml:trace>
  <inkml:trace contextRef="#ctx0" brushRef="#br0" timeOffset="34711.59">23508 16473 3821 0,'-6'0'86'15,"1"0"111"-15,-3 14 558 0,6-14-379 0,0 0-80 16,1 0-111-16,1 0-79 0,0 0-50 16,0 0-60-16,0 0 2 0,18 0 6 15,-18-22-2-15,25 22 1 0,11-36 5 16,-14 21-5-16,2 0 0 0,-1 2-4 15,1 0-3-15,-1 3-4 0,20-7-127 16,-20 8-56-16,-2 3-119 0,-1-1-162 16,1 3-74-16,15-7-571 0,-20 8 469 15,-5-1 2-15</inkml:trace>
  <inkml:trace contextRef="#ctx0" brushRef="#br0" timeOffset="34878.11">23923 16343 5752 0,'0'0'13'0,"0"0"54"0,0-17 227 16,0 17-143-16,-19-15-55 0,19 15-60 15,0 0-35-15,0 0-21 0,-14-7-166 16,14 7-21-16,0 0-158 0,0 0-155 16,0 0-146-16,0 0-60 0,26 0-962 15</inkml:trace>
  <inkml:trace contextRef="#ctx0" brushRef="#br0" timeOffset="35328.49">24090 16201 3992 0,'0'-3'65'0,"0"2"171"0,0-3 532 16,0 4-409-16,0-2-128 0,0 2-113 15,-18 0-37-15,18 0-27 0,0 0 41 16,0 0-47-16,0 0-7 0,0 0 5 15,0 0-5-15,0 0-8 0,0 21 8 16,0-8-24-16,0-13-8 0,0 17 3 16,17-17 1-16,-4 14 19 0,-13 1-18 0,15-7-1 15,-5 0-2-15,0 0-3 0,0 1-1 16,12 5 2-16,-15-8-6 0,3 1 30 16,-1 0 13-16,-3 0 19 0,0-2 8 15,-1 10 40-15,-2-7-74 0,-3 0-12 16,0 2-9-16,0 1-8 0,0 16-3 15,-22-14-8-15,22 1 0 0,-18 1-3 16,18-5 2-16,-18 1-7 0,6 2-42 16,12-10-4-16,-10-2-24 0,10-1-19 0,-10 0-13 15,10 0 8-15,-15-17-64 16,7 17 96-16,0 0 4 0,0-13 14 16,1 13 8-16,-7 0 16 0,11-11 10 0,-1 11-10 15,3 0-19-15,1 0-18 0,0 0 14 16,0-7-26-16,22-3 52 0,-22 2 5 15,25-2-17-15,-9 0-60 0,3-5-44 16,24-12-460-16,-20 13 169 0,3 1-50 16,1-1-3-16,0 0-216 0</inkml:trace>
  <inkml:trace contextRef="#ctx0" brushRef="#br0" timeOffset="35694.99">24195 15466 4864 0,'-2'-8'0'0,"1"-2"119"0,-1-4 348 0,1 9-218 0,1 0-101 0,0 4-95 16,0 0-25-16,0 1-4 0,0 0 102 16,27 0-27-16,-27 0 11 0,25 0-17 0,-10 26-12 15,3-26-8-15,21 43 28 0,-18-21-54 16,0 2-9-16,-1 5-8 0,1 4-2 16,15 45 0-16,-22-32-15 0,-4 8-6 15,-2 6 1-15,-2 7-1 0,-6 8-11 16,0 83-61-16,-26-72-30 0,26 3-48 15,-33 4-58-15,13 0-63 0,-3 1-68 16,-22 80-725-16,20-92 451 0,-1-6-34 16,2-5-69-16,-3-11-4 0</inkml:trace>
  <inkml:trace contextRef="#ctx0" brushRef="#br0" timeOffset="36427.95">24261 16202 2796 0,'-13'0'28'0,"6"0"0"0,1 0 3 0,0 0 16 0,-8 13 22 16,6-13-24-16,0 0 12 0,2 0-26 16,-2 12 33-16,2-12 10 0,-4 6 54 15,5-6-63-15,0 0 28 0,2 0 19 16,0 0 50-16,-2 0 248 0,3 0-213 15,1 0-5-15,0 0 6 0,0 0-3 16,1 0-37-16,0-13-37 0,0 13-130 16,0 0-12-16,0 0-4 0,0 0 5 15,0-8 1-15,16 2 6 0,-16 6 13 0,17-8 3 16,-17 1 4-16,18-1-2 0,5-10 1 16,-7 7-5-16,-1-3-4 15,4 1 3-15,0-3 11 0,1 1-6 0,20-16-4 16,-22 17-4-16,0 0 5 0,-4 6-78 15,-4 0-145-15,-1 1-177 0,0 1-744 16,-8 6 370-16,-1 0 97 0</inkml:trace>
  <inkml:trace contextRef="#ctx0" brushRef="#br0" timeOffset="37094.82">23447 17733 3884 0,'-35'1'0'0,"1"2"-12"0,3-3 12 0,1 0 37 0,5 0 115 16,3 0 104-16,-10 0 214 0,11 0-349 16,18 0-140-16,2 0 6 15,1 0 12-15,0 0 15 0,27 0 28 0,-27-17 50 16,36 17 44-16,-10-16 22 0,41-9 95 15,13-6-145-15,-36 14-102 16,43-13-15-16,-48 18 5 0,-2 2 10 16,-3 0 0-16,-4 3-12 0,-2 4-43 15,-7 2-129-15,10 1-553 16,-19 21-165-16,-12-21 254 0</inkml:trace>
  <inkml:trace contextRef="#ctx0" brushRef="#br0" timeOffset="37294.45">23449 17806 3927 0,'-39'18'80'16,"21"-9"86"-16,-16 6 368 0,6 4-162 16,13-12-281-16,-1 6 80 15,10-8-88-15,3-4-42 0,1 1-46 16,2-2-5-16,0 0-5 0,0 0 19 16,34 0 8-16,30-22-8 15,-33 3 1-15,37-5-4 0,4 0-91 16,-38 14-133-16,32-9-539 15,-35 10 316-15,-3-1-256 0,0 1-37 16</inkml:trace>
  <inkml:trace contextRef="#ctx0" brushRef="#br0" timeOffset="37511">23697 17524 4472 0,'-4'-18'145'0,"4"13"-3"15,0-4 103-15,0 1-130 16,22 5-1-16,12-5 205 0,-12 6-170 16,1 1-60-16,4 1-40 0,1 0-10 0,1 0-25 15,-3 25 7-15,11 13 11 16,-14 18-13-16,-23-21-16 0,0 47-20 16,-28-36-84-16,8 4-148 0,-9 4-156 15,-2 1-139-15,-1 4-63 0,-2-2-220 16</inkml:trace>
  <inkml:trace contextRef="#ctx0" brushRef="#br0" timeOffset="39244.19">25902 17215 3658 0,'2'-11'-15'0,"-2"1"78"0,0 0 119 15,0 2 190-15,0-1 80 0,0 3-87 16,-23-4 69-16,23 1-307 16,-13 5-84-16,13-1-1 0,0 5-29 15,0 0-11-15,0 0-6 0,0 0 4 16,0 0 65-16,0 0 35 0,18 21 140 16,-18 4-96-16,16-8-82 15,-16 34 45-15,10 10-83 16,-10-27-21-16,0 41-2 0,0-38-7 15,0-1 6-15,0 1-1 0,0-2-5 0,0 0 2 16,0-2-7-16,0 20-161 0,0-14-275 16,0-28 137-16,0 3-428 15,19-14 364-15,-19 0 82 0,15 0 70 16,-15-33 35-16,19 11 51 0,-5-4-4 16,12-41-278-16,1-8 155 15,-13 34 238-15,11-34 214 0,-4 13-103 16,-9 33-3-16,6-15 83 15,-7 16 70-15,-6 17-26 16,-1 0 221-16,-2 8-263 0,-2 1-54 16,0 2 35-16,0 0 46 0,0 0 57 0,0 0-9 15,-18 19 119-15,-1 0-97 16,-2 11-133-16,-10 5 97 0,-3 3-58 16,16-17-105-16,-16 20 26 15,19-21-60-15,-3 0-14 0,4-1-6 16,3-2-3-16,2-2-3 0,2-1-1 15,3 9 8-15,4-5 3 16,0-11-14-16,31 3 2 0,5-7-4 16,-11-3 1-16,2 2-7 0,5-2 1 0,6 0-23 15,2 0-40-15,43-16-204 16,-3 16-284-16,-43 0 126 16,26-14-583-16,-12 14-282 0,-33-11 554 15</inkml:trace>
  <inkml:trace contextRef="#ctx0" brushRef="#br0" timeOffset="39477.49">26744 17143 5581 0,'0'0'69'0,"-22"0"64"0,22 0 22 0,-14 0 47 15,14 0-195-15,0 0-26 0,0 0 10 16,0 0 6-16,27 0 4 0,-27 0 3 16,59-19-8-16,-7 3-6 15,-25-2-82-15,19 0-488 0,-8 4-709 16,-24 14 513-16,6-15-868 16</inkml:trace>
  <inkml:trace contextRef="#ctx0" brushRef="#br0" timeOffset="39644.13">26846 17280 4999 0,'-13'22'112'0,"-10"12"372"16,15-23-170-16,2-4-67 0,1 0-87 0,5-5-47 15,0 0-51-15,0-2-27 0,32 0 16 16,10-23-40-16,-15-5-12 16,40-7-32-16,6-6-201 15,-39 20-116-15,35-15-995 0,-40 20 237 16,0 2 0-16,-2 1 190 0</inkml:trace>
  <inkml:trace contextRef="#ctx0" brushRef="#br0" timeOffset="88153.41">28577 16851 3347 0,'0'-15'12'0,"-23"0"21"0,23 2-11 15,-19 1 44-15,19-3 39 0,-20 0 310 16,0 11-224-16,20 0-61 0,-14 2-109 16,14 0-4-16,-10 2-15 0,4 0-33 15,6 0 20-15,-5 0-13 0,3 0 46 16,0 0-18-16,-7 27-4 0,0 8-4 0,2-11 8 15,-2 3 9-15,1 2 16 16,-1 4 9-16,-4 28 9 0,8-33-38 0,2-1-7 16,3-2 7-16,0-3-7 0,0-2 5 15,0 13 12-15,27-17-17 0,-27-3 14 16,20-3-9-16,-20 0-11 0,56 4 30 16,-38-14-14-16,14 0 15 15,-15 0-22-15,-1-29 14 0,-1 29-8 16,0-34-6-16,-2 13 9 0,12-24-21 15,-17 20 27-15,-2 0 30 0,-2 0 52 16,-2 0 61-16,-2-20 172 0,0 28-197 16,-22 0-66-16,22 3-31 0,-24 2-29 0,9 6-21 15,-21 3-5-15,19 3 9 0,-4 0 0 16,5 0 5-16,-2 29-4 0,5-29-13 16,-7 43-138-16,11-26-45 0,9 1-120 15,-2 0-104-15,2-2-69 0,0 2 54 16,21 13-354-16,-21-17 247 0,24-3-128 15</inkml:trace>
  <inkml:trace contextRef="#ctx0" brushRef="#br0" timeOffset="89807.01">29043 16865 4144 0,'0'-6'18'0,"0"2"-9"0,0-1 9 0,0 2-10 0,-24-2-39 0,7 5-35 0,17 0-87 0,-13 50-161 0,13-50 206 0,0 0 108 0,21 19-1026 0,10-19-1473 0,-13 0 2499 0,4-44 0 0,3 44 0 0,3-24 0 0,0 24 0 0,1-31 0 0,1 15 0 15,-1-3 0-15,1 1 0 16,19-18 0-16,-16 8 0 0,-24 17 0 15,-8 6 0-15,-1 0 0 0,0 2 0 16,-23 3 5566-16,1 0-5554 16,22 0 1-16,-21 0 11 15,-2 20 1-15,7 5-27 0,16-10 10 16,-12 27-15-16,4 4 11 16,8-22 0-16,0-2 2 0,0 19-1 15,0-10-13-15,0-21-4 16,21 4 4-16,-5-13 16 0,2-1-1 15,-18 0-3-15,35-28 1 16,-10 0-12-16,-13 14-5 0,-1-5 19 16,11-21-7-16,-8 1 1 15,-9 19-7-15,-1 0 15 0,-1-16-38 16,-3 8-4-16,0 17 28 16,-21-7 22-16,2 9 3 15,-3 7-20-15,22 2 10 0,-36 0-11 16,14 0-24-16,14 27-59 15,8-27-22-15,-12 24-373 0,9 13-831 16,1-26 321-16,2 1-1643 0,0-12 2632 16,0 15 0-16,0-15 0 0,0 8 0 15,19-8 0-15,-2 0 0 16,-17 0 0-16,25 0 0 0,-10-19 0 16,4 19 0-16,4-23 0 0,4 23 0 15,27-43 0-15,4 13 0 16,-34 15 0-16,-3 0 0 0,-3 2 0 15,0-1 0-15,-5 0 0 0,0 2 0 16,1-1 0-16,-3 1 0 0,0 0 0 16,-1 3 0-16,9-8 0 15,-5 2 0-15,-13 8 0 0,4 2 0 16,-2-1 0-16,-1 0 0 0,0 2 0 16,21-22 0 15,-23 26 0-31,0 0 0 15,0 0 5540-15,0 0-5539 0,0 0 0 16,-20 18-10-16,20-3-4 16,0-2-12-16,0 4 50 0,0 31-2 15,0 10 19-15,0-26-49 16,0 37-6-16,11-4 18 16,-11-32-8-16,0 0 36 0,9 24-121 15,5-8-399-15,-9-30-188 0,-1-2-280 16,1-5-77-16,-2-4-1331 15,2-4 2363-15,4-2 0 16,2-2 0-16,-3-31 0 0,2 31 0 0,2-31 0 16,3 12 0-16,3 0 0 0,3-3 0 15,5 0 0-15,4-3 0 0,34-31 0 16,2-4 0-16,-36 28 0 16,-2 0 0-16,20-29 0 15,-10 4 0-15,-22 32 0 0,-4 3 0 16,-3 3 0-16,-3 2 0 0,-2 5 0 15,-3 2 0-15,-1 1 0 0,0 3 0 16,0 1 0-16,0 3 0 0,-26 0 0 0,-44-21 0 31,70 23 0-31,0 0 4222 0,0 0-4166 0,0 0 50 16,0 0-29-16,0 0 14 0,-18 0-74 16,18 20-31-16,0-20 51 0,-22 18-56 15,22-6 40-15,-11-1-33 0,11 0-18 16,0 17 22-16,0-3 28 15,0-14 52-15,0 0-50 0,0 0 41 16,0 3-14-16,23 10 8 16,17 1-47-16,-4-4 20 15,-14-12-30-15,1 0 50 0,2 0-49 0,1-2-5 16,-1 2 21-16,0 3 30 16,16 18 80-16,-16 12-87 0,-20-17 6 15,-5 1-50-15,0 4 69 0,-22-1 10 16,22-1-14-16,-33-2 40 0,-2 17 318 15,18-19-50-15,-2-24-323 16,19 0-64-16,0 0-21 0,0-39 2 16,19-27-166-16,11-24-166 15,7-10 53-15,-21 49 187 16,1-2-7-16,-17 4 17 0,20 2 7 16,-20 3 73-16,12 3-26 0,-12-31 23 15,0 26-63-15,-31 36-48 0,11 7-89 16,-7 3-153-16,-3 21-327 0,-3 1-107 15,-1 4-1424-15,2 4 2253 0,3 2 0 16,5 0 0-16,6-3 0 0,6-3 0 16,12-4 0-16,0-3 0 0,0-9 0 15,0-1 0-15,25-9 0 16,-3 0 0-16,-22 0 0 0,25-27 0 16,-25 27 0-16,37-40 0 0,-24 19 0 15,-1 0 0-15,-1-1 0 0,2-6 0 16,0-1 0-16,1-4 0 0,0 2 0 15,12-34 0-15,-20 34 0 0,-6 31 0 32</inkml:trace>
  <inkml:trace contextRef="#ctx0" brushRef="#br0" timeOffset="92053.35">27065 11345 3373 0,'-11'16'0'0,"4"-16"71"0,-2 0 168 0,3 0 135 16,2 0-26-16,-4 0 32 0,6 0-382 15,0 0-16-15,2 0-1 0,0 0 14 0,0 0 15 16,0 0 9-16,0 21 11 0,0-21-9 16,20 29 31-16,-20-9 21 0,18 25 74 15,-18-20-102-15,14 4-23 0,-14-1-10 16,8 1-4-16,-8 0 10 0,5 23 30 15,-5-26-9-15,0-1-7 0,0 0-8 16,0-2-7-16,0-3-10 0,0 15 46 16,0-22-18-16,0-1 19 0,0-3 24 0,0-6 21 15,0 2 150-15,0-5-162 16,0 0-37-16,0 0-29 0,-11 0-5 16,11-25-8-16,-9 0 9 0,9 7-11 0,-8-3 5 15,8-3-7-15,-8-2 0 0,4-2 2 16,-1-36 3-16,1 28-7 0,0-1-1 15,0-1-2-15,2-3 2 0,2-40 25 16,0 43-6-16,0-1 3 0,0 5-7 16,21-1 2-16,-21 5-5 0,20-18 4 15,9 28-16-15,-13 1 1 0,4 3-4 16,1 1-3-16,23-9 2 0,1 2 1 16,-2 5-4-16,-24 13 3 0,0-2-7 15,-3 5 0-15,-3 1-5 16,0 0-5-16,4 0-12 0,-15 28 22 15,0-28 10-15,-2 33 1 0,0-12 1 0,-27 5 3 16,-13 31-2-16,13-23-2 0,-5-1 0 16,1 0-4-16,-1-2-3 0,-24 22-6 15,33-35 9-15,2-1 1 0,2-7-6 16,4-2-2-16,5-3-5 0,-11-5-65 16,9 0 6-16,5 0-24 0,1 0-17 15,-1-21-37-15,0 21-15 0,-2-15-293 16,7-2 139-16,0 17-81 0,2-17 3 0,0 17-27 15,0-13-274-15,0-3 113 16,20 8-23-16</inkml:trace>
  <inkml:trace contextRef="#ctx0" brushRef="#br0" timeOffset="92402.19">27807 10982 3740 0,'-21'-6'43'0,"21"4"62"0,0-2 132 0,-21 2 71 16,7-2 229-16,14 2-406 0,-10 2-73 15,10 0-40-15,0 0 28 0,-12 0 12 16,4 22 117-16,2 0-84 0,-1-6 17 15,-1 2 8-15,-1 4 14 0,-1 3-10 16,-13 35 53-16,12-24-120 0,-3 3 18 16,1 3-11-16,-1 3-8 0,3 2-8 15,1-2-33-15,0 0-4 0,6 40-2 16,4-13-11-16,20-41-12 16,-20-3-21-16,36-5-31 0,20 14-191 15,16-13-210-15,-33-19 40 16,3-5-238-16,-2 0-258 0,7 0-282 0</inkml:trace>
  <inkml:trace contextRef="#ctx0" brushRef="#br0" timeOffset="92751.93">27988 11089 3673 0,'-8'-7'174'0,"2"0"150"0,-4-4 488 16,10 2-415-16,-2 7-350 15,2 2-56-15,0 0 4 0,0 0 23 16,0 0 31-16,0 0 23 0,0 0 7 16,18 29 167-16,-18-29-163 15,18 22-2-15,-18-7-5 0,13 3-1 16,-13 2-4-16,12 5-17 0,-4 32 30 15,0 7-55-15,-4-33-25 16,0 3-2-16,1-5-1 0,-1 2 2 0,-2-3-1 16,5-3-2-16,-3-2-22 0,4-1-22 15,-2-5-21-15,2-4-30 0,16-2-172 16,7-11-210-16,-14-20 80 16,5 20-204-16,-1-35-265 0,-3 13-231 15,1 0-133-15</inkml:trace>
  <inkml:trace contextRef="#ctx0" brushRef="#br0" timeOffset="92935.83">28071 11291 4348 0,'-38'15'361'16,"11"-15"230"-16,20 0-416 0,1 0-74 16,4 0-66-16,2 0-13 0,0 0 4 15,37 0-11-15,-13 0-2 0,5-17-10 16,5 17-1-16,1-18-27 0,42-4-196 15,-12 4-417 1,-41 9 60-16,-1-1-310 0</inkml:trace>
  <inkml:trace contextRef="#ctx0" brushRef="#br0" timeOffset="93236.06">28353 10843 4854 0,'-6'-6'135'0,"4"-2"114"0,0 3 58 16,0-2 20-16,2 2-109 0,0 0-93 16,0 1-56-16,0 1-29 0,0 2 13 15,23-1 89-15,21 2-20 16,-21 0-76-16,3 0-3 0,2 0-10 15,3 21 1-15,34 4 10 0,-32-9-29 0,1 5-8 16,-2 3-5-16,-3 5 1 0,-4 6 1 16,-4 0-1-16,-9 8 2 0,-2 5-35 15,-9 7-61-15,-1 5-78 0,-53 68-475 16,-19 4-689-16,29-67 261 16,-4-3-193-16</inkml:trace>
  <inkml:trace contextRef="#ctx0" brushRef="#br0" timeOffset="95335.73">25965 11257 3530 0,'8'-16'263'0,"-8"9"42"0,2-1 111 0,-2 4-65 0,0 0-46 16,0 3-116-16,0-1-61 0,0 2-117 16,0 0-14-16,0 0-3 0,0 0 3 15,-17 24 14-15,5 12 83 0,12-10-26 16,-19 8 15-16,10 9-12 0,-3 7-8 15,-13 64-9-15,12-52-44 0,0 3 0 16,1-1-4-16,1-3 2 0,0-4-5 0,-2 39-1 16,8-54 3-16,3-9-3 0,0-5-5 15,2-6 3-15,0-9 7 0,0 4 51 16,0-16-27-16,0-1-10 0,0 0-12 16,0-28-10-16,21 8 1 0,-7-31 4 15,-14 20 1-15,16-5-3 0,-16-4 1 16,18 0-5-16,-3-50-6 0,-7 45 0 15,-2-9 0-15,1 1-5 0,-2-3-1 16,1 1 2-16,2-48 1 0,-6 55 11 0,0 7-2 16,-2 3 2-16,0 8 4 0,0 5-4 15,0-5 6-15,0 19-8 0,0 5-4 16,0 2-8-16,0 3 3 0,0 1 0 16,0 0 8-16,0 0 5 0,0 25-1 15,0-25-1-15,0 30 2 0,19 12 1 16,-5-15-1-16,-14 1 5 0,21 3-2 15,-12 1 0-15,1 0 1 0,11 32-6 16,-10-33 2-16,1 2-2 0,-3-3 0 16,3-1 0-16,3 25-20 0,-9-29-4 15,-2 0-29-15,-4-4-16 0,0 2-44 16,0-5-51-16,0 11-273 0,-23-17 150 0,23-5-41 16,-19-1-12-16,19-5-8 0,-25-1 60 15,-4 0 40-15,-3 0 217 16,-3-21-2-16,19 21 25 0,2-12-4 15,-2 12 59-15,3-13 27 0,-10 2 140 16,15 11-46-16,1-12 40 0,1 6-19 16,2 0-27-16,3-1-86 0,1-9-55 15,0 6-25-15,22-2 17 0,-22-1 27 16,25-2-16-16,-10-2 23 0,22-16 108 16,-20 14-59-16,2 1 12 0,0 1-27 15,0-3 1-15,16-13 74 0,-18 18-82 0,0 0-10 16,-3 2-23-16,-1 2 5 0,-2 1-11 15,8-4 4-15,-11 9-37 0,-4 3-4 16,2 2-1-16,-2 0 1 0,5 0 1 16,-5 0 6-16,-2 17 3 0,0-17 3 15,-2 21 3-15,3-21-2 0,-3 44 28 16,0-26-24-16,0 2 1 0,0-1-14 16,0 1 2-16,-18-1 0 0,18 17-8 15,0-21 6-15,-12-2-3 0,12-1 1 16,0-3 7-16,0-5-1 0,0 3 56 15,0-7-16-15,0 0 1 0,0 0-18 16,0 0-15-16,17-22-17 0,-17-1 2 16,20 8-1-16,-20-1 4 0,15-2 1 0,-6 1 0 15,9-14-3-15,-11 16-3 0,-2 4-4 16,2 1 3-16,-3 4-13 0,-2 6 4 16,3-7-10-16,-5 7 23 0,2 0-1 15,0 0 7-15,2 20-5 0,6-3 3 16,-6-17-4-16,3 18 1 0,-1-18-4 15,3 12 3-15,1-12-2 0,5 11 3 16,-10-11 4-16,2 6 1 0,-3-6 8 0,-1 0 10 16,-1 0-4-16,2 0 17 15,-4 0-22-15,0 0 11 0,0-20-3 0,0 20-7 16,0-15-5-16,0-2-12 0,0 6-1 16,0-1 1-16,0 0 2 0,-15-4-4 15,15-16 2-15,0 14-2 0,0 1 0 16,0 1 1-16,0 0-1 0,0 1 2 15,0-8-3-15,0 13 2 0,0 1-1 16,0 1 3-16,0 2-2 0,0 0-7 16,0 2-1-16,0 2-2 0,0 2 4 15,0 0-3-15,0 0 7 0,9 0-3 16,-9 0 4-16,8 0 2 0,-4 0 1 0,3 0-3 16,1 0 1-16,9 17-8 15,-11-17 2-15,6 18-3 0,-5-18 4 0,0 18-15 16,7 2-24-16,-12-8-8 0,2-2-7 15,-2 1-54-15,-2 0-68 0,0-2-75 16,0 10-463-16,0-8 295 0,0-2 29 16,-18 1 17-16,18-3-272 0,0 0 11 15</inkml:trace>
  <inkml:trace contextRef="#ctx0" brushRef="#br0" timeOffset="95469.1">26567 11416 4311 0,'0'0'31'0,"0"0"54"0,0 0 14 0,0 0 21 0,0 0-40 16,-18 0-106-16,18 0-75 0,0 0-478 15,0 0-727-15,0 0 403 16</inkml:trace>
  <inkml:trace contextRef="#ctx0" brushRef="#br0" timeOffset="96785.46">27022 10674 2162 0,'5'-5'144'0,"-2"-1"189"0,1 0 182 0,3-7 443 16,-1 0-438-16,-4 7-357 0,2 1-12 15,-3 1-41-15,-1 1-25 16,0 0-50-16,-27 3-49 16,27 0 11-16,-38 0-1 0,18 21 0 0,-7-21 1 15,-2 20 1-15,1-20-2 0,-1 23 11 16,4-23-11-16,-21 16-5 16,16-5 18-16,19-11 18 0,4 7-5 15,-1-7 25-15,8 0-11 16,0 0 49-1,0 0 29-15,0 4-53 16,0-4 4-16,0 2 0 0,0 0-2 0,0 1-7 16,0 2 0-16,0 7 70 15,13 6-25-15,-13-7-70 16,0 0 4-16,0 4 8 0,9 1 8 0,-9 1-1 16,0 1 0-16,5 1-7 0,-5 2-13 15,4 5 3-15,-2 5-1 0,0 0 2 16,5 38 32-16,-5-33-52 0,2 3-8 15,2 3-6-15,-4-1 2 0,4-1 1 16,-3 1 2-16,1 0 0 0,-2 2 0 16,2-1 1-16,-1-2 0 0,0 41 9 15,-1-2-2-15,-2-40-8 16,2 1 0-16,-2-1-5 0,4 3 5 0,-2-3 7 16,-1-1-4-16,3 2-4 15,0-2 8-15,5 36-11 0,-1-10 13 16,-4-36-1-16,0-1-9 0,-2-4 1 15,-2-2-2-15,2-3-5 0,1-3 4 16,-1-4-4-16,-2-3 2 0,2-1 1 16,0 1 11-16,0-4-6 15,1-3-4-15,-3 2 2 0,1-1 3 16,-1 2 1-16,0-1-2 0,2 3 2 16,0-2-6-16,-2 4 4 0,2-1-4 15,0 0 3-15,0 10-6 0,1-9 3 16,-1-2-3-16,0 2 9 0,0-3 0 0,0 1-1 15,1-3-7-15,-1 0 2 0,1 1-2 16,-1-2 4-16,0 1 13 0,3 3 13 16,1 1-4-16,-2-1-12 15,3-3-4-15,0 2 2 0,0 0 2 16,2 0-7-16,-1-2 3 0,2 1-4 16,3-2 1-16,14-1 21 15,2-1-7-15,-13 0-10 0,2 0-5 16,0 0-2-16,0 0 2 0,23-15-7 15,1 15-3-15,-19 0 1 16,4 0 6-16,-1 0-2 0,35 0 8 16,11 0 1-16,-31 0-6 0,1 0-3 15,7 0-2-15,59 0 1 16,19 0 4-16,-54 0-1 0,6 0-6 16,3-16-3-16,7 16-20 0,4-20-35 15,4 20-42-15,7-25-56 0,5 7-70 16,5-1-64-16,5-3-165 0,2-3-327 15,129-35-1622-15</inkml:trace>
  <inkml:trace contextRef="#ctx0" brushRef="#br0" timeOffset="97567.93">29696 10801 2706 0,'-16'7'143'0,"2"0"198"0,-12 9 719 16,6-3-268-16,10-7-559 16,1 0-26-16,0-1-30 0,1-2-21 0,-2 2 59 15,5-4-117 1,5-1-64-16,0 0 8 0,0 0 21 16,0 0 13-16,20 0-1 0,-20 0-17 0,25 0-25 15,-6 0-17-15,32-17-15 16,7 4-6-16,-27-1-13 0,1 14-33 15,-1-12-53-15,-4 12-67 0,16-9-455 16,-12 3-825-16,-21 0 383 16,-2 6-273-16</inkml:trace>
  <inkml:trace contextRef="#ctx0" brushRef="#br0" timeOffset="97734.37">29661 11028 4003 0,'-28'39'421'0,"15"-16"263"0,10-16-421 15,3-6-36-15,0-1-77 0,0 0-25 16,37 0-16-16,16-26-82 16,-21 0-38-16,3 26-42 0,3-28-73 15,-2 13-103-15,-1 2-227 0,-7 1-256 16,-3 2-274-16,-4-2-260 0</inkml:trace>
  <inkml:trace contextRef="#ctx0" brushRef="#br0" timeOffset="102817.32">17107 8732 2779 0,'-4'0'101'0,"4"0"-18"0,0-14-5 0,-3 14-15 16,3 0 50-16,0 0-11 0,-2 0 18 15,0 0 0-15,0 0 63 0,1 0 9 16,-2 0 183-16,1 0-247 0,0 0-28 16,0 0-38-16,0 0 18 0,0 0 32 15,1 0-84-15,0 0-15 0,1 0-20 16,0 0-5-16,0 0 16 0,0-12-2 16,17 12 1-16,-17 0-1 0,22-13 4 0,-8 4-11 15,4 1 15-15,23-15-28 16,-15 12 17-16,1-3-12 0,3-2 19 0,0-2 14 15,39-16-4-15,-33 15-2 0,6-3-20 16,1 2 4-16,4-3-4 0,1 1-6 16,53-22 9-16,-49 21 8 0,1 1-15 15,-3 0 4-15,-1 3 16 0,-8 1-12 16,36-13 8-16,-44 18-9 0,-4 0-5 16,-4 3 0-16,-5 0-2 0,12-4-4 15,-19 8 15-15,-2-2-5 0,-1 2 8 16,1-1-5-16,-2 0 2 0,13-10-17 0,-11 9 8 15,2-1-4-15,2-2 26 16,2 1 0-16,-1 1-19 0,25-11-11 0,-20 9 6 16,2 1 20-16,2 2-15 0,-2-2 7 15,26-7-2-15,-24 8 1 0,1 1-15 16,-4-3-5-16,0 2 3 0,-2 2 5 16,16-9-9-16,-22 11 10 0,2 0-11 15,-7 2 23-15,1-2-9 0,-1 3 14 16,2-2-14-16,-8 3 7 0,0-1-1 15,-1 2-6-15,3-2 0 0,2 0 15 16,-2-1-4-16,0 0 1 0,2 2-17 16,3-1 14-16,1-3 1 0,12-3 23 15,-9 4-62-15,1-1 11 0,-1 2-29 16,2-4-17-16,-1 1 18 0,17-2-33 0,-16 5 49 16,-1-1 17-16,0 0-17 0,-3 2 9 15,13-2-24-15,-16 4 34 0,1-1-11 16,-2 1 1-16,-1 0 18 0,-1 0 10 15,5 0-11-15,-7 0 2 0,0 0 9 16,1 0-8-16,-1 0 16 0,3 0-8 16,8 0 7-16,-6 0-27 0,2 0 29 15,0-16-20-15,1 16 11 0,13 0-11 16,-14-11 1-16,2 11 1 0,-2 0 20 0,0 0-11 16,-1 0 0-16,10 0-20 15,-11 0 18-15,0 0 22 0,3 0-20 0,-2 0 19 16,1 0 7-16,14 0-9 0,-13-21-19 15,3 21-9-15,-1 0 20 0,2-18-1 16,13 7-10-16,-16 11-19 0,3-11 29 16,1 11-18-16,-3-11-1 0,0 7 9 15,20-9 0-15,-13 6 19 0,0 2-7 16,0-3 5-16,4 0-34 0,4 1 0 16,30-11-3-16,-28 10 40 0,0-1-12 15,-1 0 9-15,1 1 2 0,-2-3-36 0,28-7-7 16,-29 9 24-16,-1 1 2 0,-1-1 9 15,1 1 6-15,28-10-24 16,-28 11 18-16,1-3-18 0,2 1 9 0,4-1 0 16,1 0-9-16,37-12-8 0,-31 12 8 15,0-2 18-15,3 0 8 0,2 0-17 16,2 0 9-16,49-11-33 0,-47 13 16 16,1-2-10-16,2 0 9 0,-1 1 9 15,54-12 31-15,-57 13-29 0,5-2 0 16,-5 2-19-16,1 0 8 0,-1 0 0 15,40-6 29-15,-47 8-9 0,-3 0-11 16,-5 2 11-16,-2 0-48 0,-4 1 28 0,14-2-11 16,-24 4 40-16,-5 1-20 15,-1 0 2-15,0 1-2 0,6-3 0 0,-9 1-9 16,3 1 18-16,1 0-7 0,3-1-11 16,2 1 29-16,23-2-31 0,-19 4 20 15,1 0-20-15,1 0 37 0,1 0-17 16,-3 0-11-16,21 18 0 0,-21-18-16 15,-5 20 7-15,2-20 11 0,-3 14-11 16,11-1 38-16,-15-13-30 0,-2 11 12 16,-1-11 9-16,2 9-27 0,-4-3 0 15,9 4 7-15,-7-2 39 0,1-4-3 0,-1 4 8 16,2-1-17-16,9 11 65 0,-10-7-45 16,0-1 23-16,1 2-18 0,1 1 6 15,-1 4-25-15,17 10-11 0,-12-12-22 16,-1 0 14-16,2 1 33 0,-3 0 30 15,2 0 0-15,11 16 80 0,-11-14-110 16,-2 2 8-16,1-1-5 0,-2 4 9 16,18 21 120-16,-16-19-92 0,2 3-30 15,0 2-27-15,-1 3-13 0,3 4-9 16,19 41 19-16,-19-34-15 0,-1 0-1 16,1 1-4-16,-1 0-4 0,-2 3-4 15,10 35 9-15,-17-42 2 0,0-4-7 0,-4-2 4 16,-3-2-1-16,-2 26-17 0,0-32-72 15,0 1-110-15,0-1-161 0,0 2-173 16,-22-2-55-16,8 23-921 0,14-25 767 16</inkml:trace>
  <inkml:trace contextRef="#ctx0" brushRef="#br0" timeOffset="105134.16">17426 8572 2320 0,'-5'-15'64'0,"-1"15"59"0,1 0 13 16,1-12 118-16,1 12-181 0,1 0-27 15,2 0-8-15,-2 0-22 0,1 0 9 16,-3 0 15-16,2 0-18 0,-1 0-10 15,-2 0 24-15,-1 0-12 0,-10 15-4 16,6-15-11-16,-1 14 12 0,-1-14-21 16,-5 19 51-16,2-9-28 0,-21 12 19 15,16-12-45-15,-3 4 25 0,-3-1-13 16,-1 1 23-16,-3-1-2 0,-33 14 5 0,29-14-4 16,1 0 31-16,0-2-2 0,3-1-13 15,-26 9 2-15,33-11-25 0,-1-1-1 16,4-3 45-16,3 2-12 0,0-4-13 15,-5 2-23-15,13-3-20 0,4 1 0 16,0-2 8-16,3 2-19 0,-3 0-11 16,1 7-11-16,3-3 33 0,0 2 0 15,0 2-2-15,-1 0 22 0,1 15 6 16,1-13 3-16,0 1-1 0,0 0 36 0,0 2 1 16,0 0-31-16,0 17 33 15,0-16-52-15,17 4 19 0,-17-1-2 16,0 1 16-16,15 23 100 0,-1-21-88 0,-14 3-17 15,17-2-5-15,-8 2-13 0,2 2 13 16,13 23 24-16,-12-27-32 0,2 4-6 16,1-4 7-16,-1 1-4 0,3 0 14 15,17 21 37-15,-17-24-33 0,0 0-12 16,1-1 1-16,-2-1-12 0,19 20 65 16,-19-21-43-16,-3 1-2 0,2 2-19 15,-4-1 1-15,2-2 8 0,5 19 2 16,-10-18-20-16,0-3-6 0,0 1 12 0,-2-3-12 15,0 1 0-15,7 7-2 16,-8-10 2-16,0-5 3 0,-1 0-2 0,1 2 2 16,6 5 39-16,-7-9-15 0,0 0-4 15,0 1-14-15,2-2-1 0,0 1-1 16,6 1 26-16,-4-5-14 0,1-1-4 16,3 0-6-16,0 0 5 0,1 0-13 15,17 0 3-15,-15 0-9 0,2-20 1 16,1 20 0-16,0 0 6 0,23-18 3 15,-19 4-6-15,2 14 0 0,2-16 3 16,-1 8-5-16,4-3-1 0,32-8 0 0,-29 7 1 16,-1 2-2-16,1-2 1 0,2 2-4 15,1-3 1-15,32-8-4 0,-35 11 1 16,0-2 2-16,3 2 0 0,-3 1 4 16,32-11 3-16,-36 10-8 0,3 0 1 15,-1-1-1-15,0 0 0 0,-2-1 0 16,28-10 10-16,-28 12-9 0,1 0 4 15,0-2-2-15,-1 2-5 0,2-1 4 16,31-10-1-16,-30 10 7 0,-1-1-8 16,-2 0 1-16,0 1-1 0,30-10 3 15,-31 12 0-15,2-1-4 0,-3-2 1 0,3 2-2 16,1-1 4-16,27-12-1 16,-30 11-2-16,1 1 2 0,-2-1-3 0,1 2 5 15,0-1 2-15,22-9-3 0,-26 9-1 16,3 3-3-16,-3-2 2 0,2 1-2 15,20-9 3-15,-23 10-1 0,2 1 0 16,0-1 2-16,0 1-2 0,2 0 2 16,28-6 2-16,-27 6-5 0,0 1 5 15,1-3-7-15,1 1 4 0,0 1 1 16,30-8 2-16,-30 6-4 0,0 2 1 16,3-2 1-16,-1 2-1 0,32-9 0 15,-33 8-2-15,3-1 0 0,-2 1 2 0,3 2 2 16,-2-1 0-16,26-7 0 15,-28 7-3-15,1 1-1 0,-2 0 0 0,-2 0 1 16,1 0 3-16,25-5 1 0,-25 6-1 16,-4-1-3-16,4 2 4 0,-2 0-1 15,25-6 0-15,-25 4-7 0,4-1 1 16,-2 0 1-16,5 0 5 0,-1-1 0 16,39-8 3-16,-34 7-9 0,1 4 4 15,-3-1-1-15,1 0-1 0,-2 1 3 16,28-1-2-16,-32 4 5 0,-1 0-4 15,1-1 0-15,1 0 2 0,26-3-10 16,-25 3 11-16,0-1-4 0,2 1 2 0,-2-1 1 16,-1 1-3-16,29-6 1 0,-29 7 3 15,-1-2-3-15,-1 1 3 0,-2 0-2 16,1 1-5-16,28-1-1 0,-29 1 5 16,-1 0 2-16,-2 1 2 0,0-1-3 15,23-1 0-15,-24 2-2 0,0-2 0 16,2 0 1-16,-1 2-5 0,2-3 5 15,25-1 0-15,-27 1 1 0,2 1 1 16,-1 2-2-16,-2-3-6 0,1 2 8 16,15 0-7-16,-20 2 9 0,-2-2-5 0,0 2 1 15,-3-1 5-15,9-1-10 0,-14 2 5 16,-2 0-2-16,0 0 3 0,0 0 4 16,-4 0-5-16,2 0-1 0,-5 0-4 15,2 0 2-15,-1 0 1 0,-1 0 2 16,2 0 3-16,0 0-6 0,0 0 2 15,0 0-3-15,2 0 3 0,-3 13 3 16,5-13-1-16,-2 0 0 0,0 6-2 16,-1-6 1-16,1 5 0 0,5 1 4 15,-4-5-1-15,0 2-2 0,2-3 0 0,1 1-1 16,4-1 0-16,17 0 4 16,-12 0-5-16,4 0 0 0,2 0-4 0,0 0 2 15,2-18 4-15,24 18 4 0,-27-12-1 16,1 12-4-16,0 0 2 0,-4 0-5 15,-2 0-1-15,12 0 1 0,-18 0-2 16,-1 0 4-16,-2 0 1 0,-1 0 0 16,8 0 5-16,-8 0-2 0,0 0-4 15,1 0 6-15,1 0-8 0,1 0-11 16,12-15-75-16,-13 15 13 0,1 0-37 16,-1 0-63-16,-3 0-83 0,4 0-662 15,-6-10 332-15,-2 10-275 0,-1-6 67 16</inkml:trace>
  <inkml:trace contextRef="#ctx0" brushRef="#br0" timeOffset="109032.54">30268 10681 4268 0,'-2'0'93'0,"-1"-22"98"0,1 22 106 0,-3 0 51 0,4-19-87 15,-1 19-90-15,0 0-93 0,2-14-73 16,0 14-14-16,0 0 0 15,20-7 10-15,2 7-4 0,-22 0 4 16,31-6 5-16,-14 3 2 0,0 0 17 16,0 0 14-16,0 0 21 0,-3-1 16 0,6 0 74 15,-14 0-32-15,1 3-80 16,-7 1-9-16,0 0-13 0,0 0 1 16,0 0-4-16,0 0-7 0,0 0 16 15,0 0 3-15,0 0 8 0,0 16 47 16,0-2 16-16,0 7-39 15,0-7 10-15,0 3-13 0,0 3 3 16,0 4-11-16,0 2-7 0,-20 3-5 16,20 5-12-16,0 2-11 0,-18 1-6 15,7 46-6-15,1-3 10 16,10-43-4-16,-7 1 0 0,7 26-8 16,-5-13-25-16,2-29-12 0,1-2-32 15,1-7-16-15,0-3-4 0,0-3-47 16,-3-2-348-16,-2-5-30 0,1 0-258 15,1-26-246-15,-1 26-289 0</inkml:trace>
  <inkml:trace contextRef="#ctx0" brushRef="#br0" timeOffset="109249.5">30276 10951 5338 0,'0'-1'89'0,"0"1"67"0,0 0 50 16,-23-5 216-16,5 3-253 0,18 2-165 15,0-1-26-15,0 1 5 0,0 0 6 16,0 0 10-16,20 0 1 0,-20 0 0 16,37 0-11-16,-13 0-18 0,3-17-26 15,2 17-31-15,29-13-183 0,-31 0 86 16,-2 13-80-16,-4-13-141 0,-2 13-264 16,-3-11-280-16,-4 11-189 0,0-9-104 15</inkml:trace>
  <inkml:trace contextRef="#ctx0" brushRef="#br0" timeOffset="109567.12">30745 10865 5534 0,'5'3'149'0,"-2"-3"108"0,0 0 41 16,-2 0-49-16,-1 0-65 0,0 0-83 16,0 0-49-16,0 0-20 0,0 0-14 0,0 0-13 15,0 0-4-15,0 0-16 16,0 0 13-16,0 0-4 0,0 0 6 0,0 0-2 16,0 0-1-16,0 0 0 0,0 0 0 15,0 0-4-15,0 0 2 0,0-17-10 16,11 17-55-16,-11 0-12 15,0 0-51-15,0 0-59 0,0 0-92 16,0 0-1015-16,0 0-1184 16</inkml:trace>
  <inkml:trace contextRef="#ctx0" brushRef="#br0" timeOffset="109983.19">31034 10607 4961 0,'0'-10'292'16,"0"4"165"-16,-17 3-341 0,17 2-54 16,0 1-53-16,0 0-2 0,-12 0 28 15,12 0 3-15,-11 25 4 0,11-25-1 0,-10 18-17 16,5-18-4-16,0 19 37 15,3-3-24-15,1-16 6 0,1 15 0 16,0-8 6-16,0 0-6 0,0 0-5 0,0-1-11 16,0 2-1-16,20-2 1 0,-20 1 0 15,15 0-2-15,3 7 8 0,-18-9-16 16,20 2 0-16,-8-1-1 0,0 1-6 16,-1 0 2-16,-2 1-4 0,1-2-3 15,-1 2 4-15,-1 1 1 0,2 10 12 16,-6-1 2-16,-4-10-8 15,0 1 5-15,0 1-4 0,0 3 1 16,-20 6 4-16,20 3-17 16,-23-12 0-16,23 0-13 0,-20-1-30 0,7 0-39 15,2-3-59-15,-1 1-54 0,-1-2-55 16,1-2-100-16,0-1-233 0,-3-2-1444 16</inkml:trace>
  <inkml:trace contextRef="#ctx0" brushRef="#br0" timeOffset="110199.88">31034 10622 5434 0,'0'-4'85'0,"0"-1"73"16,0-1 21-16,0 2-14 0,-17-5-71 16,17 0-111-16,32 3 13 15,-32 1 2-15,38-2-6 0,-16-3-4 16,5 2-6-16,1-1 0 0,-2 0-22 15,1 2-35-15,-4-2-56 0,19-5-311 16,-16 2-434-16,-18 8 180 16,-1 0-270-16,-5 2-11 0</inkml:trace>
  <inkml:trace contextRef="#ctx0" brushRef="#br0" timeOffset="111267.8">31475 10974 2800 0,'0'7'372'0,"0"-6"426"0,0-1-492 16,0 0-99-16,0 0-80 0,0 0 4 16,0 0 26-16,0 0-2 0,18 0-13 15,-18 0-16-15,14 0-32 0,-14 0-4 16,17-23 17-16,0 3 83 0,-8 20-103 0,-1-25-21 15,0 10-13-15,-1 0 9 16,0 1-3-16,0 0-6 0,-2 1 2 16,0-2-5-16,-1 2-8 0,-1 1 4 0,0-9 13 15,-3 6-28-15,0 10-20 16,0 0-3-16,0 3-5 0,0 0-4 16,0 0-5-16,-20 2 2 0,20 0 5 15,-18 0 3-15,-8 24 40 16,-7 0 32-16,16-9-36 0,-3 3 2 15,2 1-3-15,1 5 1 0,3 0-14 16,2 2-7-16,3-1-9 0,1 1-6 16,6-1 3-16,2 22 3 0,33-13 5 15,-33-23-6-15,38-1-4 16,-16-3-4-16,35-3-43 0,7-4-126 16,-31 0 19-16,-1 0-43 0,1-24-49 15,-2 24-105-15,-3-22-164 0,-2 7-299 16,-3 1-246-16,-2-3-215 0</inkml:trace>
  <inkml:trace contextRef="#ctx0" brushRef="#br0" timeOffset="112683.28">31785 10281 3661 0,'0'0'153'0,"0"-7"451"15,0 2 0-15,0 5-440 0,0 0-69 16,0-1-56-16,0 1-21 0,0 0-14 15,0 0 4-15,0 0 27 0,0 0 21 16,0 20 97-16,-13-5-54 16,13 8-73-16,0-10-6 0,-13 1 2 15,13 1 2-15,-7 16 10 16,7-4-11-16,0-13-15 0,0-3-3 16,0-2 0-16,0 5 9 0,17-4 0 15,-17-8-11-15,0-1 9 0,17-1-5 16,-17 0 4-16,17 0-5 0,-6 0-4 15,0 0-1-15,1-23 3 0,0 23 1 16,0-19 3-16,4-2-1 0,-6-4 23 16,-8 8-6-16,-1 4-2 15,-1-13 2-15,0 0-4 16,0 12-2-16,-22 1-5 0,22 4-8 16,-17 0-7-16,17 1-11 0,-17-2 4 15,-2 7 8-15,19 3 0 0,-14 0-16 16,6 0-30-16,1 0-31 0,2 18-46 15,0-18-48-15,0 18-66 0,0-18-132 0,3 14-172 16,-1 0-1233-16</inkml:trace>
  <inkml:trace contextRef="#ctx0" brushRef="#br0" timeOffset="112865.52">32057 10354 4749 0,'2'0'121'0,"1"-20"340"0,-3 20-115 0,0 0-312 0,0-14-33 15,0 14-9-15,0 0-19 0,0 0-197 16,0 0-43-16,0 0-175 0,0 0-169 16,0 0-226-16,0 0-153 0,0 0 9 15</inkml:trace>
  <inkml:trace contextRef="#ctx0" brushRef="#br0" timeOffset="113381.99">32270 10137 3918 0,'0'-3'209'0,"0"-1"152"0,0 2 29 15,0 0-42-15,0 0-164 16,0 0-125-16,-16 2-62 0,16 0-3 0,0 0 17 15,-10 22 48-15,2-22-18 16,8 24-3-16,-12-9-7 0,7 2-4 16,0 2-3-16,1-1-12 0,2 0 0 15,0-1-6-15,2 10 0 16,0-9 6-16,0-13-6 0,21-5-2 16,-21 3 8-16,17-3-10 0,-17 0 8 15,22 0-4-15,-10 0-10 0,0 0 6 16,2-20 0-16,11 2-7 0,-7-8 6 15,-10 14 9-15,-4-3-8 0,-1 0 1 16,-3 3-4-16,0-2-3 0,0 3 2 16,0-1 2-16,0 2-2 0,-23 3 0 15,3-4-9-15,1 7-5 16,19 3-15-16,-17 1-38 0,17 0-58 16,-13 0-91-16,6 0-617 15,7 0-657-15,0 0 553 0,0 0 55 16</inkml:trace>
  <inkml:trace contextRef="#ctx0" brushRef="#br0" timeOffset="113715.45">32480 10062 2527 0,'1'-7'216'0,"0"2"288"0,0-7 728 0,-1 0-535 0,0 10-554 16,0-1-49-16,0 0-32 0,0 3-29 16,0 0-25-16,0 0-8 0,0 0-9 15,0 0 13-15,0 0 5 0,0 0 73 16,0 0 45-16,0 17-74 0,0-17-4 16,0 14 2-16,0-14 4 15,0 16-5-15,0 8 17 0,12 6-48 16,-12-13-18-16,0 0 4 0,0 0-3 15,0 20-6-15,0-5-3 16,0-15-35-16,0-1-43 0,0-4-72 16,0-1-83-16,0-3-120 0,0-2-175 15,0 0-180-15,0-3-244 0,0-2-1050 16</inkml:trace>
  <inkml:trace contextRef="#ctx0" brushRef="#br0" timeOffset="114248.22">32698 10032 3395 0,'-17'-1'190'0,"17"-2"186"0,0 0 9 15,0 0 120-15,0 2-478 16,0 1-37-16,0 0 17 0,0 0 8 15,0 0 12-15,0 17 13 0,0-17 33 16,0 13-37-16,0-13-7 0,0 12 2 0,16-12 1 16,-16 11-4-16,0-11 1 0,17 11-5 15,-17-3-4-15,15-2 8 0,-15 1-10 16,12 6 26-16,5 2-10 16,-13-7-20-16,-1 1 0 0,0-1-3 15,-1 1 2-15,-2 1 0 0,0 0 7 16,0 1-4-16,0-1-2 0,-21 12 12 15,4-4-3-15,17-10-18 16,-22-1 6-16,22-2-7 0,-17-2 14 0,17-1 12 16,-14-2-5-16,14 0 1 15,0 0-17-15,0-19-14 0,0-2-10 16,0-6 11-16,21 10-1 16,-21 1-3-16,21-2-6 0,-21-4-5 0,27 3-2 15,-13-1 14-15,-1-1 0 0,1 0 3 16,-5 1 8-16,-1 3-7 0,-2-14 2 15,-6 9-14-15,0 15 5 16,-20 1 3-16,20 3 4 0,-26 1-1 16,26 2 1-16,-28 0-9 0,14 0-30 15,1 0-50-15,-5 18-296 16,8-18-307-16,10 0 216 0,0 16-93 16,0-16-133-16,0 0-91 0,0 12 39 0</inkml:trace>
  <inkml:trace contextRef="#ctx0" brushRef="#br0" timeOffset="114665.56">32993 9905 2753 0,'0'0'89'0,"0"0"46"0,0 0 75 0,0 0 77 15,-15 0-4-15,15 0-5 0,-15 21 111 16,6 0-145-16,9-8-122 16,-8 2 6-16,8 3-14 0,0-2-4 0,0 6-29 15,0-2-15-15,0 4-23 0,0 1-23 16,18 28 3-16,-3-2-5 16,-15-26-9-16,0-3-3 0,12-1-6 15,-12-1-11-15,0-5-59 0,15-3-66 16,-15-2-92-16,6 1-530 15,0-8-759-15,0-3 531 0</inkml:trace>
  <inkml:trace contextRef="#ctx0" brushRef="#br0" timeOffset="114849.05">32934 10093 4822 0,'-8'0'103'0,"1"0"42"16,7 0-17-16,0 0 15 16,22 0-275-16,16 0 11 0,-12 0-102 15,2-17-89-15,3 17-150 0,1 0-182 16,27-11-1077-16,-32 11 838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2-02T18:52:18.61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2004 702 1961 0,'0'0'1326'0,"0"0"-673"0,0 0-132 0,0 0-107 15,-13 0-113-15,13 0 126 16,0 0-368-16,0 0-15 0,0 0-31 0,0 0-6 16,0 0 3-16,0 0 5 0,0 0 1 15,0 0 118-15,0 0-11 16,0 0-7-16,0 17 138 0,0-3-164 16,0-3-2-16,0 1-39 0,0 5-6 15,-17 4-21-15,17 4-4 0,0 0-1 16,-20 2-2-16,20 6-3 0,-11 32 7 15,11-2-8-15,0-32-4 16,0-5-4-16,0 30 5 16,0-3-13-16,17-2 0 15,-17-29 1-15,0 1 10 0,0 16-1 16,9-8-6-16,-9-19-1 0,0-4 4 16,0-2-2-16,0-1 0 0,0-4 4 15,0 2-4-15,0-2 4 0,0-1-1 16,0 0 3-16,0 0-6 15,0 0-55-15,0 0-45 0,0 0-729 16,0 0 197-16,0-17-283 16,0 17-249-16</inkml:trace>
  <inkml:trace contextRef="#ctx0" brushRef="#br0" timeOffset="432.21">2228 905 3378 0,'0'-16'776'0,"0"4"264"0,0 6-739 16,0-1-111-16,0 4-72 15,0-1-15-15,0 2-3 0,0 0-4 0,0 1-22 16,0 0-14-16,0 1-20 0,0 0-11 16,0 0-34-16,0 0 4 15,0 0 1-15,0 0 54 0,0 15 115 16,0 4 2-16,0-5-90 16,0 4-19-16,0 3 2 0,0 4-12 15,-21 2-23-15,21 2-9 0,0 0-7 16,-16 5-11-16,16-2-4 0,-23 57 1 15,23-62-1-15,0-2 2 0,-9-3-3 16,9-1 3-16,-3 11-4 16,0-8 5-16,1-15-20 0,0-3-54 15,-1-4-70-15,0 0-98 0,-2-2-141 16,-6 0-1255-16,0-20-1279 16</inkml:trace>
  <inkml:trace contextRef="#ctx0" brushRef="#br0" timeOffset="698.92">1719 1021 4747 0,'-20'18'148'16,"4"-18"112"-16,5 0 35 16,6 0-24-16,2 0-121 0,1 0-95 0,2 0-36 15,24 0 77-15,-24 0-27 16,29-16-6-16,-8 16-7 0,7-13 15 15,3 13-5-15,8-22-7 0,3 11-20 16,4-3-23-16,3-1-9 0,54-12 5 16,1 0-10-16,-54 18-5 15,0 0-5-15,37-1-23 16,-52 7-24-16,16 3-112 0,-34 0 61 16,-7 0-23-16,-5 0-74 0,-5 0-166 0,0 22-274 15,-20-22-325-15</inkml:trace>
  <inkml:trace contextRef="#ctx0" brushRef="#br0" timeOffset="948.88">1862 1170 4995 0,'-17'7'149'0,"2"-1"85"0,5-2 27 16,4-3-21-16,1-1-127 0,3 0-71 15,2 0 8-15,34 0 41 16,-34 0-60-16,40 0-17 0,-13 0-4 16,6-19-7-16,44 5 4 0,6 1-16 15,-38 13 8-15,-4-15 1 0,0 15-5 16,0-10 4-16,-7 10-48 0,-4-8-98 16,-6 8-123-16,-3-4-165 0,-7 4-213 15,-1 0-1292-15</inkml:trace>
  <inkml:trace contextRef="#ctx0" brushRef="#br0" timeOffset="1816.21">3284 1052 4702 0,'0'0'615'0,"0"4"-293"0,0-4-122 0,0 0-101 0,0 0-58 0,0 0-26 16,0 0-18-16,0 0 11 0,17-23 33 15,-17 5 54-15,14-2 36 16,-14 9-32-16,9 0 33 0,-9 2-1 16,0 2-14-16,0-2-20 0,0 3-47 15,0 0-19-15,0 2-8 0,-25 4 1 16,4 0-1 0,-20 20 12-16,25-20-21 0,-2 25 10 0,4-11-12 15,-3 3-9-15,-12 21-7 16,8 2 5-1,9 28 12-15,12-53-18 0,0 10-7 16,26-2 7-16,-26-14 7 16,22-1-8-16,-22 2-8 0,28-5-27 15,-11 0-59-15,3-1-44 0,0-3-65 16,1-1-65-16,30 0-592 16,7-18-761-16,-24-3 532 0,-2 21-32 15</inkml:trace>
  <inkml:trace contextRef="#ctx0" brushRef="#br0" timeOffset="2199.16">3661 1048 4044 0,'0'-4'222'0,"0"-1"109"0,0 2 36 16,0 0-11-16,0 2-53 16,-15 1-168-16,15 0-21 0,0 0 37 15,0 19 6-15,-16-19-26 0,16 19-36 16,-15-19-21-16,-9 50 57 15,16-37-121-15,3-1-3 0,2-2-4 16,1 1 4-16,2-2-3 0,0-2 2 0,0-1 1 16,23 4 21-16,-23-9-19 15,47-1 4 1,-31 0-13-16,0 0 0 0,3-24 5 0,0 24-5 16,-1-21 9-16,-2 21 1 0,-3-24-1 15,1 13 6-15,-5-1 15 0,-2 0 18 16,-3-10 89-16,-4 13-91 0,0 1-20 15,0 0-19-15,-24 1-8 0,24 1 1 16,-27 0 2-16,10 4-3 0,-3 0 0 16,2 1-4-16,-2 1 3 0,-13 0-29 15,8 0-108-15,16 17 16 16,2-17-60-16,2 17-260 0,5-4-200 16,0-13 69-16,0 16-329 0,0-16-187 15,0 12-342-15</inkml:trace>
  <inkml:trace contextRef="#ctx0" brushRef="#br0" timeOffset="2631.94">4127 998 4613 0,'0'-4'165'0,"0"0"129"0,0 2 64 0,0 0 14 0,0 0-112 0,0 0-6 16,0 2-193-16,0 0-53 15,0 14 236 1,0-14-206 0,-17 20 7-16,17-4-38 0,-14-16-1 15,14 14-1-15,0-14 1 0,0 12 1 16,0-7-3-16,0-5 6 0,0 6 3 16,0-2 3-16,0-1 6 0,19 3 9 15,16 0-15-15,-20-2-9 16,1-1 3-16,-3-2 2 0,3 5 14 15,-3-3 3-15,0 3-3 0,-1-1-2 16,-5 2-12-16,2 2-2 0,6 11 9 16,-7 3-2-16,-6-10-11 15,-2-2 3-15,0 3 5 0,0-1 1 0,0-1 1 16,-26 11-4-16,5-14-5 0,21 1-7 16,-32-1 0-16,12-2 2 0,0-1-4 15,-1 0 6-15,-2-3-1 0,0-2-3 16,4-1-2-16,0 0-12 0,-6 0-97 15,13-25-209-15,12 5 72 16,0 20-81-16,0-22-170 0,0 10-347 16,0 0-270-16,31-2-288 0</inkml:trace>
  <inkml:trace contextRef="#ctx0" brushRef="#br0" timeOffset="3031.88">4525 1177 5249 0,'0'0'75'0,"0"7"66"0,0-7 29 0,0 0-8 0,0 0-27 0,24 0-116 16,-24 0-16-16,25-20 19 0,-11 20 1 15,3-16 21-15,17-6 42 0,-18 11-32 16,-1-1 0-16,-4 1 23 0,-1-1 6 0,-2 2 12 15,-5 0 17-15,-3 0-12 0,0 1 2 16,0 0-23-16,0 2-35 0,-23-3-9 16,-3 8-35-16,9 2 0 15,-2 0 13-15,-3 0 7 0,-1 29 12 16,0-29 4-16,0 28-11 0,1-12-9 16,3 1-1-16,-10 16 2 15,20 0-9-15,9-19-3 0,0 1 2 16,0-2-5-16,29-3-4 0,-9 2 0 15,4-3 5-15,3-2-5 0,3 0 6 16,2-2-6-16,37-3-43 0,-2-2-165 16,11-18-518-16,-59 18 221 15,-5 0-358-15,-4-19-258 0,-3 19-444 16</inkml:trace>
  <inkml:trace contextRef="#ctx0" brushRef="#br0" timeOffset="5765.02">5305 1045 2999 0,'-22'0'52'0,"22"0"90"0,0 0 187 16,-16-13 171-16,16 13 436 0,0 0-631 15,0 0-125-15,0 0-65 0,0 0-7 16,0-7-22-16,0 2 50 0,0 5-108 0,0-6-6 16,0 3-14-16,0 0 6 0,0-2 13 15,0-2 78-15,0 5-35 0,0-4 15 16,0 4 2-16,0-1 17 0,0-2 106 15,0 4-121-15,0 0-32 0,0-2-29 16,-17 3-15-16,17 0-17 0,-16 0 4 16,-9 0 0-16,11 21 3 0,-2-21-2 15,3 23 1-15,-4-7 1 0,-9 21 5 16,14-18-5-16,3 5-1 0,3-1-1 16,1-2-2-16,3 20-3 0,2-25 2 15,0 3 2-15,22-4 0 0,-22 0 2 0,27-7-2 16,12 8-7-16,-18-12-31 0,4-1-46 15,-1-3-60-15,3 0-82 0,0 0-131 16,31 0-920-16,-29-25 452 0,1 25 69 16,1-23 96-16,-4 23 2 0</inkml:trace>
  <inkml:trace contextRef="#ctx0" brushRef="#br0" timeOffset="6297.81">5707 1034 4463 0,'0'0'147'0,"-17"0"359"16,17 0-209-16,0 18-114 0,0-18-76 16,-14 0-45-16,14 17-3 0,0-4-11 0,0-13 1 15,0 14-5-15,0-7-7 0,24-1-10 16,1 4 12-16,-11-8-23 0,6 0 2 16,1-2 2-16,1 0 1 0,3 0 2 15,25 0 14-15,-26-22-3 0,-2 22 16 16,-2-16 28-16,-2 16 27 0,14-18 139 15,-20-1-112-15,-2 10 23 0,0 0-4 16,-3 0-7-16,0 1-21 0,-1-4 43 16,-5 6-112-16,-1 2-17 0,0 1-15 0,0 1-8 15,0 2-2-15,0 0-13 0,0 0 0 16,0 0 0-16,0 0 0 16,0 0 1-16,0 16 2 0,0 3-2 15,0-5 2-15,0 3 0 0,0 6-2 0,0 23-2 16,0-17 1-16,0 1 1 0,0 2 0 15,0 2 3-15,0 3 0 0,0 39-3 16,0-34-2-16,0 1 4 0,-20-3 3 16,20 2-3-16,-23 35-3 0,23-41-2 15,-26-1 1-15,13-4 7 0,-2-4-4 16,-3-2-2-16,-19 13-1 0,17-23 2 16,1-6 2-16,-2-5 0 0,2-4-1 0,-15 0-2 15,20-27-1-15,1 8 2 16,1-7-1-16,3-4-1 0,3-4 2 0,4-43-3 15,2 37 0-15,0 0-7 0,0 2-4 16,29 4-5-16,2-22-79 0,-14 36 3 16,5 1-47-16,0 2-57 0,1 4-68 15,2 3-64-15,31-7-819 0,-27 9 336 16,3-1-130-16,0 3-86 0,1 0 266 16</inkml:trace>
  <inkml:trace contextRef="#ctx0" brushRef="#br0" timeOffset="6814.6">6740 788 5092 0,'-19'-6'306'0,"19"3"-28"0,0 0 33 0,0 0-61 16,0 0 49-16,0 3-240 0,0 0-42 15,0 0-16-15,0 0 20 0,0 0 48 16,0 0 24-16,0 0 20 0,0 19-10 0,0 5 69 16,0-7-89-16,15 1-7 0,-15 4-7 15,0 4-8-15,14 3-18 0,-14 32 4 16,11-30-46-16,-11 0 2 0,4-1-3 16,-4 0 2-16,5 22-2 0,-5-30 4 15,2-2-2-15,-2-2 3 0,0-5-6 16,0-1 1-16,0 0 3 0,0-6 4 15,0-5 8-15,0-1-2 0,0 0-2 16,0 0 1-16,0-19-14 0,-26 19 0 16,26-24-3-16,-27 10 3 0,10-3-1 15,-23-19-1-15,20 18-1 0,-2 1 4 16,0 1-1-16,0 2-1 0,-2 5 0 0,-23 4 0 16,23 5 2-16,0 0 0 0,1 0-2 15,0 24 2-15,4-24 0 0,-10 27 6 16,15-1-8-16,6-9 1 0,3-4 1 15,5 0 1-15,0 12 10 0,0-13-10 16,31-2 0-16,-31 0 0 0,36-1 1 16,-13-1-1-16,25 2-8 0,-21-6-21 15,-1-1-38-15,1-3-53 0,0 0-67 16,-1 0-68-16,19 0-489 0,-21 0 68 16,-3-25-129-16,-1 25-317 0,0-23-270 15</inkml:trace>
  <inkml:trace contextRef="#ctx0" brushRef="#br0" timeOffset="7381.79">6930 1024 4407 0,'0'0'105'0,"0"0"127"0,0 0 77 0,0 0 290 0,0 0-416 15,0 0-56-15,0 0-28 0,0 0-9 0,22 0 12 16,-6 0 97-16,-16 0-112 15,20 0-14-15,-9 0-14 0,0 0-3 16,11 0 32-16,-2 0-6 0,1 0 10 16,-14 0-59-16,2 0 0 0,-3 0 2 15,1 0 10-15,-2 21 7 0,2-3 32 16,-6-6-61-16,-1 2-5 0,0 2-1 16,0 3-3-16,-24 1-1 0,-5 23 8 15,11-20-15-15,-2-1-4 0,0-3 0 16,2-1-2-16,-8 7 35 0,16-18 4 15,10-1 10-15,-11-5 5 0,11-1-5 16,0 0-21-16,0 0-9 0,0 0-25 16,34-43 1-16,-34 43 3 15,24-27 2-15,-9 10 0 0,35-35-14 16,-32 33 9-16,0 0 5 0,18-16-3 16,-22 21 4-16,1 1 0 0,-3-2-2 15,0 3 8-15,-2 1-7 0,4-7-3 16,-12 8 0-16,1 3 1 0,-3 2 2 15,0 0-1-15,0 0-1 0,0 0 7 16,0 0 0-16,0 4-1 0,-18 1-1 16,18-1 0-16,0 1-2 0,-18 0 1 15,18 0-3-15,-12 19 4 0,12-19 0 0,-15 23-2 16,0 7-2-16,5-13-3 16,3 2 2-16,0-1-1 0,2 0 0 0,2-1 3 15,-1 16-4-15,4-19 2 0,0 4-17 16,0-5-29-16,0 0-50 0,24 8-287 15,-24-12 139-15,22 1-38 0,-5-5-143 16,3-1-281-16,6-3-213 0,39-1-1709 16</inkml:trace>
  <inkml:trace contextRef="#ctx0" brushRef="#br0" timeOffset="7681.12">7568 1123 5731 0,'-29'0'136'0,"14"0"-3"0,8 0 27 0,2 0-33 0,1 0-35 0,4 0-10 16,0 0-66-16,23 0 31 0,-23 0 15 15,34 0 1-15,-11 0-2 0,39 0-7 16,-23 0-15-16,0 0 11 0,2 0 2 15,2 0-8-15,-2 0-22 0,32-15-11 0,-39 15-12 16,-4 0 2-16,-3 0-3 16,-8-10-3-16,8 10-9 0,-20 0 8 15,-3-4-42-15,-3 4-71 0,-1-5-69 0,0 4-99 16,0-7-614-16,0 5 223 0,0-3-89 16,-19-2-204-16,19 2-8 0</inkml:trace>
  <inkml:trace contextRef="#ctx0" brushRef="#br0" timeOffset="7964.62">7902 980 4548 0,'-1'0'203'0,"0"0"152"0,1 0 50 16,-2 0 5-16,2 0 34 0,-1 0-322 0,0 0-8 15,1 0 16-15,-1 0 26 0,0 0 10 16,1 0 95-16,0 0-170 0,0 0-27 15,0 0-8-15,0 0-10 0,0 0-9 16,0 14 17-16,0-14-34 0,0 0-5 16,0 17 1-16,0-7-7 0,0 21 1 15,0-13-8-15,0 4 0 0,0 0-2 16,0 3 2-16,0 0-4 0,0 30 1 16,0-29-2-16,-11 0-14 0,11 1-35 0,0-2-70 15,0 21-430-15,0-25 85 0,0-2-268 16,0-2-121-16,0-4-397 0,0-1-296 15</inkml:trace>
  <inkml:trace contextRef="#ctx0" brushRef="#br0" timeOffset="10880.02">9198 1030 3618 0,'0'-9'279'0,"0"-1"240"0,0 1 61 0,0-2-54 0,0 1-127 16,-19-6 31-16,19 8-295 0,-12 2-27 15,12-1-33-15,-14 1-17 0,0-3 22 16,8 6-54-16,-4 0-3 0,2 1-19 15,-2 2-6-15,-1 0-4 0,-15 0 2 16,12 21 4-16,-2-21 4 0,1 22 0 16,-3-22 1-16,2 30-1 0,-14 0 0 15,16-15-4-15,2 0 2 0,3 0 1 0,2-4 0 16,0 11-3-16,7-13 3 0,0 1-3 16,0-2 2-16,0 1 3 0,0-2-1 15,28 5 9-15,-3-7-10 0,-9 0 0 16,2-2 4-16,3 0-3 0,3-1-2 15,22 0-5-15,-22-2 0 0,-1 3-1 16,-2 0 3-16,0 1-2 0,11 7-1 16,-20-4 5-16,-1 1-2 0,-4 2 3 15,-1 1 4-15,-2-1-2 0,-4 12 15 16,0-11-15-16,0 1 1 0,-26 1-1 0,26-2-2 16,-36 3 2-16,-14 13 2 15,21-12-2-15,-3-3-2 0,3 1-1 0,0-5-3 16,-18 6-6-16,29-11-38 0,0-3-49 15,5 0-62-15,2 0-73 0,3 0-69 16,3-28-674-16,5 0 259 0,0 11-47 16,0-1-129-16,24 0 21 0</inkml:trace>
  <inkml:trace contextRef="#ctx0" brushRef="#br0" timeOffset="11263.88">9553 1363 4932 0,'7'0'-1'0,"0"-24"93"0,1 24 53 0,-1-23 18 16,13-7 73-16,-8 15-213 0,3 1-21 16,3-1-10-16,0 0 8 0,1 0 1 15,18-14 11-15,-20 15 46 0,-2 0 31 16,-4 3 22-16,-4-2 41 0,-2 3 1 15,-1-4 137-15,-4 8-203 0,0 1-46 0,0 5-33 16,-32 0-9-16,-4 0 26 16,16 20 17-16,-4-20 7 0,-1 25 2 15,-2-9 11-15,3 1-16 0,-17 19 23 0,23-19-53 16,4 2-5-16,3-1-3 0,3 0 2 16,8-1-4-16,0 14 3 0,0-16-7 15,0 0 1-15,31-4-2 0,-31 2-3 16,54 3-10-16,-31-11-14 0,3-2-45 15,3-3-54-15,3 0-52 0,3 0-88 16,38 0-780-16,-33-22 238 0,2 22-252 16,0-22 3-16,0 22 190 0</inkml:trace>
  <inkml:trace contextRef="#ctx0" brushRef="#br0" timeOffset="11530.7">10231 1176 3856 0,'0'-3'164'0,"-18"0"183"0,18-4 527 0,0 3-557 16,-16 0-100-16,16 1-85 0,0 0-8 16,-8 0-12-16,8 1 113 0,-8 0-120 15,8 0-15-15,-7 1-33 0,4 1-8 16,-8 0 75-16,4 0-38 0,-4 0 10 16,-1 24-15-16,-4-24-16 0,0 26-17 0,-16 9 11 15,16-15-39-15,2 1-2 0,2 0-12 16,4 0 1-16,4-1-4 15,4 19-3-15,0-19-2 0,0-4 1 0,27 3 1 16,-27-4-1-16,52 7-32 0,-34-13-43 16,4-5-70-16,2 0-80 0,4-4-102 15,0 0-182-15,30-23-1097 0,-27 23 381 16,-2-31 81-16</inkml:trace>
  <inkml:trace contextRef="#ctx0" brushRef="#br0" timeOffset="11863.78">10285 896 4986 0,'-9'-4'103'0,"3"0"129"16,2 0 29-16,2-3 137 0,2 6-354 16,0 1-37-16,0 0-1 0,0 0 64 15,0 0 22-15,22 19 102 0,-5-2-147 16,-17-17 15-16,22 21-4 0,-10-21 1 15,12 32 15-15,-13-24-51 0,-2 1 4 16,2-1-1-16,-1-2 2 0,-2 0 0 16,5 2 33-16,-6-5-24 0,-1-2 0 15,-1 1 0-15,1-2 0 0,-1 0-5 0,11 0 6 16,-5 0-33-16,1-18-2 0,2 18-5 16,2-19 2-16,21-5-4 0,-19 11 3 15,1-2-6-15,0 2-5 0,-2-1-17 16,-3 2-68-16,11-13-290 0,-15 14 45 15,-2 1-219-15,-1 2-169 0,1 1-249 16,-3 0-343-16</inkml:trace>
  <inkml:trace contextRef="#ctx0" brushRef="#br0" timeOffset="12430.65">10707 1245 3506 0,'0'-22'284'15,"23"22"170"-15,-23-16 69 0,18 16-41 16,-18-15-158-16,18 15 21 0,-1-15-240 16,-17 15 1-16,21 0 0 0,-11 0-5 15,3 0-15-15,10 0 57 0,-9 0-83 16,1 0 3-16,0 0-9 0,-1 18-6 0,12-18 31 15,-15 15-33-15,0-15 16 0,-2 13 13 16,-2-3 8-16,-2 2-5 0,0 18 42 16,-5-11-82-16,0 0-13 0,0 4-6 15,-27 0-2-15,27 0-7 0,-47 20 5 16,33-24-11-16,-3-1 0 0,4-3-2 16,13-4 2-16,-20 3 0 0,10-10 4 15,10-2 16-15,0-2 10 0,0 0 4 16,0 0-12-16,0 0-16 0,0-26-14 15,0 26 0-15,18-25 2 0,-18 7-3 16,40-25-14-16,-23 20-3 0,4-2 3 16,-1 0 4-16,2 1 2 0,-3 0 12 0,16-13 0 15,-22 19 0-15,0 6 2 0,-6 3 3 16,-1 4-2-16,-3-1 3 0,-1 5 9 16,-2 1-7-16,0 0-2 0,0 0-8 15,0 0 3-15,-24 18-1 0,24 1 2 16,-24-19 4-16,24 26 1 0,-14-10-2 15,14 1 0-15,0 17-5 0,0-16 3 16,0-1-1-16,0 0 0 0,0 0-1 16,0-1-3-16,0 15-7 0,25-18-21 15,-25 1-33-15,26-3-42 0,-8 2-114 16,21 5-411-16,-17-11 102 0,6-2-172 0,-2-4-243 16,6 0-374-16,-1-1-123 0</inkml:trace>
  <inkml:trace contextRef="#ctx0" brushRef="#br0" timeOffset="13613.5">11594 1089 3757 0,'0'-3'228'0,"0"-1"250"0,0-1 97 0,0 4-24 0,0-6 98 16,0 5-493-16,0-2-51 0,0 4-24 15,0 0-12-15,0-1 29 0,0 1-73 0,0 0 12 16,0 0 28-16,0 0 34 0,0 26 9 16,0 3 55-16,20-8-116 0,-20 1 0 15,0 4-11-15,0 1-8 0,16 27 1 16,-16-29-27-16,0 2 1 0,11-4-5 15,-11-2 4-15,0-3 2 0,5 11-6 16,-2-18 1-16,-3-4 2 0,0 0 6 16,2-4 4-16,-1-3 25 0,-1 0-18 15,0 0-5-15,0 0-3 0,0 0-12 0,0-18 0 16,0 0-6-16,-19 18 4 16,19-23 1-16,-16 10 2 0,16 0-1 0,-20 2-3 15,-7-8-6-15,11 10 3 0,1 9 6 16,-4-6-3-16,1 6 0 0,-1 0 8 15,-19 0-1-15,20 22 0 0,4-22-5 16,-2 16 3-16,5-16-1 0,-3 19 7 16,11-2-3-16,1-17-1 0,2 19-6 15,0-10 4-15,0 0-4 0,21 8 0 16,6-11 2-16,-8 0-2 0,6-2-3 16,2-3-5-16,5 1-4 0,38-2-12 0,-31 0 20 15,0 0 0-15,1 0 7 0,1-22-4 16,36 6 3-16,-44 16 1 15,-2-19 4-15,-3 19-1 0,-7-19 3 0,-5 19-2 16,7-16 27-16,-18 2 0 0,1 14 6 16,-4-9-2-16,-1 9-8 0,-1-3-14 15,0 3-8-15,0 0-6 0,0 0 0 16,0 0-1-16,0 0 5 0,0 17 3 16,0-17-4-16,-17 0 0 0,17 17 0 15,0-17-5-15,0 13 5 0,0-3-11 16,0-10 11-16,0 8-6 0,0-8 6 15,17 7-4-15,-17-7-2 0,18 4 7 0,9-4 2 16,-12 0-1-16,3 0-2 16,0 0-1-16,21 0-3 0,-24-17 3 0,-1 17 3 15,-3 0 6-15,-2 0 9 0,-2-10 5 16,-2 10 14-16,-5 0-27 0,0 0-1 16,0 0 0-16,0 0 4 0,0 0-1 15,0 18 6-15,0 1-16 0,-16-5 0 16,16 4 1-16,0-2-3 0,-12 28 4 15,12-23-3-15,0 3 1 0,-13 2-2 16,13 1 3-16,-7-2-1 0,-4 25-1 16,0-24-2-16,2-1-1 0,-3 1 3 0,-4-3-2 15,-22 21 2-15,14-24-4 16,-4-2 2-16,-1 0-2 0,-2-4-5 0,-2-2-5 16,-35 1-41-16,34-9-1 0,3-4-40 15,1 0-62-15,0 0-77 0,-15-27-415 16,29-1 180-16,3 9-215 0,3-3-123 15,6-5-412-15,3 0-31 0</inkml:trace>
  <inkml:trace contextRef="#ctx0" brushRef="#br0" timeOffset="13929.38">12480 1288 4321 0,'0'0'15'0,"-16"0"130"0,16 0 161 0,0 0 70 0,-12 0 250 15,12 0-488-15,0 0-84 0,0 0-41 16,0 0-8-16,21 0-7 0,-21 0 10 0,27 0-5 15,-10 0 11-15,6 0 16 0,2 0 1 16,31 0 44-16,-25 0-56 16,-1-15-6-16,-1 15-10 0,0 0-4 0,-2 0 1 15,20-10-17-15,-26 10-45 0,-4-9-113 16,1 9-196-16,-9-6-242 0,0 4-154 16,0-5-1024-16,-9 6 1097 0</inkml:trace>
  <inkml:trace contextRef="#ctx0" brushRef="#br0" timeOffset="14113.3">12583 1365 3989 0,'-20'11'229'16,"1"-1"189"-16,-8 4 437 0,19-9-575 15,1-1-114-15,3-2-59 16,2 0-30-16,2 4-2 0,0-6-44 0,24 1 1 16,-24 0-11-16,36-1-11 0,-12 0-9 15,37 0-14-15,-25 0-43 0,0 0-87 16,5 0-153-16,-1-19-239 0,3 19-156 15,45-14-787-15,-44-5 800 0,1 7 54 16</inkml:trace>
  <inkml:trace contextRef="#ctx0" brushRef="#br0" timeOffset="14479.96">13335 1123 3546 0,'0'-2'270'0,"-16"2"156"15,16 0 51-15,0 0-50 0,0 0-89 16,0 0 92-16,0 0-265 0,0 21-23 16,0-21-18-16,-19 20-14 0,19-7-12 15,-17 19 40-15,0-12-69 0,17-1-16 16,-14 4-3-16,14-1-9 0,-9 20-5 16,9-23-25-16,0-2-1 0,0 2-2 0,0-6 0 15,27 0 1-15,-2 8 6 16,-10-14-7-16,2-3-1 0,4 0 1 0,2-3 2 15,0-1-2-15,31 0 7 16,-30-24-9-16,-1 24 0 0,-1-25-3 0,-3 9 0 16,-6-3-2-16,5-25-4 0,-16 20 4 15,-2-4 5-15,0 1 19 0,0 0 5 16,-25-21 26-16,-11 28-50 0,12 3-6 16,-1 5-6-16,0 5-3 0,-4 5-1 15,-22 2-60-15,24 20-46 0,6-20-82 0,0 30-93 16,2-14-150-16,3 5-244 15,-9 15-1333-15,14-17 692 0</inkml:trace>
  <inkml:trace contextRef="#ctx0" brushRef="#br1" timeOffset="28128.32">2211 2835 4129 0,'-24'0'198'0,"-19"0"418"0,21 0-254 0,1 0-104 0,3 0-59 16,2 0-25-16,5 0-67 0,-1 0-45 16,5 0-41-16,2 0-15 0,2 0-13 15,3 0-5-15,0 0 9 0,0 0 16 16,23 0-4-16,-23 0-6 0,25 13-6 16,-5-13 3-16,2 0 0 0,4 0-18 15,2 0-25-15,-1 0-29 0,4 0-23 0,25 0-107 16,-6 0-70-16,-30 0 54 15,-3 0-121-15,-3 0-204 0,-4 0-260 16,4 0-1363-16</inkml:trace>
  <inkml:trace contextRef="#ctx0" brushRef="#br1" timeOffset="28311.11">2150 2941 3956 0,'-69'15'1182'0,"52"-13"-944"16,4 2-114-16,2-3-42 0,4 0-36 15,3 2-19-15,4-3-17 0,0 0 4 0,0 0 15 16,22 2 0-16,-22-2-11 0,30 0-13 16,-8 0-5-16,6 0-2 0,4 0 1 15,2 0-21-15,44-17-205 0,-3 17-532 16,-36 0 19-16,-4 0-260 16</inkml:trace>
  <inkml:trace contextRef="#ctx0" brushRef="#br1" timeOffset="28660.97">2287 2610 5655 0,'-12'-8'94'0,"2"1"83"0,2 0 49 15,3 1 3-15,1 1-91 0,3 1-67 16,0 1-55-16,1 2-25 0,0 1-1 16,0 0 102-16,0 0-7 0,19 0 7 15,-19 0-11-15,34 23 47 16,0-7-44-16,-13 4-53 16,2-7-9-16,3-2-3 0,2 3-5 0,-2 1-3 15,0 0-1-15,0 1 1 0,1 2-1 16,15 23 6-16,-13 11-11 15,-19 3-1-15,-10-23-3 16,-23 38-8-16,-20 6-34 16,10-38-30-16,-4-2-70 0,-7 3-99 15,-2-1-151-15,-99 50-2725 16</inkml:trace>
  <inkml:trace contextRef="#ctx0" brushRef="#br1" timeOffset="33093.67">4286 2801 3322 0,'0'-6'203'0,"-18"-1"126"0,18 1 136 0,0-10 393 16,-15 1-403-16,15 8-346 0,0-2-38 0,0 3-8 16,0 0 0-16,0 0 2 0,0 1-11 15,0 0-2-15,0 0-6 0,0 1-4 16,0-2 47-16,0 2 10 16,0 2-55-16,0 2 0 0,0 0-9 15,0 0-10-15,0 0-3 0,-16 0 23 16,0 22-11-16,2-22-2 0,-1 27 18 0,-3-11-13 15,-3 2-14-15,1 1 0 16,0 0-22-16,2 0-1 0,3-1 7 0,6-2-5 16,-1 12 10-16,10-2-3 15,0-14-8-15,0-2-1 0,0 0-2 16,25 13-16-16,11-7-39 16,-19-9-6-16,1-1-38 0,4-1-25 15,30 0-274-15,14-5-285 16,-32 0 112-16,6 0-213 0,2-23-170 15,1 23-253-15</inkml:trace>
  <inkml:trace contextRef="#ctx0" brushRef="#br1" timeOffset="33477.65">4720 2795 3498 0,'0'-7'217'0,"-24"1"123"16,24 1 70-16,-16 2-8 0,16 0-137 15,-20 2 42-15,3 1-118 16,5 0-94-16,12 0-1 0,-12 25-5 15,12-25-15-15,-12 19-24 0,12-19-7 16,-9 25-11-16,6-12-3 0,1 2-5 16,1 9 2-16,1-2-2 15,0-15-18-15,0 0 1 0,20 0-2 16,-20-2 0-16,16 0 1 0,-16-3 0 16,23 1 0-16,-7-3-5 0,0 0 3 15,3 0 0-15,20-18 4 0,-3 0-2 16,-19 18 5-16,-5-19-3 0,-1 19 0 15,-2-24 1-15,-5 12-5 0,-2 2 1 16,-2-1 12-16,0 1 4 0,-22-8 27 16,-7 10-16-16,12 6-23 15,-4 2-4-15,0 0 0 0,1 0-5 16,0 0-5-16,5 0-18 0,1 17-44 16,2-17-48-16,4 0-46 0,3 16-264 15,5-16-195-15,0 12 107 16,0-12-263-16,23 7-149 0</inkml:trace>
  <inkml:trace contextRef="#ctx0" brushRef="#br1" timeOffset="33876.87">5179 2759 4937 0,'9'-6'119'16,"-3"4"90"-16,-5-1 46 0,0 1 14 15,-1-2 58-15,0 0-159 16,-19 1-108-16,19 1-11 0,0 1-6 15,0 1-8-15,-17 0-21 0,17-2-7 16,0 2-4-16,-17 0 7 0,0 0 33 16,3 19-5-16,7-19-31 15,1 0-1-15,-1 17-4 0,2-17 2 0,3 11 3 16,1-3-3-16,1-8-2 16,0 9 6-16,0-9-4 0,22 10 4 15,14 0-9-15,-23-3-4 16,4 0 12-16,-1 1 1 0,-1 0-8 15,0-1 4-15,0 2 0 0,-3 0-3 16,-1 0 11-16,-3 1 0 0,-1 0-3 16,1 12 32-16,-6 4 19 15,-2-14-33-15,0 1 7 0,0 3-9 16,0-2-7-16,-25 1-7 0,25-2-8 16,-21 0 4-16,21-1 1 0,-26 0 1 15,-2 3 7-15,-2-8-21 0,15-7-14 16,0 0-28-16,-10 0-114 15,5-21-122-15,11 3 81 0,0 18-66 16,4-21-106-16,2 21-292 0,3-33-1493 16</inkml:trace>
  <inkml:trace contextRef="#ctx0" brushRef="#br1" timeOffset="34276.65">5552 3002 5256 0,'-23'10'55'0,"23"-10"83"0,-15 9 71 0,15-9 256 0,0 0-273 0,0-19-175 16,0 19-26-16,0-17 12 0,26 17 0 15,-26-24-3-15,30 9 5 0,-13 2 6 16,1-1 10-16,0-3 16 0,14-15 69 15,-11 4 49-15,-21 15-61 16,12 3-6-16,-12-1-8 0,0 4-19 16,0 1-23-16,0 0 2 0,-21 6-27 15,-2 0-2-15,9 0 2 0,-3 19 2 16,-17 2 3-16,2 5-3 16,19-12-11-16,1 0-1 0,5 1-5 15,1 0-2-15,6-1 3 0,-5 3 2 16,5-1-5-16,0 1 5 0,0 13-37 15,18-3-48-15,6-15 14 16,-24-2-42-16,33-3-65 0,-10-1-102 16,3-4-107-16,4 2-333 0,6-4-286 15,5 0-240-15</inkml:trace>
  <inkml:trace contextRef="#ctx0" brushRef="#br1" timeOffset="34610">6140 2870 5121 0,'-17'0'121'0,"17"0"76"0,-11 0 48 16,11 0 24-16,-7 0 12 0,7 0-216 16,0-18-31-16,0 18 13 0,0 0 26 0,0-11 31 15,0 11 19-15,0-8-9 0,0 8-4 16,0-8-27-16,0 8-19 0,0-5 33 15,0 4-49-15,0 1-41 16,-18 0 2-16,18 0 8 0,-29 23 3 16,13-23 5-16,-1 28-12 0,-3-11-11 15,2 2 0-15,-18 41 0 16,36-41-3-16,0-1 6 0,0-1-10 16,0-2-6-16,48 10-50 15,-5-6-61-15,-16-10 21 0,1-3-59 16,3-5-54-16,0-1-85 0,34 0-619 15,-2 0-927-15,-32-26 655 16</inkml:trace>
  <inkml:trace contextRef="#ctx0" brushRef="#br1" timeOffset="35026.69">6474 2901 5354 0,'0'-12'248'0,"-19"10"-65"16,19-2 26-16,0 3-67 0,-18 1-16 15,18 0-19-15,0 0-22 0,-12 0-14 16,12 0-16-16,0 23-7 0,0-23-12 15,0 16 23-15,0-2-39 16,0 0-16-16,20-14-2 0,-20 0 4 16,21 11 1-16,-8-11 2 0,4 0-4 0,2 0-1 15,1 0-8-15,31-21 3 16,-1 3 17-16,-28 18 8 0,0-20 25 16,-5 20 28-16,-5-21 21 0,-2 21 0 15,-6-16-7-15,1 16-19 0,-5-9-17 16,0 9-12-16,0 0-7 15,0 0-41-15,0 0-1 0,-15 0 3 16,15 0 5-16,0 22-1 16,-12 10 3-16,12-18-3 0,0 2 1 15,0 3-4-15,0 1-3 0,0 2 13 16,0 1-4-16,0 0 1 0,18 2 6 0,-18 0-13 16,0 0 8-16,15 0-3 0,-15 25-1 15,0-25-5-15,0 0 3 0,0 0-6 16,-32 0-16-16,13 0-11 0,-2-4-9 15,-2-3-4-15,-4-2-13 0,-3-4-25 16,0-6-46-16,-34-5-380 16,5-20-595-16,30 19 107 0,4-32-243 15</inkml:trace>
  <inkml:trace contextRef="#ctx0" brushRef="#br1" timeOffset="35526.61">7226 2502 6173 0,'0'-8'74'0,"0"2"59"0,-17 0 40 0,17 1 6 0,0 1-66 0,0 2-50 15,0 2 19-15,0 0-38 0,0 31 4 16,0-14-12-16,0 5 1 0,0 6-8 0,20 1 0 16,-20 6-8-16,0 2-6 0,16 1-2 15,-16 0-4-15,13 37-2 0,-13-4-6 16,8-39 0-16,-8-3 0 16,0 21 0-16,0-11-1 15,0-27-4-15,0 1 4 0,0-5 1 16,0-4 2-16,0-2 4 15,0-2-28-15,0-22 2 0,0 22 3 16,-21-26 3-16,21 9 6 0,-25-3 3 16,9 1 6-16,-2 0-2 0,0 2-1 15,-24-11 2-15,1 10 17 16,22 18-14-16,3 0-3 0,0 0-9 0,3 0 8 16,2 0-1-16,1 24 0 0,3-24 5 15,0 26-9-15,3-11 4 0,3 17-22 16,1-3-30-16,0-14 13 15,29-2-14-15,-29-1-18 0,26-3-26 16,-7-2-29-16,4-7-38 0,1 5-40 16,5-5-40-16,3 0-53 0,39-28-770 15,6 0-1059-15</inkml:trace>
  <inkml:trace contextRef="#ctx0" brushRef="#br1" timeOffset="35993.36">7600 2826 4757 0,'0'-5'345'15,"0"5"-128"-15,0-1-62 0,0 1-60 16,0 0-26-16,0 0 88 16,0 0 110-16,0 0-135 0,0 0-16 15,0 21-22-15,0-21-10 0,21 16-2 16,-21-16-5-16,16 16-14 0,-16-16 6 16,35 28 56-16,-8-13-34 15,-15-6-58-15,-1 0-9 0,-3-1 4 0,-3 1-1 16,-1 1-8-16,-4-1 8 15,0 6-3-15,0 0-2 0,-28 1-3 0,-6 20-4 16,-7 3-7-16,21-22-7 16,4-4 7-16,2 0-6 0,14-5 1 15,-14-4-3-15,14-1-2 0,0-3 5 16,0 0-2-16,0 0 0 0,0 0-10 16,22-28-24-16,26-17-15 15,-26 25 15-15,1-2 4 0,29-23-24 16,0 4 24-16,-27 20 24 15,-4 3 9-15,-3 3 7 0,-2 1 22 0,-5 4 14 16,0-3 50-16,-11 8-72 16,0 5-15-16,0 0-6 0,0 0-3 0,-33 0 1 15,33 21 6-15,-33-21-3 0,16 22 3 16,0-7-2-16,-1 0-7 0,4 18 3 16,-3 1-22-16,17-17-1 15,0 1-1-15,0 0-19 0,0 0-26 16,35 1-47-16,-17-3-83 0,7-1-88 15,4 1-162-15,43 8-1456 16</inkml:trace>
  <inkml:trace contextRef="#ctx0" brushRef="#br1" timeOffset="36193.71">8386 2909 6040 0,'-14'0'51'0,"2"0"28"0,12 0 10 0,-10 0 16 0,10 0-37 15,0 0-22-15,31 0 7 0,15 0-51 16,-16 0-37-16,3 0-70 16,42 0-438-16,-6 0-1033 0,-37 0 431 15,-7 0-416-15</inkml:trace>
  <inkml:trace contextRef="#ctx0" brushRef="#br1" timeOffset="36359.89">8450 3033 5148 0,'-32'21'143'0,"1"-1"108"15,7-3 108-15,-18 5 339 16,18-8-362-16,17-9-276 0,7-2-28 16,0-3-13-16,22 0-1 0,3 0-4 15,6 0-16-15,5 0-30 0,7-18-35 16,6 18-80-16,55-19-418 0,-1 2-822 15,-57 0 282-15,-8 17-310 16</inkml:trace>
  <inkml:trace contextRef="#ctx0" brushRef="#br1" timeOffset="36926.12">9423 3066 5175 0,'-15'5'33'0,"4"-3"121"0,0-1 79 0,-1-1 52 16,0 0 186-16,7 0-335 15,1 0-56-15,2 0-39 0,1 0-14 16,1 0-2-16,0 0-16 0,0 0 6 0,0-14 11 15,21 14 7-15,-21 0-4 16,51-14 3-16,-28 14-29 0,6-10-1 0,2 3 0 16,3-1-6-16,1 3-31 0,34-9-163 15,-35 8 28-15,-3 2-41 0,-2 0-75 16,-4-1-205-16,9-1-929 0,-23 4 578 16,-2-2 55-16,-3 2 122 0</inkml:trace>
  <inkml:trace contextRef="#ctx0" brushRef="#br1" timeOffset="37376.87">10357 2802 5675 0,'-27'-3'107'0,"27"0"86"15,-19-1 39-15,19 3 7 0,-22-4-81 16,22 4-52-16,-21 0 3 0,2 1-63 16,3 0-34-16,9 0-2 15,-6 18 12-15,4 3-9 16,8-21-6-16,-1 15-1 0,2-15 0 0,0 19 4 16,0-2-4-16,25 0 3 15,1-9-4-15,-10-1 3 0,3 0-5 16,2-1 1-16,0 1 1 0,1 0 1 15,1-1 7-15,0 3-3 0,20 7 19 16,-6 2-1-16,-21-9-22 16,-4-2 2-16,-2 3-1 0,-1-2 3 15,-4-1 9-15,-2 2 2 0,-3 0 5 0,0 0 0 16,0 4-4-16,-26 11-8 16,-32 3-2-16,32-14-7 15,0 1-5-15,-3-4 0 0,1-1-2 0,2-3-8 16,3-1-13-16,1 0-19 0,3-2-22 15,5-3-42-15,-5 0-296 16,9 0-358-16,8 0 44 0,2 0-302 16,0-19-195-16</inkml:trace>
  <inkml:trace contextRef="#ctx0" brushRef="#br1" timeOffset="37759.58">10783 3058 5777 0,'0'0'83'0,"0"0"58"0,-13 0 21 0,13 0 26 0,0-19-74 16,0 19-44-16,0-18-31 0,28 2-27 16,3-4 17-16,-15 10-4 15,3-2 0-15,1 1 10 0,0 3 1 16,15-15 80-16,-9 4-1 15,-18 11-72-15,-8 2 4 0,8 0-20 16,-8-5 3-16,-26 10-25 16,26 1 2-16,-32 0 3 0,10 0 4 15,-24 19 25-15,-2 2-1 0,26-21-24 16,4 27-2-16,2-12-6 0,4 0 1 16,3 1-9-16,4 1 4 0,5-1-1 15,0 1-2-15,0 1 1 0,0 0-12 16,0 0-7-16,29 14-50 0,2-19 10 15,-11 1-22-15,2-5-48 0,0-1-58 16,2-2-81-16,2-4-139 0,-1 0-241 16,4-1-345-16,4-1-244 0</inkml:trace>
  <inkml:trace contextRef="#ctx0" brushRef="#br1" timeOffset="38093.18">11454 2923 4517 0,'0'-4'350'0,"0"-2"328"16,0 4-399-16,0 0-37 16,0-1 75-16,0 0-35 0,0 1-150 15,0 2 0-15,0-5-23 0,0 4-22 16,0 0 23-16,0-2-59 15,0 3-38-15,-20 0-3 0,20 0 1 16,-21 0 2-16,5 22 9 0,2-22-1 16,-4 26-4-16,0-9 1 0,-13 22 1 15,12 2-13-15,15-21-12 16,4-1 6-16,0 1-5 0,0-2-14 16,0-3-7-16,33-1-26 0,-33-1-20 15,36-1-29-15,-12-4-49 0,27 1-355 16,5-7-501-16,-27-2 47 15,1 0-214-15</inkml:trace>
  <inkml:trace contextRef="#ctx0" brushRef="#br1" timeOffset="38511.51">11541 2591 5317 0,'0'-4'110'15,"0"0"79"-15,0-2 305 0,0 2-210 16,0 2-220-16,0 2-21 0,0 0 6 16,0 0 18-16,0 0 9 0,0 0 9 15,0 0-10-15,0 0-14 0,18 0-8 16,-18 23-17-16,13-9 16 0,0-14-34 15,-13 19-2-15,14-10-2 0,-7 1-2 16,-1-1-2-16,1 2-2 0,1-3 0 16,1 2-6-16,1-2 5 0,2 1-7 15,1-2 3-15,16 5 1 0,-15-9 6 16,3 0-8-16,4-3 0 0,-4 0 5 16,2 0-3-16,-1 0 2 0,4-19-5 0,-2 19 1 15,1-21 1-15,22-5-1 16,-6-1-1-16,-23 14-4 0,-1 1-20 15,-3 2-22-15,-2 1-46 0,0 3-279 16,-4-2-336-16,-2 8 157 16,-2 0-285-16,2 0-209 0,0 0-264 15</inkml:trace>
  <inkml:trace contextRef="#ctx0" brushRef="#br1" timeOffset="39109.36">12064 2917 5638 0,'0'0'98'0,"0"-15"89"0,-11 4 284 15,11-2-185-15,0 13-218 0,0-8-22 16,27 4-13-16,-27 1 17 0,27 0 0 16,-11 0-7-16,-1 0-6 0,3 2-14 0,-3 1-3 15,0 0 2-15,9 0 22 16,-14 0-28-16,-4 0-2 0,0 23 0 0,-6-23 0 16,5 15 13-16,-5-15-13 0,0 22 7 15,0-8 6-15,0 4-11 0,0 1 9 16,-29 22 7-16,5 0-12 15,-2-24-21-15,26-3 3 0,-24-2-1 16,24-3 1-16,-11-3 1 0,11-2 3 16,0-2-1-16,0 0 2 0,0-2 1 15,0 0-15-15,19-18 2 0,-19 18 1 16,21-21 4-16,-8 7-5 16,37-40-23-16,-30 32 18 0,-2 1-1 15,2-2 2-15,-6 0 6 0,13-16 1 16,-9 7 11-16,-16 22-6 15,0 2 3-15,-2 2-1 0,0 4-11 16,0 2 2-16,0 0 3 0,-22 0-4 16,22 0 11-16,-20 25-6 0,20-25-8 15,-23 33 2-15,3 9-3 0,20-17 8 16,-12 1-5-16,12 0-2 0,0 1-14 16,0-2-7-16,0-2-15 0,32 0-17 15,-32-3-21-15,36-2-42 0,-14-5-51 0,32 5-355 16,12-12-337-16,-31-6 125 15,5 0-254-15,-2-21-129 0</inkml:trace>
  <inkml:trace contextRef="#ctx0" brushRef="#br1" timeOffset="39559.29">12845 2679 4787 0,'0'-16'179'0,"0"2"114"0,0 4 90 0,0 3 24 0,0-1-115 15,0 3-91-15,0 2-86 0,0 1-40 16,0 2 19-16,0 0-22 0,0 0 7 16,0 27-12-16,0-27-16 0,0 28-8 15,0-12-4-15,0 3-11 0,0 3-6 16,0 3-6-16,0 23-1 16,0 1-9-16,0-26-7 0,0 0 4 15,0-1 0-15,0-3-8 0,0-2 11 16,0-2-4-16,19-3-7 0,-19-3 12 15,0-1-9-15,0-2-1 0,11-5 8 16,-11-1-13-16,0 0-11 16,0-21-2-16,0 21 3 0,0-24-5 15,-27 24 6-15,27-25 3 0,-29 12-4 0,11 13 10 16,-29-22 7-16,-6 8 3 16,24 14-1-16,1 0 9 0,1 0 2 15,2 0 3-15,0 18-9 0,4-18-1 16,6 19-6-16,1-19-3 0,4 23 9 15,5-4-5-15,5 0-3 16,0-9 5-16,33-2-6 0,-12-8-6 16,24 16-46-16,6-11-77 15,-21-2 29-15,-1-3-34 0,2 0-37 0,28 0-359 16,-6-17-578 0,-28 17 117-16,-4-15-207 0</inkml:trace>
  <inkml:trace contextRef="#ctx0" brushRef="#br1" timeOffset="40525.25">13130 2777 5168 0,'0'0'280'0,"0"0"175"0,0 0-305 0,0 0-68 16,0 0-18-16,0 0 2 0,15 0 14 15,-15 0 16-15,0 18-4 0,0-18-9 16,0 0-5-16,10 47 67 16,-10-34-124-16,9 2-2 0,-9 0 1 15,8 1-7-15,-4-3 3 0,2-1-8 16,5 10 3-16,-1-13-7 0,-3-3 2 0,3-2-3 16,2-2 4-16,-1-2-4 15,2 0 4-15,4 0-7 0,1 0-2 0,1-23 4 16,0 23-2-16,23-20 41 15,-4-2 25-15,-20 1-32 0,1 9 6 16,-4 12-7-16,8-14 35 16,-8 2-33-16,-11 5-32 0,-1 7-6 15,-3 0-4-15,0 0 4 0,0 0 5 16,0 0 0-16,0 0 5 0,0 25-1 16,0-25 1-16,0 46 19 15,0-3 8-15,0-18-16 0,0 1-1 16,0 3 7-16,0 2 10 0,-22 1-4 0,22 3-1 15,0 1-10-15,-21 2-13 16,2 35 5-16,-8-2-4 16,12-40-3-16,-4 0-1 0,0-5-3 0,-3-1 7 15,-3-4-5-15,-1-2-1 0,-1-4 3 16,-3-3-1-16,1-4 8 0,4-3 8 16,-22-4 38-16,13-1-15 15,23-29-33-15,3 29-19 0,5-36 2 16,3 13-3-16,0-4-7 0,0-4-10 15,34-2-19-15,-15-4-15 0,42-39-101 16,14-5-56-16,-31 44 42 16,0 1-72-16,0 4-109 0,-4 3-272 0,-3 3-353 15,-1 4-252-15</inkml:trace>
  <inkml:trace contextRef="#ctx0" brushRef="#br1" timeOffset="41508.97">2833 4103 5416 0,'-3'1'4'16,"1"-1"-2"-16,2 0 29 0,0 0 171 0,26-17 75 0,-26 17-173 16,29-21-29-16,-8 21-19 0,4-15-6 15,3 15-15-15,3-15-6 0,0 15-9 16,3-10-3-16,0 10-10 0,26-9-38 15,-15 2-164-15,-28 7-20 0,-3 0-138 16,-4 0-214-16,1 0-1378 16</inkml:trace>
  <inkml:trace contextRef="#ctx0" brushRef="#br1" timeOffset="41692.12">3025 4184 4156 0,'-29'11'149'16,"-1"1"163"-16,3-2 99 0,-20 5 370 15,13-6-410-15,22-8-303 0,7 2-33 16,3-3-25-16,2 0 2 0,0 0 4 16,20 0 36-16,48 0-27 15,-32-20-26-15,6 20-27 0,4-16-38 16,55-5-288-16,-1 2-469 16,-54 9 79-16,0 0-282 0,-4 1-145 15</inkml:trace>
  <inkml:trace contextRef="#ctx0" brushRef="#br1" timeOffset="41925.28">3302 3978 5507 0,'-11'0'87'0,"-5"0"188"16,9-15-73-16,7 15-177 0,0 0 1 15,30-10 50-15,7 10 22 16,-11 0-52-16,5 0-4 0,2 0-14 15,1 0-2-15,31 15-9 16,-7 9-17-16,-36-9 5 0,-8-1-6 16,-4 8 7-16,-10 4 3 0,0 3-7 15,0 2-15-15,-39 6-42 0,9 1-70 16,-48 44-521-16,-12 2-1161 16,46-45 480-16</inkml:trace>
  <inkml:trace contextRef="#ctx0" brushRef="#br1" timeOffset="54923.82">3090 6348 3618 0,'-13'0'148'0,"-2"0"198"0,2 0 131 0,1 0 14 0,0 0-95 0,-4 0 23 0,9 0-340 16,4 0-36-16,1 0-29 0,2 0-7 15,0 0 8-15,0 0 16 0,0 0 13 16,27 0 9-16,-27 0-5 0,31 0-15 15,14 0-8-15,-18 0-21 0,2 0-4 0,1 0 1 16,4 0-5-16,-1 0-14 0,26 11-130 16,-33-11-27-16,1 0-132 0,-5 0-182 15,-2 8-164-15,5-3-836 0,-14-5 764 16,-6 3 72-16</inkml:trace>
  <inkml:trace contextRef="#ctx0" brushRef="#br1" timeOffset="55106.61">3078 6544 4813 0,'-37'17'82'0,"3"-2"106"16,-26 9 388-16,37-15-302 0,1-5-62 16,6 2-33-16,3-2-55 0,6 0-47 15,5-2-30-15,2 1-34 0,33 0 46 16,27-3-6-16,-18 0-45 16,8 0-3-16,9 0-8 0,1-22 2 0,4 22-31 15,-2-16-42-15,-1 16-54 0,0-16-71 16,-7 16-56-16,31-13-590 15,-25 2-947-15,-40-6 573 0</inkml:trace>
  <inkml:trace contextRef="#ctx0" brushRef="#br1" timeOffset="55340.56">3395 6318 5547 0,'-17'-7'83'0,"4"-1"76"15,4 3 56-15,9-1 8 0,-9-1-79 16,9 4-64-16,0-4 28 15,21 7 53-15,13 0-88 0,-9 0-2 16,3 0-2-16,34 17 41 16,2 2-34-16,-35 5-48 0,-4-6-7 15,-6 2-7-15,-6 4-6 0,-5 4-8 16,-8 3-2-16,0 5-4 0,0 8-41 16,-43 4-44-16,9 0-78 0,-58 58-493 15,-26 4-929-15,56-58 427 16,-3 1-434-16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2-02T18:56:00.17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6523 3742 1649 0,'-3'-8'111'0,"0"-3"328"0,-1 2 214 0,-1 4-42 0,2 0-107 0,1 2-211 15,0 1-203-15,0 1-71 0,2-1-46 16,-1 2 21-16,1 0 69 15,0 0-21-15,0 0 11 0,0 0 5 16,0 18 131-16,0-4 149 16,0 11-199-16,17-8-20 0,-17 4-66 15,11 34 43-15,-1 2-52 16,-10-26-21-16,11 0-19 0,-4-1 10 16,8 26-13-16,4-9 10 15,-12-25 0-15,1-7 0 0,-1-2-6 16,-2-4 52-16,-2-2 47 0,0-3 53 15,-3-3 10-15,0-1-55 0,0 0-45 0,0 0-46 16,0 0-24-16,0-26 4 0,-24 26-3 16,24-23 4-16,-17 9-3 0,17-1-8 15,-23 0 4-15,8 2 1 0,2-2-3 16,-1 3 6-16,-3 4-3 0,-15 0-1 16,-1 8 6-16,16 0 0 15,0 0 5-15,-30 67-3 16,34-47-7-16,0 1-1 0,3 2 4 0,3-3 6 15,3 1 3-15,2-3-5 16,2 14 3-16,0-9 3 16,30-17-11-16,2 1-6 0,16-7 13 15,12-24-73 1,-25 24-2-16,2-26-69 0,0 11-46 0,2-2-119 16,-3 3-233-16,-4 0-271 0,-7 0-251 15,-2 1-261-15</inkml:trace>
  <inkml:trace contextRef="#ctx0" brushRef="#br0" timeOffset="549.59">6775 3968 4282 0,'0'-15'607'16,"0"6"-274"-16,0 0-139 0,29 0-70 0,-29-3-32 0,27 4-26 0,-13 1-8 16,1 1 2-16,-2 4-21 0,1-1-8 15,24 21 113 1,-34 2-104-16,-4 7-21 0,0-9 14 16,0 29 16-1,-28 9-23-15,3-26-15 0,9 1 2 16,-33 50 9-16,36-61-9 0,3-3 24 15,2-5 45-15,8-6 20 0,-7 1 17 16,7-7-12-16,0 0-6 16,0-23-90-16,19 23-13 0,-19-27 3 15,26 10-2-15,-7-3-4 0,2-2-2 16,3-3-8-16,2-2 1 0,0-2 4 16,1 1 1-16,-2 0 11 0,20-27-8 15,-13 10 9-15,-21 30 4 0,-2 4 0 16,-5 1 1-16,-2 3 0 15,-2 7-8-15,0 0-6 0,-18 0 1 16,18 22 11-16,-24-22-1 0,24 24-2 0,-29-6-12 16,14-5 2-16,2 6 2 0,1-1 7 15,12-1 14-15,-14 17 2 16,14-2-1-16,0-16-16 0,31-2 2 16,-31-2-8-16,36 1-2 0,-13-1-29 15,3-4-30-15,0-1-62 0,4 1-74 16,32 1-497-16,-2-8-985 15,-31-1 422-15</inkml:trace>
  <inkml:trace contextRef="#ctx0" brushRef="#br0" timeOffset="1065.99">5848 4782 2231 0,'-26'2'67'0,"-23"9"884"0,8-5 252 0,21-4-802 15,2 0-119-15,2 2-97 0,2-2-5 16,5-2-41-16,1 0-31 0,3 2-27 16,1-1-30-16,1 1-2 15,3-2 0-15,0 0 98 0,0 0-45 16,77 0 225-1,-21-21-268-15,-24 4-19 16,10 17 8-16,5-23 15 0,10 10-10 16,83-20 20-16,28-5-37 15,-74 19-27-15,2 1 0 0,7-3-2 16,0 3-9-16,0 1-1 0,1-1-10 16,-5 2 10-16,-1 0-1 0,-6 3-16 15,65-10-73-15,-40 7-120 16,-74 11 74-16,-10 1-16 0,-8 2 29 15,1 0-29-15,-18 0-140 0,-8 2-88 16,0-2-264-16,0 2-298 16,-26-3-231-16</inkml:trace>
  <inkml:trace contextRef="#ctx0" brushRef="#br0" timeOffset="2732.49">10795 3541 1530 0,'0'0'131'0,"0"0"-84"0,0 0 0 15,0 0-94-15,0 0 6 0,0 0 17 16,0 0-7-16,0 0 68 0,-14 0-31 16,14 22 94-16,-11-22-50 0,-5 33 172 15,-3-8-130-15,8-11-49 16,-15 7 35-16,-2 0-87 15,-8 1 22-15,16-12 45 16,-4 1-67-16,-1-1 22 0,-4 2-17 0,-37 9 56 16,-8 0-43-16,32-11-18 15,0-1-21-15,-4-1 43 0,1 0-44 16,-5-1-40-16,0-1-50 0,-3-3-43 16,-2 2 107-16,0-2 24 0,-3 0 22 15,-56-1-78-15,1-2 55 16,58 0-43-16,1 0 28 0,-2 0-73 15,3 0 26-15,1 0 124 0,1-17-21 16,-1 17 80-16,-1 0-100 0,1 0-14 0,1 0 0 16,-47-11-7-16,6 11 115 15,50-7-128-15,3 7-15 0,2 0-10 16,3-7-132-16,5 4-12 0,2-1-90 16</inkml:trace>
  <inkml:trace contextRef="#ctx0" brushRef="#br0" timeOffset="3298.79">8471 4032 863 0,'0'-25'-81'0,"18"25"60"0,-18-19 52 0,0 19 10 0,22-25-71 0,-7-4-90 16,1 1 1-16,-5 14 192 0,-2 2 93 16,1 0-136-16,2 4-20 0,15-6-192 15,8 2 334-15,-15 6-132 16,1 1-50-16,2 2-45 0,0-1 42 15,2 1 109-15,0 1-119 0,1 1-96 16,1 0-20-16</inkml:trace>
  <inkml:trace contextRef="#ctx0" brushRef="#br0" timeOffset="4332.22">6507 5049 3132 0,'-6'-4'178'0,"1"1"173"0,-7-3 596 16,1 4-303-16,7 0-486 0,0 2-56 16,1 0-60-16,-1 0-19 0,-6 0-8 15,-2 17 32-15,4-17 3 16,-2 17-1-16,0-17 0 0,1 20-10 16,-2-7-10-16,2-1-3 0,0 0-10 0,0-1 1 15,2-2-3-15,-3 9 4 16,6-6 3-16,4-7-6 0,0-2 4 15,0 1 10-15,18-3 37 16,3-1-26-16,-21 0-30 0,27 0-11 16,-10 0 8-16,-1 0-7 0,2 0 0 15,0 0 2-15,0 0-7 0,-3 0 2 16,2 0-3-16,-5 0-6 0,9 0 18 16,-14 20 38-16,-7-20-18 15,0 23 0-15,0-6-2 0,-27 0-8 16,-6 24-3-16,10-17-13 0,1 0 1 15,-3 1 6-15,1-1-7 0,5-6 8 0,1-2-8 16,5-3-33-16,3-4-34 0,10-5-87 16,0-4-97-16,0-22-894 15,23-13-1091-15</inkml:trace>
  <inkml:trace contextRef="#ctx0" brushRef="#br0" timeOffset="4715.51">6743 5275 3376 0,'3'0'122'0,"2"0"194"0,0 0 61 0,-2 0 31 0,4 0-99 0,8-25-31 16,8-14-151-16,-12 26-52 15,3-1 28-15,17-16 77 16,-9 4-71-16,-12 13-72 0,-4 0 2 15,-1 1 4-15,-2 1 11 0,-3-9 59 16,0 3 31-16,0 11-72 16,-20 2-28-16,20 2-21 0,-19 2 1 15,19 0-12-15,-26 0 10 0,13 23 9 16,-2-23 1-16,-2 28 12 0,-16 8 43 16,4 4-33-16,18-21-38 0,1 0-2 15,4-1-6-15,3 14 15 16,3-5-3-16,19-14-13 0,-19-5-5 15,88 9-131 1,-65-17 15-16,3 0-48 0,1 0-54 16,2 0-71-16,-1-24-137 0,0 24-260 15,31-16-1475-15</inkml:trace>
  <inkml:trace contextRef="#ctx0" brushRef="#br0" timeOffset="5082.1">7324 5027 2345 0,'-8'0'245'0,"8"0"251"0,0 0 99 0,-8 0-26 0,8 0-132 0,0-16-149 15,-2 16-80-15,-1 0-17 16,3 0-11-16,-4 0 182 0,1 0-148 16,-1 0-173-16,1 0-13 0,-6 0 5 15,0 0 28-15,-2 18 13 0,-1-18 12 16,0 24-16-16,-1-7-21 0,-1 1-11 16,-9 20 17-16,11-4-24 15,8-18-21-15,4 0-3 0,0-1 16 16,0 13 1-16,29-4-18 15,2-15-1-15,-13 0-6 0,5-1-31 16,0-5-45-16,3-2-54 0,-2-1-61 0,2 0-75 16,0 0-125-16,0-19-288 15,17-6-1540-15</inkml:trace>
  <inkml:trace contextRef="#ctx0" brushRef="#br0" timeOffset="5465.38">7240 4751 4856 0,'-3'-4'133'16,"1"-2"82"-16,1 0 18 0,0-5 120 15,1 9-287-15,0 1-15 0,0 1 4 0,0 0 17 16,0 0-1-16,22 0-9 0,-22 19-18 15,14-19 17-15,-14 0-10 0,18 20-13 16,-18-20 1-16,19 17 15 0,-3-2-15 16,-9-15 4-16,1 14-14 0,-1-14 5 15,-1 11 1-15,0-11 2 0,-1 5 4 16,0-5-2-16,-1 2-1 0,1 0-7 16,6-2 43-16,1-19-36 15,-4 19-39-15,1-16 5 0,3 16-3 16,-3-28-7-16,5 13 5 0,-3 2-6 15,1-3 13-15,0 1-16 0,5-13-63 16,-5 6-121-16,-9 15 47 0,1 2-59 16,-1 1-79-16,-1 4-103 0,4 0-815 15,-3 0-793-15</inkml:trace>
  <inkml:trace contextRef="#ctx0" brushRef="#br0" timeOffset="6165.59">7711 4971 3376 0,'-4'0'741'0,"3"0"164"0,1-18-660 0,0 18-102 0,0 0-55 0,0-12-13 0,0 12-4 15,0-11-3-15,0 11 0 0,0-11-8 16,0 11-15-16,19-10 10 16,-19 4-12-16,14 1-13 0,-14 5 3 15,0 0 11-15,11 0 4 0,-11 0 7 16,12 28 1-16,-7-28-6 0,-1 28-5 16,-1-7-6-16,2 26 17 0,-5 3-22 15,0-24-23-15,0-1-7 0,-27-1-8 16,27-2 0-16,-17-3 3 15,17-2 1-15,0-5 0 0,-21-1 30 0,21-5 12 16,0 0 38-16,0-4 75 0,0-2-107 16,0-17-57-16,0 17-2 15,0-24-11-15,25 5-13 0,0-23-46 16,-10 19 46-16,1-4 5 0,1-2 0 16,0 3 8-16,0 0 5 0,-2 1 8 15,0 0 5-15,-2 2 8 0,-2 4 0 16,-3 2-2-16,1-8 25 15,-7 11 17-15,-2 12-27 0,0-3-9 0,0 4 1 16,0 1-3-16,-22 0 0 16,22 0 3-16,-16 0-8 0,16 23 0 0,-21-1-1 15,5 8 11-15,4-14-4 16,12 0-3-16,0 0 1 0,0 0-4 16,0 1-3-16,0-3-9 0,0 1-27 15,24 0-34-15,-24-1-50 0,41 11-286 16,-3-7-393-16,-20-12 45 15,4-2-260-15,0-3-138 0</inkml:trace>
  <inkml:trace contextRef="#ctx0" brushRef="#br0" timeOffset="7298.81">9013 4365 4597 0,'-15'8'103'0,"1"-2"167"0,-14 6 520 0,2-7-220 16,17-2-417-16,0 1-54 0,4-3-47 15,2-1-8-15,3 0-24 0,0 0-8 16,0 0 4-16,21 0 1 0,-21 0-9 16,63-19-12-16,0-3-17 15,-28 22-17-15,1-14-49 0,0 14-73 16,-4-13-78-16,-1 13-126 0,-3-8-230 15,-5 8-284-15,1 0-266 0,-6-7-262 16</inkml:trace>
  <inkml:trace contextRef="#ctx0" brushRef="#br0" timeOffset="7465.48">9071 4586 4760 0,'-44'41'310'15,"26"-26"-28"-15,5-4 50 0,5-4-67 16,1-3-65-16,2-1-80 0,3-3-32 15,2 0-87-15,30 0-31 16,-9-22-41-16,5 22-93 0,42-22-581 16,-29-2-75-16,5 9-226 0,-3-2-201 15</inkml:trace>
  <inkml:trace contextRef="#ctx0" brushRef="#br0" timeOffset="7898.69">10075 4526 4305 0,'-25'4'45'0,"-28"7"591"15,28-9-188-15,6-1-25 16,-1 0-87-16,2 0-89 0,-9-1 83 15,23 0-284-15,4 0-3 16,32-17-12 0,-11 17-21-16,4 0-5 0,10-20-3 15,96-13 16-15,-83 22-18 0,6 0 1 16,-1-1-9-16,-2 4 5 0,38-6-114 16,-19 5-289-16,-47 7 116 15,-6 2-81-15,-7 0-170 0,-7 0-354 16,-3 0-243-16</inkml:trace>
  <inkml:trace contextRef="#ctx0" brushRef="#br0" timeOffset="9331.12">12402 3671 3666 0,'-5'-4'188'0,"-5"-8"702"0,6 8-395 0,1-2-103 15,-1 3-133-15,0-1-69 0,2 1-58 16,2 2-47-16,-3 1-27 0,2 0-17 16,-1 0-21-16,2 0-15 0,-1 0-3 15,1 0 21-15,0 17 11 0,0-17 8 0,0 28 5 16,0-7-1-16,0 5-13 15,0 1-10-15,0 6-11 0,0 1-5 16,0 0 6-16,0-3-3 0,0 29 2 16,0-12-10-16,0-28-1 15,0-4 3-15,0-2-6 0,0-2-1 0,0-3 2 16,0-2-1-16,0-3 8 0,0-1 0 16,0-2 23-16,0-1-8 15,0 0-26-15,0 0 8 0,0-25-4 16,0 25-7-16,-20-20-8 15,-25-16-5-15,27 25 13 0,-1 1-1 16,2 1-1-16,-22 3-3 16,-1 6 7-16,18 0 5 0,4 0-5 15,-2 0 11-15,-14 23 7 0,6 2-9 16,20 3-2-16,2-13-4 16,2-2 4-16,4-1 9 0,0 1-9 0,0-1 4 15,23-2-1-15,-23-2-3 0,25-1 6 16,9 7-4-16,4-11-26 15,-18-3-13-15,5 0-26 0,-2 0-37 16,0 0-49-16,3-22-56 0,28 0-420 16,-25 22 75-16,0-30-266 0,2 15-188 15,-1-3-309-15</inkml:trace>
  <inkml:trace contextRef="#ctx0" brushRef="#br0" timeOffset="9731.83">12655 3796 3496 0,'0'-4'261'0,"0"0"109"0,0 1 11 0,0 0-30 0,0 3-184 16,-19 0-98-16,19 0-40 0,0 0 63 16,0 0 0-16,0 0 34 0,0 0-18 15,0 0-4-15,0 0-24 0,25 19-28 16,-25-19 5-16,16 0-21 0,-16 12-8 16,22-12-5-16,5 0-7 15,1 7 0-15,-12-7-18 0,-1 0 11 16,-1 0 16-16,-1 0 44 0,-2 0 26 15,1 0 15-15,-6-21 1 0,-1 21-15 0,3-14 99 16,-3-2-22 0,-2 4-104-16,-3 12-4 0,0-12-27 0,0 12 6 15,0-8 9-15,0-1-35 16,0 8-22-16,-16 1-4 0,16-1 1 16,0 1-3-16,0 0 9 15,0 17 2-15,18-17-4 16,-5 17 3-16,-13 2 0 15,18 7-5-15,-4-10 8 0,-14 1-5 16,16 1-3-16,-16 2 2 0,8 0 1 16,-8 0-5-16,0 0-31 0,0 1-36 0,0 0-70 15,-22 1-73-15,22-1-72 16,-52 21-620-16,28-21 253 0,-1-1-320 0,-2-1-110 16</inkml:trace>
  <inkml:trace contextRef="#ctx0" brushRef="#br0" timeOffset="10114.62">11999 4385 3079 0,'-27'7'159'0,"0"0"289"0,-2-1 136 0,-1-2-17 0,-19 0 221 15,13-1-415-15,23-3-231 0,1 0-14 16,3 0-17-16,5 0-15 0,-1 1-39 16,3-1-18-16,1 0-14 0,0 0-18 15,1 0 2-15,0 0 10 0,0 0 80 16,52 0 14-16,-21 0-70 16,14-21 14-16,81-4 60 15,40-10-34-15,-63 15-60 0,10-4 0 16,10 2-13-16,2-3-3 0,7 1-6 0,132-27-3 15,-134 26 2-15,-3 1 0 0,-11-1-10 16,-8 0-9-16,-9 3-27 0,-11 1-44 16,-11 3-67-16,-10-1-54 0,-14 3-49 15,-12 1-25-15,1-7-429 16,-37 5-790-16,-5 12 391 0,-30 5-166 16</inkml:trace>
  <inkml:trace contextRef="#ctx0" brushRef="#br0" timeOffset="12380.82">12370 5061 3425 0,'0'0'152'0,"0"10"148"0,0-10 151 0,0 0-9 0,0 0-80 16,0 0-141-16,0 0-73 0,0-17-86 15,0 17 14-15,0-18 133 16,0 7-179-16,0 11 1 0,0-15 18 15,0 8 17-15,0-8 63 0,0 9-77 16,0-1-7-16,0 1 0 0,0 0-2 16,-20-4 29-16,-2 8-53 0,22-2 2 15,-27 3-4-15,12 1 1 0,-1 0 2 16,-15 0 2-16,14 19 20 0,2-19-2 16,0 21 4-16,1-21 7 0,1 30-25 15,-14 20 58-15,20-31-66 0,3-2-9 16,2 1 1-16,0-2-6 0,2 1-2 15,0-2-2-15,0 1-2 0,17 10 0 16,3-7 5-16,-20-12-10 16,32-5-23-16,-12 2-30 0,1-4-37 15,6 0-43-15,2 0-28 0,2 0-47 16,3-18-38-16,2 18-86 0,2-21-157 16,-2 21-190-16,40-44-1373 0,-38 27 934 15</inkml:trace>
  <inkml:trace contextRef="#ctx0" brushRef="#br0" timeOffset="13013.89">12738 4988 4278 0,'-25'-2'608'0,"3"2"-225"16,22 0-104-16,-29 0-87 0,29 0-57 15,-25 24-65-15,25-24-11 0,-16 18 5 16,5 1 59-16,11 0-49 16,0-7-46-16,0-12-12 15,26 11-2-15,-26-11-3 0,23 5-1 16,17-5-14-1,-6 0 0-15,-16 0 8 0,14-21 2 16,-3 7-2-16,-16-4-3 16,-1 18 0-16,-4-21 4 0,6-1-5 15,-11-16-7-15,-3 26 9 16,0 0-4-16,-43-15 3 16,-6 21 14-16,15 6 11 15,18 0-18-15,3 0 4 16,-10 20-17-16,11-20-1 15,8 13-101 1,4-13 43-16,0 0-20 0,25 8-149 16,2-8-61-16,-7 0 141 15,0 0-21-15,1-18 8 0,6 18 29 16,29-17 1-16,49-19 172 16,-82 17 101-16,-4 19 48 15,-2-12 2-15,-1 6 39 0,15-2 487 16,-29 8-596-16,-2 0 71 15,0 0-71 1,0 0-50-16,-18 0-58 0,18 0-3 16,0 16 1-16,0-16-2 0,0 0-2 15,0 13 3-15,0-13-4 0,0 9 5 16,0-9 5-16,0 16 3 16,25-6-16-16,4-5-6 0,-14 0 1 15,2-2 1-15,0 3 5 0,3 1 4 0,-6 1-3 16,27 13-7-1,-33-12 12-15,-1 0 2 0,-5 2 0 0,-2-1 4 16,0 2-4-16,0 1-3 0,-20 17 7 16,-29 0-14-16,26-16-23 15,1-1-27-15,2-1-33 0,-1-4-44 16,6-1-37-16,1-4-47 0,5-1-74 16,0-2-183-16,9 0-291 0,0 0-288 15</inkml:trace>
  <inkml:trace contextRef="#ctx0" brushRef="#br0" timeOffset="13380.76">13367 4916 4361 0,'0'14'85'0,"0"-14"115"0,-15 9 115 0,15-9 37 0,0 0-75 15,0 0-90-15,0 0-26 16,0 0-59-16,28 0-55 0,-28-20-10 16,25 20-12-16,-11-19 10 0,1 19-3 15,-1-24 18-15,-3 9 10 0,0 4 4 0,7-18 72 16,-18 4-24 0,6 14-67-16,-6 4 0 0,0 1-14 0,0 1 1 15,-22-1-20-15,22 6-11 0,-20 0 10 16,20 0 1-16,-29 0 14 0,-2 24 46 15,1 20-13-15,14-24-41 16,7-3-6-16,1 1-4 0,1 15 6 16,2-5-4-1,5-1-14-15,0-14-15 0,27 12-72 16,19-5-109-16,-22-9 53 16,0-3-86-16,71 13-2571 15</inkml:trace>
  <inkml:trace contextRef="#ctx0" brushRef="#br0" timeOffset="13730.47">13825 4767 4641 0,'0'0'101'15,"-9"0"97"-15,9 0 59 0,0 0 37 16,0 0-59-16,0-17-67 0,0 17-43 16,0-16 61-16,0 5 12 15,0 11-99-15,0 0-14 0,0 0-17 16,0 0-11-16,0 0-14 0,0 0-17 16,-23 0 17-16,23 19 12 0,-29-19 15 15,11 21 0-15,-1-21-14 0,-23 53 3 16,23-33-41-16,2 0-5 0,4 2-14 15,2-3 5-15,6 35-3 16,5-41-5-16,0 0 1 0,23-4-18 16,-23 0-28-16,34-3-34 0,-10-3-52 0,2-3-58 15,2 0-71-15,2 0-100 0,33-26-1048 16,0-1-1053 0</inkml:trace>
  <inkml:trace contextRef="#ctx0" brushRef="#br0" timeOffset="14230.63">14129 4681 5168 0,'-21'0'365'0,"6"0"-126"16,15 0-39-16,0 0-77 0,0 11 82 16,0-11-56-16,0 0-86 0,24 11-13 15,-24-11-13-15,29 0-2 0,-11 0-8 16,3 0-11-16,0 0 5 0,2 0-3 15,19-17 51-15,-3 17 33 16,-10-22 26-16,-18 6-65 16,-2 16 9-16,-2-13-18 0,3 4 62 15,-8 9-24-15,-2 0-58 16,0-6 1-16,0 6-18 0,0 0-6 16,0 0-3-16,0 0-20 0,0 0 5 15,0 0-1-15,0 0 5 16,0 20 3-16,0 0 4 0,0-6-2 0,0 3 9 15,0 3 1-15,13 3-7 0,-13 2 9 16,0 1 8-16,20 6 3 0,-20 3-3 16,29 39 14-16,-6 5-19 15,-14-40-15-15,0 1 1 0,-3-2 2 16,-1-1-5-16,-3 0 10 0,-2-2-7 16,0-3-1-16,0 2 8 0,-33-3-11 15,33-5 5-15,-54 17 4 0,6-18 4 16,26-19-7-16,-2-5 1 15,-43-23 1-15,50 22-4 0,-1-39-6 16,9 13-20-16,2-5-8 0,7-39-85 16,23-16-43-16,-5 40 66 15,9-3-35-15,4 0-58 0,5 1-111 16,52-43-1075 0,12 8-1287-16</inkml:trace>
  <inkml:trace contextRef="#ctx0" brushRef="#br0" timeOffset="20529.81">16790 894 3135 0,'0'-6'67'0,"-18"-8"451"0,18 9-72 0,0-1 31 0,0-1-72 16,-14-4 328-16,7 5-490 15,7 5-198-15,0 1-11 0,0 0-13 16,0 0-8-16,0 0-24 0,0 0 9 16,0 0 15-16,0 0 7 0,0 19 17 15,0 1 67-15,19 11-4 16,1 11-24-16,-20-19-44 0,13 5-5 15,-13-2-10-15,23 64 14 16,-23-61-28-16,18 102 14 16,-16-109-16-16,-1 39-3 15,-1-44 4-15,0 27-8 16,0-19-180-16,0-10-187 16,0-14 206-16,0 0-57 15,0-1-137-15,0 0-159 0,0 0-122 16,0 0-625-16,0-18 633 0,0 18 36 15</inkml:trace>
  <inkml:trace contextRef="#ctx0" brushRef="#br0" timeOffset="20829.57">16310 1712 3527 0,'-19'15'71'0,"-32"21"884"15,40-30-516-15,-6 2-76 0,4-1-95 16,-3 3-6-16,11-8-232 0,1 2 23 16,25-4-16-1,94-47-11 1,121-52 28-16,-176 77-30 16,7-1 3-1,155-40 24-15,-143 43-42 0,4-1-6 0,2-1-6 16,269-59-152-1,-211 50-381-15,-111 24 235 16,40-8-1035-16,-57 11 918 16,-4 1 140-16,-5 3 141 15</inkml:trace>
  <inkml:trace contextRef="#ctx0" brushRef="#br0" timeOffset="21379.47">16661 2052 3658 0,'0'0'113'0,"0"-1"154"0,-23 1 96 0,23 0 73 15,-20 0-43-15,-5 0 71 0,25 0-352 0,-24 19-57 16,24-19-17-16,-22 0 13 0,22 19-8 16,-16-6 33-16,5 2-42 15,7 3 5-15,4-7-16 16,0-5-12-16,26-1-1 0,-26 1 6 16,23-5 0-16,-7 4-3 0,21-3 12 15,-17 0-14-15,1 0 3 0,0 0 0 0,-1 3 2 16,17 8 12-16,-21-6-18 0,-3 4 4 15,-2-1-4-15,-2 2 3 0,-3 1 2 16,-4 35 25-16,-2-28-31 16,-20 24-1-16,-10-20-10 0,7 2-3 15,-1 0-17-15,-50 46-200 16,52-53 105-16,4-2-21 0,-4 2-1998 16,22-19 1578-1,0-32 21-15</inkml:trace>
  <inkml:trace contextRef="#ctx0" brushRef="#br0" timeOffset="21745.79">17003 2292 3764 0,'0'0'0'15,"0"14"108"-15,0-14 141 0,0 0 556 16,0 0-251-16,0 0-388 15,0 0-136-15,25 0-15 0,-25-21 5 0,24 21 9 16,-8-30 5-16,19-6 66 0,-16 15-48 16,-1-1-4-16,-3 1 17 0,-3 0 16 15,-1 2-3-15,1-14 112 0,-12 18-101 16,0 2-3-16,0-8 41 16,0 19-122-16,-28 2 0 0,28 0 9 15,-25 28 38-15,-2-28-19 0,8 30-6 16,1-9-5-16,2 0-11 0,2 2-6 15,-4 21 5-15,12-23-10 0,6-1-5 16,0 1-16-16,0-4-6 0,0 0-20 16,23 8-120-16,8-17 67 0,-11 0-12 0,3-4-16 15,3-4-50-15,35 0-610 0,-30 0 148 16,4-25-119-16,2 25-64 16,1-29-122-16,0 11 172 0</inkml:trace>
  <inkml:trace contextRef="#ctx0" brushRef="#br0" timeOffset="22012.81">17536 1982 4199 0,'-13'-4'278'0,"7"2"112"0,0-3 31 0,-5 3 167 15,6 2-441-15,1 0-46 0,-1 0-14 16,0 0 10-16,-8 19 124 15,6-19-116-15,-18 51 130 0,18-33-184 16,1-2-22-16,2 3-7 0,0-1-9 16,2 0-8-16,2 13 7 0,0-14-10 15,21-2-1-15,21 19-16 16,-24-27-14-16,3-1-39 0,1-5-52 16,26-1-288-16,-22 0 82 0,0 0-214 15,3-25-165-15,-1 25-260 0,-6-29-254 16</inkml:trace>
  <inkml:trace contextRef="#ctx0" brushRef="#br0" timeOffset="22329.32">17408 1749 4514 0,'-7'0'311'16,"4"0"-18"-16,1 0 263 0,2 0-400 15,0 0-72-15,0 0-11 0,0 0 16 16,0 0 122-16,19 0-63 16,-2 22-28-16,3-22-63 0,-20 14 5 0,21-14-15 15,-9 14-9-15,-1-14-11 0,27 22 20 16,-15-15-32-16,-12-7-8 16,1 4-2-16,-2-4 0 0,2 0 0 15,25 0 7-15,-26-18-13 16,0 18-3-16,12-18 8 0,-15 18-4 15,2-12 0-15,-2 12-30 0,0-15-29 16,0 15-40-16,5-24-233 0,-9 17 82 16,1-3-178-16,0 2-194 0,0 1-179 0,4-11-1413 15</inkml:trace>
  <inkml:trace contextRef="#ctx0" brushRef="#br0" timeOffset="22829.43">17864 1938 4396 0,'0'0'15'0,"0"0"53"0,0 0 61 0,0 0 79 16,0 0 321-16,15 0-320 15,-15 0-60-15,12 0-67 0,-12-14-15 16,27 14 35-16,-18 0-44 0,-2 0 4 0,1 0 17 15,-3 0 7-15,1 0-2 0,-1 24 76 16,-5 5-101-16,0-12-3 0,0 2-15 16,0-1-11-16,0 2-8 0,0 17-10 15,0-20-9-15,-16-3 1 0,16-2-1 16,0-1-2-16,0 3 2 0,0-11 3 16,0 1 1-16,0-4 8 0,0 0 4 15,0 0 0-15,0 0 4 0,0 0-28 16,0-19-2-16,0 19 2 0,0-24-4 15,17 9 9-15,-3-21-7 0,-14 12 4 16,17 0-1-16,10-46 2 0,-20 49 1 16,8-32 6-16,-12 41 0 15,-2 2 5-15,1 1 6 0,-2 0 13 16,0 7-24-16,0 2-13 0,0 0 0 16,0 0 0-16,0 0-2 0,0 20 10 15,0-20 0-15,-16 16-2 0,16-16-1 16,0 27-1-16,0 2-5 0,0-12-17 15,0-3-24-15,0-1-26 0,27 3-31 16,-27-5-12-16,22 8-144 0,9-13 107 16,-12-2-57-16,3-4-164 0,2 0-214 15,3 0-140-15,38-25-1365 0</inkml:trace>
  <inkml:trace contextRef="#ctx0" brushRef="#br0" timeOffset="23129.19">18615 1319 5303 0,'-7'4'51'0,"3"-4"51"0,-8 0 287 0,12 0-332 16,0 0-28-16,0 0-18 0,0 0-3 16,23 0-3-16,-23 0-7 0,30 0-4 15,-10-17-39-15,2 17-84 0,28-17-548 16,-23-1 102-16,-3 10-67 0,0-1 71 16,-2 0-206-16,-4 2 112 0</inkml:trace>
  <inkml:trace contextRef="#ctx0" brushRef="#br0" timeOffset="23262.97">18630 1461 4142 0,'-34'34'699'0,"22"-18"-322"15,-2 5 91-15,14-20-402 16,0 0-19-16,20-1-2 0,0 0-4 16,7-20-63-16,85-23-672 15,-70 27-3-15,4-2-221 0,-2-3-210 16</inkml:trace>
  <inkml:trace contextRef="#ctx0" brushRef="#br0" timeOffset="25345.49">19650 1114 3302 0,'0'2'79'0,"0"-1"191"0,0-1 620 0,0 0-482 0,0 0-122 0,0 0-114 15,0 0-45-15,0-19 95 16,0 1-165-16,0 3 76 0,0 15-48 15,0-14 13-15,0 14 0 0,0-14 9 16,0 8 1-16,0-5 64 0,0 7-111 16,0 1-30-16,0 3-9 0,-19 0-5 15,3 0 10-15,16 0-14 0,-22 19 1 0,10-19 0 16,-1 25 4-16,-19 29 23 16,21-34-33-16,5 1-6 0,3 22 6 15,3-25-11-15,0-1 2 0,21-1-8 16,-21-1-6-16,48 9-50 0,-9-10-72 15,7-8-73-15,-24-6 77 16,2 0-48-16,1 0-69 0,2 0-123 16,0-20-185-16,30 0-754 0,-27 20 761 15,-4-27 262-15,2 10-39 0,-3 1-166 16,-1-1-91-16</inkml:trace>
  <inkml:trace contextRef="#ctx0" brushRef="#br0" timeOffset="25912.07">20047 1114 2963 0,'7'-15'43'0,"-3"2"174"15,-3-9 714-15,-1 16-378 0,0 0-70 0,0 2-103 16,0 1-109-16,-20 2-92 15,20 1-12-15,-17 0-116 0,17 0-3 0,0 0 0 16,-13 19-6-16,13-19-6 0,0 14 2 16,-8 1-30-16,8-15-1 0,0 16-4 15,0-16 5-15,0 13-3 0,19-5-2 16,-19-8-3-16,24 7 0 0,-24-7 1 16,22 0 0-16,15 0 1 15,-23 0 0-15,12-19 3 0,-16 19-3 16,2 0 2-16,-4-16 4 0,-2 16-3 0,-2-13 1 15,-1-2 10-15,-3 15-9 0,0-13-5 16,0 5-5-16,-31 4 3 0,0-2-2 16,12 3 6-16,-2 3-6 0,0 0 5 15,-25 0 1-15,37 0-17 16,0 0-32-16,9 0-47 0,-5 0-220 16,5 0 126-16,0 0 1 0,0 0-31 15,26 0-43-15,6 0-418 0,-10 0 292 16,4 0 57-16,1 0 113 0,5-15 45 15,-1 15 167-15,24-16 41 0,-28 16 87 16,-1-10 137-16,-5 10 135 0,-1 0 65 16,-3-10-12-16,6 10 228 0,-14-8-433 0,-4 8-53 15,-3 0-38-15,-1 0-7 0,-1 0-30 16,0 0 46-16,0 0-125 0,0 0-24 16,0 0-8-16,0 0-8 0,0 0 5 15,0 0 2-15,0 12 4 16,17-12-6-16,-17 0-4 0,18 10 5 15,-18-10-6-15,25 12 9 0,9 1 2 16,-19-5-3-16,3 1-8 0,0-1 3 16,-1 0 0-16,10 9 4 0,-13-7-3 0,-5-1 0 15,-2 2-3-15,-1-2 3 16,-5 2 2-16,-1 16 7 0,-27 17-97 16,-27-15-178-16,33-17 51 15,-1-1-30-15,0-3-102 0,-15-1-866 16,20-7 444-16,-7-21-1060 15</inkml:trace>
  <inkml:trace contextRef="#ctx0" brushRef="#br0" timeOffset="26228.46">20468 695 3658 0,'0'-3'142'0,"4"-1"454"0,0 2 133 15,-4 1-456-15,0 1-77 0,0 0 105 16,0 0-175-16,0 17 151 16,0-17-212-16,16 17 63 15,13 5 29-15,-11-22-133 16,-7 12 0-16,9 1 33 16,23 2 69-16,-32-13-98 15,-2 0 0-15,12-1 71 0,-12-1-39 16,0 0-1-16,1 0-12 0,10-19 31 15,-9 19-51-15,-1-15-2 0,-1 15-3 16,10-20 9-16,-11 0-28 0,-1 10-2 0,2 2-3 16,1-10-74-16,-6 12-38 0,0 0-74 15,4-7-757 1,8 4-1086-16,-2 5 37 16</inkml:trace>
  <inkml:trace contextRef="#ctx0" brushRef="#br0" timeOffset="26745.27">20992 928 5659 0,'0'0'47'0,"0"0"30"0,0-17 45 16,0 17 179-16,0-19-164 15,22 7 107-15,5 1-205 16,26 3 80-16,-37 8-70 16,28 0 96-16,-21 23-12 15,-19-1-39-15,-4-8-40 16,0 4-8-16,0 3 3 0,-21 28 18 0,-20 30-24 31,7-33-23-31,17-25-15 0,3-5 2 0,-19 21 3 16,33-31-6-16,-7-5 4 15,7 2 47-15,0-3-45 16,19-21-13-16,2-15-2 16,58-42-29-1,-61 56 21-15,0-2 0 0,0-4-1 16,-2 3 1-16,1-1 6 16,24-43 2-16,-27 38 20 15,-11 18-5-15,-3 11-26 0,-19 2 14 16,19 21 23-16,-23 5-5 15,23-10-10-15,-16 2-1 0,16 3 1 16,0-2-7-16,0 19-1 0,0-22-24 0,78 23-258 16,-19-22-57-1,13-4-141-15,-36-10 125 0,3 0-171 16,1 0-161-16,2-3-208 0</inkml:trace>
  <inkml:trace contextRef="#ctx0" brushRef="#br0" timeOffset="30361.35">5557 6446 3671 0,'-3'0'95'0,"-1"0"95"0,1 0 106 16,-1 0 55-16,-5-21 233 0,6 6-393 15,-2 15-73-15,1-18-50 0,1 18-34 16,1-17-32-16,-1 1 73 0,2 7 1 16,0 9 37-16,-1-14-21 0,1 9-5 15,-1 2-16-15,-4-6 27 0,3 8-66 16,-3 0-17-16,1 1-11 0,-1 0-4 16,-12 19 30-16,6-19 1 0,-29 68 85 15,23-43-92-15,4 2-15 0,0 2 4 16,1-1-1-16,3 2-3 15,1 24 4-15,8-28-13 0,1-2 1 0,0-1-4 16,20-1-1-16,8 15-49 0,-12-22-4 16,4 0-24-16,4-5-14 0,-1-1-28 15,4-5-21-15,34-2-258 0,-28-2 107 16,2 0-54-16,3-30 17 0,1 30-82 16,0-31 87-16,37-7-187 0,-42 18 438 15,-1-3 20-15,-3 2 59 0,-6-1 27 16,12-35 139-16,-31 40 74 15,-5-6 473-15,0 13-346 0,0 7-95 16,-29 0-42-16,29 3-33 0,-28 0-32 0,-2 23 100 16,13-23-175-16,0 25-25 0,5-25-30 15,-2 25-11-15,14-12-6 0,-12 10-9 16,12-12-7-16,0-1-2 16,26 14 5-16,-26-18-10 0,24-2 3 15,-24-1-3-15,48 1 0 0,-30-4 4 16,0 0-2-16,5 0-7 0,-1 0 1 15,-1-21 0-15,24 4-3 0,-24 17 8 16,-2-21 0-16,-2 9 7 0,-4 0-1 16,4-12 1-16,-15 10 0 0,-2 1-3 0,0-1 15 15,0-3 6-15,-21 4 7 0,-8-13 44 16,10 16-42-16,-2 2-12 0,-4 1-6 16,0 4-1-16,-25 3 5 0,4 0-14 15,-2 19-11 1,39 1-15-16,-1-20-109 0,10 17 8 15,0-17-55-15,0 11-59 0,0-11-113 16,32 10-107-16,1-3-548 0,-11-7 593 16,3 0 158-16,5 0 91 0,0 0 5 15,38-19-28-15,-34 19 126 0,2-18 51 16,-2 18 60-16,-1-22 9 0,53-10 438 16,-62 24-221-16,-6 0 108 0,8-6 661 15,-18 14-587-15,-4-6-102 0,-3 6-112 16,-1-3-69-16,0 2-65 0,0 1 6 15,-20 0-65-15,20 0 6 0,-19 0-2 16,19 20-7-16,-18-20-3 0,1 19-44 16,17-19-3-16,-9 11-2 0,9-11 1 15,0 10 0-15,0 2 0 0,23-12 1 16,-23 9 0-16,31-4 2 0,-10 0-1 16,2 0 1-16,29 0-4 0,-25 0 0 15,1-1-1-15,-1 0 3 0,-1 1-2 16,15 8-2-16,-26-6 3 0,-5 3 5 0,-3 1 11 15,-4 2 8-15,-3 1 4 0,-25 18 13 16,25-13-31-16,-38-1-6 0,16 1-6 16,-2-3-10-16,1 0-29 0,-17 8-127 15,22-16 31-15,-15 3-546 16,33-11 225-16,-9 0-127 0,9 0-119 16,-5-24-334-16</inkml:trace>
  <inkml:trace contextRef="#ctx0" brushRef="#br0" timeOffset="30711.46">6402 6167 4224 0,'0'-6'118'0,"0"5"122"0,0-5 329 0,0 2-357 0,0 4-33 0,0 0-12 16,0 0-5-16,0 0 73 0,16 19-167 15,-16-19 0-15,18 15 4 0,-18-15 5 16,21 17-7-16,0-2 40 0,-10-15-67 0,-1 12 12 16,1-12-1-16,-1 10 7 15,-1-10 5-15,9 6 52 0,-11-3-58 16,3-3-2-16,-2 0-5 0,1 0-3 16,18-17 52-16,-18 17-80 0,10-16 9 15,-8-4-22-15,-1 20-5 16,16-44-15-16,-17 32-13 0,0 1-27 15,-3 0-25-15,1 1-46 0,3-7-231 16,0 6-182-16,-7 7 148 16,-1 2-202-16,0 1-242 0,0 1-312 15,2 0-189-15</inkml:trace>
  <inkml:trace contextRef="#ctx0" brushRef="#br0" timeOffset="31427.56">6804 6467 3981 0,'-2'0'39'0,"2"0"34"0,0-17 428 0,0-5-147 0,23 22-19 0,-23-25-91 0,20 25-67 16,-20-21-81-16,44 4 20 15,-28 8-75-15,1 9-4 0,0-9-2 0,0 9-1 16,11 0 16-16,-17 0-27 0,2 0 9 16,-4 0 7-16,-1 0 11 0,-2 27 1 15,3 8 40-15,-9-13-44 0,0 4 2 16,0 5-2-16,0-2-2 0,-23 33 25 15,1-32-44-15,22-5-12 0,-22 0-6 16,22-6-4-16,-15-4-1 0,15 5 16 16,-11-16-4-16,11 0-2 0,0-4-2 15,0 0-1-15,0 0-6 0,26-17-1 0,-26-9-3 16,27 9-1-16,-8-2 0 0,2-2-2 16,22-28-6-16,-23 20 3 0,0 2-1 15,-1-3 0-15,-4 3 5 0,1 2 3 16,5-18 9-16,-14 26 18 0,-2 4 18 15,-2 6 16-15,-3 3 0 0,0 2-20 16,0 2-20-16,0 0-16 0,-23 0 6 16,23 26 9-16,-18-26 3 0,-1 54 10 15,19-32-28-15,-15 2 3 0,15 0-8 16,0-1 0-16,0-2 0 0,0 16-15 16,23-20-25-16,-23-2-29 0,36-1-38 0,-13-3-38 15,2-4-10-15,66 3-388 16,-57-10 280-16,39 0-688 0,-36-18 267 15,2 18-130-15,1-24-28 0,-1 24 61 16</inkml:trace>
  <inkml:trace contextRef="#ctx0" brushRef="#br0" timeOffset="31894.43">7784 6078 4873 0,'0'-7'162'0,"-10"0"136"0,10 0 71 0,-7 3 27 16,7-2-98-16,-3 2-105 0,1 3-75 0,0 0-56 15,0 1-29-15,0 0 102 16,2 25 23-16,0-25-110 0,0 45 12 16,21-22-33-16,-21 27 12 15,16 7-8-15,-16-30-21 16,15 3-1-16,-15 1-4 0,9 26-9 15,1 20 6 1,-10-56-3-16,5-3 0 0,-5 8 7 16,2-12 2-16,-2-11-4 0,0-1 1 15,0-1-2-15,0-1-17 0,0 0-7 16,0 0-3-16,-18-20-4 0,18 20 6 16,-25-21 2-16,-9-5-12 15,-9-1 36-15,19 15 3 0,0 12-8 16,-1-17-3-16,2 17 10 0,1-7-4 15,-19 7-4-15,9 18 2 16,21-18 0-16,2 23 4 0,3-23-2 16,4 38 1-16,2-12-13 15,0-11 10-15,29-2-10 0,-29-3-16 16,33 2-28-16,-8-4-41 0,2-1-52 16,4-7-52-16,4 0-57 0,46 0-545 15,3-28-970-15,-42 28 535 0</inkml:trace>
  <inkml:trace contextRef="#ctx0" brushRef="#br0" timeOffset="32394.35">8052 6273 5088 0,'0'0'81'0,"0"0"69"0,0 0 56 0,0 0 44 16,0 0-41-16,0 0-46 0,19 0 47 15,4 0-79-15,-9 0-76 0,3 0-3 16,0 0 0-16,3 0-2 0,-1 0 0 16,-1 0-3-16,-1 0-8 0,-1 18 2 15,-2-18 13-15,-3 23-8 0,-2-6 7 16,3 19 31-16,-12-15-45 0,0 4-17 16,0-2-4-16,0 4-2 0,-29 0-8 15,29-1-1-15,-26-1-4 0,26-3-3 16,-23-3 2-16,23-3-1 0,-16 5 10 15,4-12 9-15,12-9-8 16,0 0-7-16,0 0-3 0,0 0 2 0,0-25-8 16,23 25-3-16,-23-33-4 0,23 14-9 15,24-58-29-15,-27 49 39 16,0-1-4-16,0-2 11 0,1 2-8 16,-1 1 8-16,16-20 6 15,-11 12 6-15,-17 22 10 0,-3 6-2 16,0 2 10-16,-5 5 4 15,0 1-24-15,0 0-9 0,-17 0 7 16,17 25-7-16,-19-25 2 0,19 29 2 16,-21-13-5-16,21 5 1 0,-20 1 1 0,10 0-3 15,10 1 5-15,-12 18 0 16,12-5-23-16,0-20-17 0,26-1-41 16,-26-3-40-16,35-2-67 0,27 5-410 15,-21-9 58-15,8-4-372 0,5-2-198 16,1 0-425-16</inkml:trace>
  <inkml:trace contextRef="#ctx0" brushRef="#br0" timeOffset="32610.36">9277 6254 6176 0,'-12'0'3'0,"12"0"36"0,-16 0 23 0,16 0 123 16,0 0-97-16,0 0-18 0,0 0-23 16,23 0-23-16,-3-16-15 0,32 16-29 15,-22-18-34-15,7 18-60 0,-3 0-86 16,2-14-165-16,29 5-989 0,-39 9 235 16,-3-8-87-16</inkml:trace>
  <inkml:trace contextRef="#ctx0" brushRef="#br0" timeOffset="32794.29">9225 6450 5583 0,'-69'44'391'0,"47"-28"-175"0,5-8-72 15,8-1-24-15,9-4-5 0,0-3-12 16,29 0-19-16,-1 0-41 0,9-19-23 16,9 19-12-16,68-46-31 15,9 11-112-15,-64 16-20 0,-1 2-74 16,-9 4-60-16,-5 3-202 0,-8 0-337 15,-5-2-208-15,-11 3-365 0</inkml:trace>
  <inkml:trace contextRef="#ctx0" brushRef="#br0" timeOffset="33544.16">10790 6326 4505 0,'-22'8'246'0,"0"-2"105"0,0-2 61 0,4 0-42 0,-16 5 59 0,19-5-337 0,4-1-20 16,1 0-14-16,4-1-11 0,3 1-5 16,2-3-22-16,1 0-15 0,0 0 11 0,31 0 5 15,-10 0 5-15,39-22 20 0,-22 3-32 16,6 19-2-16,2-25-3 0,-1 11-8 16,-2 0 3-16,29-5-36 0,-44 12-21 15,-6 7-37-15,-9-11-32 0,-4 11-34 16,-1 0-41-16,-3-3-515 0,-5 3 103 15,3 0-189-15,-2 0-96 0,2 0-131 16,1 0 127-16</inkml:trace>
  <inkml:trace contextRef="#ctx0" brushRef="#br0" timeOffset="36710.23">12253 6153 3117 0,'0'-6'112'0,"0"1"23"0,0 1 152 0,0 0 40 15,0-1-10-15,0 3-30 0,-17-6 63 16,17 4-212-16,0 2-3 0,0 0-9 15,0 2-12-15,0 0-30 0,0 0 3 16,-8 0-67-16,8 0 9 0,0 0 15 16,-9 0 27-16,-5 23 88 0,1-3-94 15,-1-4 0-15,-1 2-8 0,-4 1-1 16,4 2-3-16,-16 12 13 0,19-17-51 0,3-3-8 16,3-3-2-16,3-3-2 15,3-3 6-15,0 4-1 0,23-6-1 0,-23 0-1 16,25-2 2-16,-7 0 1 0,22 0 3 15,-20 0-8-15,3-16 1 0,-1 16 1 16,-1 0 0-16,-1 0-1 0,13-15 3 16,-19 15-3-16,-2 0 1 0,-2 0 5 15,-5 0 4-15,1 0 11 0,0 0 32 16,-5 19-28-16,-1-19 3 0,0 15 1 16,0-15 1-16,0 33 4 0,-18-18-30 15,18 2-4-15,-16-1 1 0,16 0-3 16,-22 3 0-16,0 13-1 15,13-5-6-15,-5-11-13 0,5-11-14 0,9-2-20 16,-2-3-26-16,2 2-26 0,-2-2-178 16,2 0 30-16,0 0-202 0,0 0-180 15,0 0-210-15,0-18-288 0</inkml:trace>
  <inkml:trace contextRef="#ctx0" brushRef="#br0" timeOffset="37010.78">12693 6232 4964 0,'0'-7'37'0,"0"2"146"0,0-8 373 0,-21 7-263 0,21-1-98 16,0 2-57-16,0 2-39 0,-13-1-39 16,13-1-2-16,0 3-38 0,0 0-5 15,0 1 11-15,0 1 4 0,0 0 79 16,0 0-32-16,0 0 17 0,0 0-5 15,27 62 158 1,-18-22-196 0,-5 17-32-16,-4-41-15 15,0 0-2-15,0-2-4 0,0 1-22 16,2-3-35-16,4 12-190 0,-4-16 62 0,-2 2-35 16,2-5-32-16,-2 0-91 0,2-2-156 15,0-3-954-15,1 0 373 0,-3 0 92 16</inkml:trace>
  <inkml:trace contextRef="#ctx0" brushRef="#br0" timeOffset="37177.26">12718 6006 4409 0,'-11'-10'37'0,"11"-5"389"0,-10 9-116 0,10 0-29 15,-9 3-122-15,9 0-65 0,0 1-116 16,0 1-282-16,0 1 29 0,0 0-106 15,0 0-42-15,0 0-69 0,0 0-80 16,17 0-836-16</inkml:trace>
  <inkml:trace contextRef="#ctx0" brushRef="#br0" timeOffset="38076.81">12929 6188 5605 0,'0'6'175'0,"0"-5"-3"16,0-1 26-16,0 0-44 0,0 0 61 15,0 0-42-15,0 0-78 0,19 0-6 16,-19 0-19-16,17 21-8 0,-17-21-11 16,22 22 0-16,-11-8-19 0,-2-1-10 15,1 0-3-15,7 16 6 16,-10 0 3-16,-4-15-26 0,-1-1-2 15,0-1 5-15,-2-1-7 0,0-1 3 16,0 4-3-16,0-8 6 0,0-4 11 16,0-1 4-16,0-1 1 0,0 0-6 0,0 0-14 15,0-19-8-15,0 19-1 0,0-23 5 16,18 5 0-16,4-30 6 16,3 0 0-16,-10 23-5 0,0 0-2 15,2 3 4-15,14-14 3 16,-2 9-10-16,-17 18 6 0,-3 3-3 15,0 2 5-15,5 4-1 16,3 17 15-16,-13 2-16 16,-1-19-8-16,4 25 9 0,-2-11-1 15,5 0 4-15,-1-1 0 0,1 4-10 16,3-5-12-16,1 0-24 0,3-3-22 0,2-2-28 16,25-1-159-16,-21-6 96 15,0 0-30-15,4 0-26 0,0 0-21 0,-1-26-15 16,-3 26 3-16,1-28 29 0,-6 14 36 15,2-3 78-15,-3 0 70 0,4-19 182 16,-7 3 245-16,-11 18-154 16,-1 3 2-16,0-9 179 15,-2 8-95-15,0 9-223 0,0 1-25 16,0 3-40-16,0-3-28 0,0 3-10 16,0 0 10-16,0 0 3 15,0 0 4-15,0 0 3 0,0 0-8 16,23 0-1-16,-23 0-1 0,19 17-10 0,-5-17 5 15,2 0-7-15,17 0 0 16,2 0 3-16,-20 0 6 0,1-17-6 16,-1 17 4-16,10-21 7 15,-8 7 59-15,-11 14-12 0,0-13 8 16,-3 13-4-16,-1-10 61 16,0 3 1-16,-2 4 2 15,0 3-116-15,0 0-10 0,0 0-6 16,0 0 1-16,0 0-3 0,0 0 4 15,0 0-1-15,0 0 0 0,0 25 10 16,0-1-2-16,0-7-2 0,0 5-7 16,0 1 15-16,16 31 9 15,2 10 0-15,-18-29-14 0,12-2-4 16,-12 2 4-16,8-2 1 0,-8 1-4 16,0-3 0-16,0 3-2 0,0-3-10 15,0-4-14-15,-29 25-82 16,-5-16-57-16,14-22 68 0,-3-6-10 15,3-2-39-15,-4-5-77 0,1-1-90 16,0 0-144-16,3 0-312 0,0-30-293 0,5 13-254 16</inkml:trace>
  <inkml:trace contextRef="#ctx0" brushRef="#br0" timeOffset="38577.33">14483 5729 5929 0,'-20'-23'372'0,"6"-5"275"15,14 22-568-15,0 3-54 16,0 1-2-16,0 2 12 0,0 0 3 15,0 18 4-15,23-18 2 16,-3 72 26-16,0-47-61 0,-20 2 4 16,23 0 5-16,10 87 46 15,-28-86-60-15,6 23 3 16,-6-27-5-16,-1-2-1 0,-3 0-4 16,1-2 4-16,-1-2-3 0,0-3 3 15,-1-5 2-15,0 0 3 0,0-2 3 0,0-4 0 16,0-4-4-16,0 0-11 15,0 0-2-15,0 0-8 0,0-23 2 0,0 23-7 16,-25-24 1-16,25 24 6 0,-25-24 0 16,10 12 6-16,-2-1 3 0,0 13 3 15,-21-16 3-15,-1 9-8 16,24 7-3-16,-3 0 6 0,-12 0 3 16,10 22 0-16,7-1-16 15,11-21 3-15,2 15-13 16,0 0-71-16,20 1-44 15,7-9 55-15,-10-1-30 0,8-2-27 0,3 2-53 16,5-3-39-16,3-3-44 0,2 0-135 16,8 0-245-1</inkml:trace>
  <inkml:trace contextRef="#ctx0" brushRef="#br0" timeOffset="39093.26">15006 5891 5495 0,'-17'0'173'16,"17"0"423"-16,0 0-457 0,-13 0-55 15,13 19-27-15,0-19 46 0,0 13-12 16,0-13-53-16,21 11-6 0,-21-11-2 16,21 0-13-16,9 0 12 15,5 0-19-15,3 0-7 16,-16-21 2-16,27 8 59 15,-36-1-15-15,-2 14 10 0,-4-9 5 16,0 9 11-16,-5-8-19 0,0 8 77 16,-1-6-4-16,-1 3-72 15,0 3-13-15,0 0-7 0,0 0-16 16,0 0-26-16,0 0 4 16,0 0-4-16,0 0 9 0,0 0 6 15,0 56 21-15,0-38-22 0,0 4 6 16,19 3 4-16,-19 3-6 15,13-1 1-15,-13 4-3 0,13 3-3 0,-13 3 2 16,17 3 1-16,-3 43 4 16,-9 6-2-16,2-46-8 0,-7-1-3 15,0-2-1-15,0-6-3 16,-24 41 10-16,4-57-3 0,20-9-5 16,-24-3 1-16,10-6 1 0,-3 0-1 15,0 0-1-15,-6-25 1 0,0 25-4 16,2-39-4-16,0 14 0 0,0-6 0 15,-6-32-4-15,17-8-27 0,10 36-8 16,0-3-35-16,80-75-277 16,-46 72 183-16,7 3-81 0,8-1-154 15,4 0-329-15</inkml:trace>
  <inkml:trace contextRef="#ctx0" brushRef="#br0" timeOffset="40842.98">4791 6095 3666 0,'7'-9'103'0,"-3"4"120"0,-1 0 53 0,-3 2 73 16,0 1-26-16,0 1-66 0,0 1-33 15,0 0-68-15,0 0 15 16,0 0-107-16,0 0-43 0,-13 0 21 16,13 0 18-16,0 22 13 0,-18-22 8 0,7 27-6 15,-4-5-1-15,-4 6 7 16,-4 7 1-16,-30 53 67 15,0 12-23-15,31-49-78 0,2 0-4 0,6-2-8 16,4 0-10-16,5-5 0 16,5 77 26-16,29-85-39 0,-10-1 5 15,2-4-15-15,8 1 7 0,3-1-8 16,3 1-1-16,7-1 8 0,1 3-3 16,49 31 15-16,-4 3-5 15,-48-35 1-15,-6 3-1 0,-4 3-5 16,-6 0 15-16,-7 1-12 0,-8 53 3 15,-9-42-19-15,-26 4-4 0,-5 3-11 0,-13 6-31 16,-9 2-50-16,-12 3-64 16,-4-1-76-16,-7 2-72 0,-1-3-135 0,0-7-317 15,-56 36-1578-15</inkml:trace>
  <inkml:trace contextRef="#ctx0" brushRef="#br0" timeOffset="41943.45">12071 5705 4250 0,'-15'-14'-2'0,"15"1"96"0,0 3 151 0,-13 1 113 15,3-5 348-15,10 11-501 0,-12 1-96 16,5 0-51-16,1 2-5 0,-2 0-2 16,-11 0 97-16,4 27-73 0,-1-27 4 15,-3 27-10-15,0-8 6 0,-4 4 2 16,-25 27 126-16,-7 10-32 0,27-28-123 15,-46 63 30-15,56-64-66 16,0 2 0-16,8 0 3 0,3 3-5 16,7 0 2-16,0 41 12 15,60 10-8-15,-32-43-14 0,0 1-3 16,3 1 2-16,-1 1-3 0,1 1 2 16,-4 2-3-16,-4 0 4 0,-2 0 1 15,-10 1-8-15,-3 48 5 16,-8-5-59-16,-40-48-19 0,10-2-49 15,-11 2-56-15,-58 42-357 16,-16-4-384-16,54-42 75 0,0-9-260 0,5-2-240 16</inkml:trace>
  <inkml:trace contextRef="#ctx0" brushRef="#br0" timeOffset="42926.2">3584 9184 4559 0,'-21'16'24'0,"-26"-2"236"0,3-4 247 0,25-10-260 16,2 8-25-16,4-8-75 0,-3 6 8 15,14-6-121-15,2 0-30 16,0 0 1-16,20 0 0 0,-20 0-12 16,37-22 2-16,-10 22-1 0,5-16-17 0,6 16-21 15,2-19-35-15,1 19-56 0,36-18-322 16,-17 8-506-16,-39 10 243 15,-3 0-282-15,-4 0-923 16</inkml:trace>
  <inkml:trace contextRef="#ctx0" brushRef="#br0" timeOffset="43092.83">3402 9538 4209 0,'-24'20'133'15,"5"-4"51"-15,6-5 45 0,3-1-33 16,8-2-28-16,2 7 130 0,34-15-265 15,-9 0-22-15,7 0-7 0,7 0-10 16,52-31-28 0,15-14-130-16,-54 28-44 0,-2-1-114 0,-5 4-167 15,-5-3-249-15,-4 5-131 0,-6-3-166 16</inkml:trace>
  <inkml:trace contextRef="#ctx0" brushRef="#br0" timeOffset="43375.9">3616 9149 5142 0,'-8'0'99'0,"-6"0"462"0,13 0-420 16,1 0-46-16,0 0-2 0,0 0-5 15,19 0 5-15,-19 0 6 0,53 0 94 16,4 0-23-16,-25 0-107 15,3 0-6-15,-1 0-9 0,1 19-11 16,-3-19-11-16,-3 31-4 0,-1-11-11 16,-4 5-9-16,-2 6 3 0,-1 47-31 15,-21 19-162-15,0-41-17 16,-37 5-75-16,10-2-113 0,-6 4-264 16,-2-1-314-16,-3-3-259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2-02T18:57:24.36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17093 5586 3151 0,'1'0'21'0,"-1"0"33"0,-20-19 76 0,20 19-39 0,-32 0-5 0,11-14 9 15,1 14-13-15,-26-13-2 0,20 13-26 16,-4-8-3-16,0 8 32 0,-2-4 5 16,1 4-21-16,-42 0 62 0,35 0-100 15,0 16-11-15,2-16-10 0,0 0-4 16,-1 22-10-16,-25-10 31 0,34-12-19 16,4 12 2-16,4-12-10 0,3 9 2 15,0-9-35-15,13 5-4 0,1-5-13 0,3 0 17 16,0 3-10-16,0-1 9 15,0 3 4-15,0-2 32 0,21 1-2 0,-21 0-6 16,0 0 8-16,16 2 6 0,-16 4 20 16,14-3-12-16,-14-2 3 0,0 3 147 15,10 0 0-15,-10 10 134 0,5-5-264 16,-5 0 78-16,0 5 60 0,0 3-9 16,0 2-16-16,0 3-74 0,0 4-66 15,-21 37 15-15,2 7 11 16,19-35-14-16,-12 0-12 0,12 3 9 15,-12 4-3-15,12-2 6 0,-14 5-10 0,6 0 5 16,-3 1-13-16,0 0-1 0,1-5 69 16,-1 1 5-16,-11 33 74 15,13-45-137-15,1-5-6 0,3-4-21 0,0-3 18 16,3-2-7-16,2-6-2 0,0-1 18 16,0-3-17-16,0 0 3 0,25-5 1 15,10 3 7-15,21-8 2 16,-20 0-17-16,5 0-33 0,5 0-115 15,4 0-253-15,0-23-391 0,2 23-298 16,-4-15-347-16</inkml:trace>
  <inkml:trace contextRef="#ctx0" brushRef="#br0" timeOffset="500.13">17170 5959 4205 0,'0'-6'175'0,"0"0"124"0,0-2 410 0,0 1-300 15,0 3-312-15,0 3-45 0,0-1-31 16,0 1-12-16,0 1-9 0,0-1 0 0,0 1-9 15,0 0 3-15,0 0 9 0,0 0 24 16,0 18 28-16,0 0-30 16,0-6 34-16,0 3-1 0,0 5 0 15,0 1-10-15,0 1-39 0,-17 3 0 16,17 2-8-16,0 31 9 16,-18-1-12-16,18-5 7 15,0-27-4-15,0-1-6 0,0-3 0 16,0 1 0-16,0 14 0 0,0-22 1 15,0-2-62-15,0 1-67 0,17-6-123 16,-17-4-240-16,0-3-337 0,18 0-255 16,-18 0-292-16</inkml:trace>
  <inkml:trace contextRef="#ctx0" brushRef="#br0" timeOffset="783.21">17639 6117 5197 0,'0'0'100'15,"-17"0"287"-15,5 0 15 16,12 0-304-16,0 0-42 0,0 0-43 0,0 0-14 16,18-14-5-16,41 14 6 15,-32-17-7-15,8 17 1 0,6-8 7 16,2 8-4-16,3-12 6 0,-3 6-2 15,-3 6-4-15,0-7 2 0,-5 7-1 16,12-8-21-16,-22 7-132 16,-20 1-7-16,-3 0-120 0,-2 0-232 15,0 0-1356-15</inkml:trace>
  <inkml:trace contextRef="#ctx0" brushRef="#br0" timeOffset="1083.36">17905 5930 4411 0,'-9'0'169'0,"4"0"100"0,-1 0 55 15,3 0 221-15,3 0-372 16,0 0-165-16,0 0-5 0,0 0-1 16,0 0-2-16,0 0 87 0,0 16 1 15,16-16 26-15,-16 0 32 0,0 23-69 16,12 5 91-16,-12 7-90 15,0-14-68-15,0 0-7 0,0 1-5 16,0-1-1-16,0 2 5 0,0-2-1 0,0 0 5 16,0 0 2-16,-16 0-6 0,16-3-5 15,0 18-7-15,-13-7-56 16,13-17-65-16,-8-3-85 0,8 4-1012 16,0-12 447-16,0-1-183 15,0 0-178-15</inkml:trace>
  <inkml:trace contextRef="#ctx0" brushRef="#br0" timeOffset="1466.63">18758 6032 3967 0,'0'0'88'16,"0"0"99"-16,0 0 79 0,0 0 37 15,0-23-66-15,0 23-76 0,0-17 106 16,0 3-37-16,0 2-138 0,0 12 23 16,0-9-11-16,0 9-1 15,0 0-23-15,0-4-37 0,0 4 17 0,-23 0-6 16,23 0 16-16,-41 25 79 15,2 1-41-15,18-10-73 0,0 4-11 16,2-1-7-16,4 0-3 0,5 1-4 16,1-1 2-16,2 2-1 0,7 0 1 15,0-3-8-15,0-1-3 0,30 17 3 16,-30-20 3-16,33-2-3 0,-9-3-8 16,2 0-24-16,2-4-53 0,3-4-68 15,3-1-92-15,5 0-115 0,2 0-218 0,0 0-322 16,41-24-1690-16</inkml:trace>
  <inkml:trace contextRef="#ctx0" brushRef="#br0" timeOffset="1783.26">19193 5979 4508 0,'0'17'147'0,"-29"-17"101"0,17 0 60 16,-1 15 29-16,-12 6 23 15,7 8-233-15,9-10-86 0,4 0-17 0,-1 1 1 16,6-1-2-16,0 2-9 0,0-3-1 16,0-2-9-16,0 1 1 0,30-5 3 15,-2 6 0-15,7-10-5 16,-13-8-1-16,0 0 6 0,1 0-9 16,25-22 11-16,-3-3-2 15,-28-6-6-15,0 14 0 0,-6-2 44 16,-4 0-5-16,-5-1 3 0,-2 1 2 15,0 0-39-15,0 2-5 0,-33 2 1 16,15 3-10-16,-23 0 0 0,0 10-65 16,23 2-67-16,1 0-119 15,5 0-205-15,-7 18-1401 0</inkml:trace>
  <inkml:trace contextRef="#ctx0" brushRef="#br0" timeOffset="2633.48">19705 5867 1013 0,'0'-18'86'0,"0"18"197"0,0 0 157 0,19-15-13 0,-19 15 38 16,21-14-87-16,-21 14-15 0,26-11 17 15,0 0 395-15,-8 5-148 16,-18 6-394-16,10 0-42 0,-10 0-42 15,0 0-11-15,0 0-43 0,0 0-28 16,-22 0-28-16,22 19-15 0,-30-19-6 16,10 20-6-16,0-20 1 0,-25 41 7 15,25-28-12-15,0 0-2 0,6-1-1 16,0 0-2-16,6-2 3 0,8-3-5 16,-8 0 2-16,8 0-6 0,0 0 0 0,0 0 5 15,24 10 14 1,1-12-12-16,-7-2-4 0,0 1-2 0,5-2-4 15,26-2 8-15,4 0 6 16,-25 0-10-16,-3 0 2 0,-1 0-3 16,-2 0-5-16,-5 0 10 0,-1 0-4 15,-5 0 8-15,-4 0 4 0,-3 0 9 16,-3 0 26-16,-20 20-14 16,19-20-23-16,-33 20 0 0,11-8-5 15,-52 23-4-15,50-25 2 16,-1-1 0-16,3-2 3 0,5 1-4 15,-16 1-36-15,24-9-58 0,4 0-99 16,5 0-146-16,0 0-219 0,0-19-1381 16</inkml:trace>
  <inkml:trace contextRef="#ctx0" brushRef="#br0" timeOffset="3033.06">20231 5735 4940 0,'0'0'118'0,"0"0"544"0,0-21-466 0,0 21-65 15,0 0-30-15,0-14-37 16,14 5-53-16,0 9-3 0,-4 0-8 15,3 0 9-15,-3 0-3 16,23 0 36-16,-19 19 56 16,-7-19-21-16,-4 18-11 0,1 7 93 15,-4 7-19-15,0-14-91 16,0 3-1-16,-18 0-22 0,18 1-4 0,-16 21-9 16,16-6 4-16,-12-18-6 15,12-4 7-15,0-1-2 0,0-3 5 16,0-4-7-16,0 0-4 0,21-2-8 15,-21-2 0-15,41-3-4 0,-13 0-6 16,48-22-85-16,-34 22-27 0,3-22-65 16,0 22-75-16,-5-23-98 0,-3 23-146 15,-6-19-288-15,-8 19-260 0,-5-17-241 16</inkml:trace>
  <inkml:trace contextRef="#ctx0" brushRef="#br0" timeOffset="3682.95">20932 5826 4620 0,'-21'-3'94'0,"12"0"107"0,9 1 66 0,-14 0 58 0,14-4-65 0,0 3-94 16,-5-2-66-16,5 2-66 0,0 1-33 16,0-4-9-16,22-3 13 15,-5 5 9-15,-17 1 10 0,24-5 2 16,-2 4-14-16,0 2-6 15,-22 2 3-15,18 0-1 0,-10 0 1 16,9 18 28-16,-2 1 65 0,-10-19-26 16,-3 27-9-16,-2-10-18 15,0 5-13-15,0 0-11 0,-35 2-3 0,15 1 6 16,-3 1-4-16,-1 1-11 0,-20 19-6 16,9-16-2-16,24-19 0 15,11-4-3-15,-11-3 0 0,11-4-1 16,0 0 11-16,32-25-14 15,-13 25 5-15,1-31-9 0,5 12 5 16,5-6 1-16,2 0 3 0,1-2-7 16,-2-2 4-16,-1 1-2 0,-1-1-6 15,17-22 12-15,-17 13 2 0,-24 25-3 16,-1 3 1-16,-4 5 1 0,0 3-4 16,0 2-2-16,-26 0 0 0,26 0 5 15,-25 24-1-15,25-24 0 0,-29 29 0 16,15-12-3-16,-1 1 4 0,3 3 1 15,1 0-7-15,0-1 0 0,4 21-3 16,7 13-5 0,22-39 10-16,-22-2-7 0,54 8-89 15,4-10-220-15,-20-9 42 16,5-2-148-16,3 0-283 0,4 0-321 16,3 0-243-16</inkml:trace>
  <inkml:trace contextRef="#ctx0" brushRef="#br0" timeOffset="3882.93">21780 5756 5028 0,'-19'0'118'0,"4"0"72"0,3 0 70 0,12 0 23 0,-12 0-106 15,12 0-73-15,0 0-62 16,22 0-41-16,-22 0 0 0,38 0-7 15,-10 0 2-15,5 0-4 0,40 0-213 16,3-17-498-16,-42 6 60 0,-3 11-302 16,-7-11-142-16</inkml:trace>
  <inkml:trace contextRef="#ctx0" brushRef="#br0" timeOffset="4016.42">21923 5820 3501 0,'-35'21'236'15,"3"-2"105"-15,3-2 80 0,4-2-23 16,5-4-135-16,7-3-104 0,3-1-84 15,10-7-24-15,0 7-22 16,43-7-29-16,-14 0-170 0,42-22-1096 16,-26 3 108-16</inkml:trace>
  <inkml:trace contextRef="#ctx0" brushRef="#br0" timeOffset="10998.42">22731 5560 3482 0,'0'0'-10'0,"0"-13"10"0,0 6 32 0,0-1 38 0,0-1 86 15,0-4 184-15,0 6-239 0,0 4-73 16,0 1-44-16,0 1 34 0,22 1 31 16,-6 0 6-16,-16 0-6 0,23 21 45 15,-12-21 10-15,3 18-3 0,4 12 152 16,-10-12-101-16,-4 2 21 0,-4 4-29 15,0 1-10-15,0 4-26 0,-20 31 49 16,-11-29-97-16,12 3-10 0,-1-5-8 0,-1-1-1 16,-15 19 32-16,23-28-53 15,2-2-7-15,11-3 14 0,-11 9 132 16,11-21-113-16,30-2-17 0,-6 0-13 16,39 0-5-16,-21-25-10 0,7 25-3 15,3-25-2-15,5 25 0 0,48-26-31 16,-58 4-5-16,-4 22-71 0,-9-16-98 15,-7 16-188-15,-8-11-243 0,3 3-1213 16,-18 3 793-16</inkml:trace>
  <inkml:trace contextRef="#ctx0" brushRef="#br0" timeOffset="12032.13">23683 5692 3972 0,'-20'0'0'0,"9"0"217"16,11-23 46-16,-10 23 81 0,10-19 2 16,0 19-80-16,0-16-90 0,0 1-52 15,0 15-104-15,0-15 41 0,0 15 22 0,0-9 27 16,0 4 104-16,0 1-136 15,0 4-16-15,0 0-18 0,0 0-9 0,0 0-17 16,0 0 2-16,-18 18 5 0,18-18 27 16,-24 24 7-16,7-7 3 0,-1 1-16 15,-18 25-5-15,18-20-30 0,6 0-5 16,1-2-2-16,5 1 3 0,6 18 8 16,0-22-8-16,0 0-4 0,27-3-1 15,-9 1-5-15,3-3-7 0,32 6-53 16,-24-12 3-16,3-3-27 0,4-3-15 15,1-1-16-15,3 0-6 0,39 0-118 0,-38-26 108 16,-1 26-39-16,0-22-8 16,-2 8-15-16,28-20-40 0,-41 18 210 0,-2-5 20 15,-1 1 13-15,-7 2-7 0,-3-1 14 16,-1-12 152-16,-9 17-7 0,-2 6 14 16,0 0-21-16,0 4-20 0,-20 1-14 15,-1 3 71-15,21 0-98 0,-24 0-32 16,10 22-9-16,14-22-15 0,-24 18-4 15,8 0-27-15,16-18-1 0,-9 19-1 16,9-19 6-16,0 17-1 0,0-1 6 16,20-9-12-16,-20-1 1 0,27-1 1 0,-11-2 0 15,2-1 2-15,22-1-3 0,-20-1-3 16,2 0 2-16,-3 0 0 0,1-17 1 16,15 17 3-16,-24-23-1 0,3 23-4 15,-3-21 3-15,-4 10 3 0,0-3 1 16,-5-13 13-16,-2 12-6 0,0 1 1 15,0 1-2-15,-29-1 2 0,29 4-6 16,-50-1 3-16,27 8-9 0,0 3-1 16,-1 0-4-16,1 0 3 0,-18 19-5 15,24-2-2-15,4-17-15 0,2 15-28 16,6-15-33-16,5 14-29 0,0-2-171 16,0-12 107-16,0 9-64 0,27-9-83 15,-27 0-129-15,35 0-56 0,13 0-347 0,-20 0 633 16,2 0 129-16,2-24 52 0,2 24 3 15,37-19 31-15,-37-1 28 0,2 20 12 16,1-23 35-16,-2 13 56 0,-2 0 79 16,25-10 592-16,-33 11-356 0,-3 2-15 15,-3 1-72-15,-5 0-55 0,-5 4-55 16,0-1 50-16,-9 3-224 0,0 0-39 16,0 0-19-16,0 0 11 0,-27 0 47 15,0 22-38-15,27-22-16 0,-27 13-9 16,27-13-7-16,-20 16 4 0,20-2 8 0,-11-14-6 15,11 13-1-15,0-6 1 0,0-1-1 16,0 0 0-16,27 2 4 16,-1-3-7-16,-11-3 0 0,4 2-2 0,0-3 2 15,1 1 2-15,24 2-4 0,-25-1 2 16,0-1-3-16,2 0 0 0,-5 3 1 16,14 1-7-16,-19 0 3 0,-2-2 1 15,-1 0 0-15,-3 2 1 0,-3-1 2 16,-2 11 8-16,0-7-2 0,0 1-3 15,-27 1 29-15,27 3-5 0,-36 1 7 16,14-1-15-16,-5 3-70 0,-27 14-243 16,8-9-292-16,31-15 122 15,4-3-274-15,2-3-242 0,9-1-286 0</inkml:trace>
  <inkml:trace contextRef="#ctx0" brushRef="#br0" timeOffset="12647.8">24857 5304 3666 0,'0'-5'0'15,"0"0"136"-15,0-1 233 0,0 2 87 0,0-2-14 0,25-6 60 16,-3 0-331-16,1 8-90 0,-23 0 15 16,20 0 6-16,-20 2-7 0,15 0-23 15,-15 0-21-15,8 2-21 0,-8 0-12 16,0 0 5-16,4 0 8 16,-2 0 4-16,0 0-18 0,0 23-8 15,3-23-4-15,5 16 6 16,3 0-9-16,-7 0 2 0,1-16 2 15,-1 14 14-15,-1-7 17 0,2-1 18 16,-2-1 4-16,-1-2-3 0,1 1-11 0,1-1-2 16,-1-2 2-16,6 0 47 15,3-1-32-15,-8 0-47 0,3 0-5 16,3 0-8-16,-3 0 5 0,4-19-3 16,3 19 5-16,0-16-4 0,4 16-6 15,0-23 3-15,25-3 1 0,2-3-4 16,-25 14-11-16,1 1-8 15,-1 0-18-15,14-9-106 16,-8 6-113-16,-20 12 83 0,1 2-38 0,-3 3-56 16,-2 0-130-16,0 0-236 15,-2 0-304-15,0 19-215 0</inkml:trace>
  <inkml:trace contextRef="#ctx0" brushRef="#br0" timeOffset="13248.06">25360 5744 4931 0,'0'0'89'0,"0"-20"49"0,14 20 61 0,-14-30 268 16,7 13-185-16,1 9-220 16,-3 2-17-16,4 0 6 0,0-1 14 15,3 0 0-15,1 4 1 0,2-2-11 0,2 1-15 16,3 1-7-16,-3 2-8 16,13 1 34-16,-18 0-38 0,-4 0 4 15,-1 0-7-15,-1 15 1 0,-3-15 6 0,-1 15 7 16,-2-15 8-16,0 25-6 15,0-8 5-15,0 4-6 0,-25 1-11 0,-6 28 18 16,13-26-28-16,-3-1 0 0,2-2-1 16,0-3-4-16,6-4 2 0,2-3-1 15,11-4 6-15,-12-1 14 0,12-4 6 16,0-2 33-16,0 0-51 16,0 0-16-16,26-26-2 0,-7 26 2 15,2-25-1-15,33-12 1 16,6-7 0-16,-33 24-3 0,-2-4-1 15,-3 2 1-15,-2 0 7 0,-7 2 3 0,-1 5-6 16,-5 2 9-16,-3 4 4 16,-1 2 3-16,-3 1-4 15,-21 6-21-15,21 22 10 0,-24-22 2 0,24 24-7 16,-45 12-2-16,32 1 5 16,-1-18-1-16,14-3 0 0,0 0-17 15,0-1-17-15,23-2-18 0,-23-3-33 16,37 1-34-16,-14-4-53 0,2 0-42 15,4-2-73-15,2-2-156 0,32-1-1337 16,-31-2 421-16</inkml:trace>
  <inkml:trace contextRef="#ctx0" brushRef="#br0" timeOffset="14364.67">26088 5176 3196 0,'-2'0'86'0,"2"-2"87"0,0 1 104 16,0 0 18-16,0 1-54 0,0 0-72 16,0 0-98-16,0-2-56 0,21-1 1 15,10-3-2-15,9-1 8 16,-19 5 7-16,2-2 37 0,2 1 1 0,-2 0 28 16,-2 2 4-16,-2-2 0 0,-2 3 19 15,2-2-24-15,-1 2-3 0,9-1 82 16,-6 1-3-16,-16-1-93 15,-1 1 11-15,-2 0-2 0,0 0-2 16,-2 0 60-16,0 0-26 16,0 0-59-16,0 0 3 0,0 0 1 15,0 0-5-15,0 0-4 0,0 16-2 16,0-16-4-16,0 0 1 0,0 9-6 16,0-1 40-16,0 1-8 15,0-4-52-15,13 0 3 0,-13 1-3 16,0 9 32-16,14 3-6 0,-14-7-26 15,11 0-3-15,-11 2-6 0,8 18 25 16,-2 8 6-16,-4-13-24 16,0 3 4-16,1 3 5 0,1 5-4 15,0 2 0-15,1 4 0 0,0 6-4 16,-1 1 0-16,1 1-2 0,-1 1-10 16,0 1 7-16,3 48 13 0,-5-54-10 15,3-1-6-15,-4-1 1 0,1 0-5 16,0-1 3-16,0-2-6 0,0 0-2 15,2-1 1-15,-3 0-2 0,1-3 3 16,-2 35 3-16,0-9 15 0,0-35-6 16,0-2 2-16,0-5-8 0,0-3 4 15,-16-2 8-15,16-3 5 0,0-6 4 16,0-1 0-16,0 0 22 16,-9-6-11-16,9-1-31 0,0 0-9 15,0 0-5-15,-13 0-3 0,-1 0-16 16,-6 0-23-16,-14 0-58 0,-9 0-55 15,-13 0-64-15,-9 0-116 0,-86 0-908 16,6 0-1390-16</inkml:trace>
  <inkml:trace contextRef="#ctx0" brushRef="#br0" timeOffset="16914.34">4891 8635 3151 0,'0'-4'0'0,"-17"-1"48"0,2-3 348 0,15 2-37 16,-12 0 54-16,12-1-25 0,-7 1-45 15,7-2-82-15,-5-5 151 16,3-1 15-16,-1 10-264 15,3 3-112-15,-2 1-23 0,2 0-19 16,0 0-4-16,-2 0-13 0,2 0 7 16,0 0 1-16,0 21 15 0,0-21 9 15,0 45 52-15,0-21-36 0,0 2 2 0,0 5-2 16,19 1-5-16,-19 4-7 16,19 37 7-16,-19-38-25 0,14 1 19 0,-14-1 0 15,16-1 0-15,-9-2-1 0,0-2-25 16,2-3 2-16,-3 0-3 0,6 17-2 15,-2-13-8-15,-7-20-19 16,0-3-42-16,-2-3-51 0,1-1-284 16,-2-3-408-16,0-1-1208 15,0 0 602-15</inkml:trace>
  <inkml:trace contextRef="#ctx0" brushRef="#br0" timeOffset="17230.43">4375 9489 5603 0,'-19'12'-1'0,"5"-2"23"16,1-3 64-16,3-3 54 0,10-2 165 15,0-2-167-15,38 0-120 16,-12-25 0-16,6 25 10 0,9-25 1 15,60-7 46-15,21-3-12 16,-58 20-25-16,4-1-6 0,-3 1-6 16,1 3-10-16,-4-1-8 0,-1 3-5 0,-6 1-5 15,-3 0 6-15,-8 2-6 0,19-1 2 16,-25 3 4-16,-30 4 0 16,-4 1-10-16,-2-2-25 0,-2-1-131 15,0-3-230-15,-21 4 57 16,21 0-199-16,-20-1-273 0,-8 1-1549 15</inkml:trace>
  <inkml:trace contextRef="#ctx0" brushRef="#br0" timeOffset="17547.66">4781 9611 4411 0,'-13'23'-21'16,"10"-15"141"-16,0-1 166 0,3-7 59 15,0 2 1-15,0-2-70 0,0 2-80 16,0 0-34-16,21 0-7 0,-21-1-15 16,23 3-32-16,6-1 52 0,0 6-52 15,-17-7-55-15,0 5 2 16,-3 0-1-16,-9 4 9 0,8 19 42 16,-8-11-64-16,0 3-14 0,0 5-5 0,-31-2-14 15,31 2 0-15,-28 0-3 0,28-4 0 16,-23-2-3-16,23-1-5 0,-14-6 6 15,14 4 4-15,21-11-1 16,-21-7-9-16,39 0-13 0,-10 0-11 16,4-31-22-16,6 31-43 0,6-35-55 15,4 13-83-15,4-2-83 0,58-27-883 16,-2-1-1128-16</inkml:trace>
  <inkml:trace contextRef="#ctx0" brushRef="#br0" timeOffset="18797.66">6188 8693 3447 0,'0'-4'0'0,"0"4"30"0,-24 0 269 0,24 0 67 0,-19 0 75 16,19 0-52-16,-22 0-50 15,0 21 183-15,1 4-397 0,10-25 0 16,-8 34 119-16,10-18-138 0,1 0-8 16,-2 5-13-16,-2 1 12 0,-3 31 85 15,7-26-87-15,1 5-12 0,1 2-8 16,3 1-19-16,3 2-15 0,0 33 25 16,0-34-40-16,22 0-4 0,-22 0-9 15,30-1-2-15,-11 2-1 0,26 33-2 0,-23-34-4 16,2 0-2-16,0 3 1 15,-3-4 4-15,14 34-4 0,-23-38-1 0,1 1-2 16,-6 1 3-16,-7-2-2 0,0-2-10 16,-23 26-117-16,2-27-9 0,-5-1-60 15,-11 0-40-15,-3-4-60 0,-2-2-130 16,-41 8-982-16,40-22 325 0,4-5-81 16,5-2 326-16</inkml:trace>
  <inkml:trace contextRef="#ctx0" brushRef="#br0" timeOffset="19547.04">6466 9125 3498 0,'-4'0'74'0,"-1"0"217"0,3 0 217 0,-5-16 581 0,5 16-712 0,-1 0-145 15,3-12-99-15,0 12-19 16,0-11 60-16,0-1-83 0,21 4-9 0,-21-1-15 15,20 1-10-15,-20 0-14 0,36-7 14 16,-23 11-33-16,1 0 0 0,-2 2 3 16,0 2 1-16,-1 0 2 0,11 0 42 15,-12 24-29-15,-2-24 8 0,-1 31 3 16,-4-8 1-16,-1 32 34 0,-2-23-52 16,0 5-2-16,-46 70 43 15,46-75-64-15,-21-2-6 0,21-2-2 16,-13-5-1-16,13 13 9 0,0-21-7 15,0-3-3-15,0-4-3 0,0-1-9 16,28-4-74-16,4-3-23 0,-10 0-61 16,5-20-65-16,5 20-70 0,6-30-49 0,42-8-552 15,-35 17 258-15,-4-1-71 0,0 1-248 16,2 0-58-16</inkml:trace>
  <inkml:trace contextRef="#ctx0" brushRef="#br0" timeOffset="20530.22">7273 9167 4038 0,'0'0'131'0,"-7"9"241"0,7-9 134 15,0 0-7-15,0 0-134 0,0 0-90 16,0 0-224-16,0 0 21 0,0-16 67 15,0 16 16-15,13-11-20 0,-13 11-24 16,0-18 6-16,0-7-9 16,0 18-67-16,0-1-4 0,0 1-17 15,0 2-7-15,-21 0-1 0,21 1-3 16,-22 4-3-16,2 0-4 16,-12 24 19-16,22 1-10 15,-1-7-1-15,-1 1-4 0,4 1-1 0,3 3 1 16,2-2-2-16,3 26-1 15,0-5-10-15,30-23 3 0,-30-2 7 16,32-3-5-16,-13-2-8 0,4-4 2 16,1-5-7-16,0-2-13 0,4-1-9 15,28 0-52-15,2-29 22 16,-30-1 37-16,0 13 8 0,-1-3 7 16,-3 0 2-16,15-21 2 15,-14 2 16-15,-16 20 13 0,-5 2 11 0,-3 6 12 16,-1-7 30-1,0 14-42-15,-28 4-24 0,28 0 6 16,-20 19-2-16,20-19-1 0,-22 25-2 0,22-25 2 16,-15 32-6-16,15-15 5 0,0 0-1 15,0-1-3-15,24 11 2 0,2-8-8 16,-26-12 4-16,32-7 2 16,4 7-7-16,-2-7-18 15,-16 0 7-15,2-19 6 0,-4 19-1 0,1-22 2 16,-5 22 6-16,6-42 2 15,-11 12 5-15,-7 14-17 16,0 1 8-16,-23 4-7 0,-17-10 2 16,-11 17 15-16,21 4-1 15,-29 0-11-15,13 25-6 16,14-8-7-16,20-17-36 0,6 15-33 16,6-15-49-16,0 11-154 15,31-11 61-15,-31 0 112 0,42 0 11 16,-15 0 19-16,7 0 12 0,2-17 36 15,2 17 23-15,-1-22 8 0,2 22 6 16,3-27 12-16,32 0 31 16,-11 0 111-16,-5-2 261 15,-48 29-260-15,-4-6-26 0,-2 6-21 0,-3 0-23 16,-1 0-28-16,0 0-24 16,0 0-11-16,-21 16 10 15,21-16-20-15,-23 21-3 0,23-21-5 0,-14 17 6 16,14-17-3-16,0 16 4 15,0-1 1-15,0-5 7 0,0-4-8 16,21-2-5-16,2-1 5 16,6 1 1-16,-12-4-2 0,0 0-4 15,3 0 2-15,1 0-4 0,-1 1 2 16,24 6 5-16,-22-2 4 0,-3 1 0 16,-2 1-2-16,-3 2 3 0,-4 0 0 15,-4 1 6-15,-4-1 2 0,-2 4-17 16,0 0-1-16,-32 0-7 0,-11 18-7 15,-8 0-71-15,25-18-19 0,1 1-75 16,3-4-58-16,5-3-81 0,4 1-123 16,4-5-280-16,9-3-287 0,-12 0-286 15</inkml:trace>
  <inkml:trace contextRef="#ctx0" brushRef="#br0" timeOffset="21096.66">8220 8774 5191 0,'-7'0'161'0,"0"0"108"0,2 0 49 0,-1-23 3 16,-3 23 15-16,5 0-274 0,1 0-44 16,3 0-20-16,-3 0-2 0,3 0 10 15,0 0 76-15,0 0-18 0,0 0 10 16,0 17-11-16,23-17 2 0,-5 14 66 16,-18 1-69-16,20-15-10 0,-7 15-10 0,0-8-6 15,0-1-6-15,16 3 20 0,-15-6-30 16,1-1-1-16,-2 0-3 0,0-2 6 15,0 0-3-15,9 0 17 0,-13 0-23 16,3 0 2-16,-2-17-6 0,-1 17-5 16,6-16-3-16,-6-2 0 0,-1 6 3 15,-1 0-4-15,1-3 3 0,2 2-8 16,8-15-42-16,-9 17-13 0,0-4-41 16,-2 3-50-16,0-3-64 0,-1 7-50 0,3-8-442 15,-4 9 173-15,2 5-149 16,3 0-69-16,-1 2-331 0</inkml:trace>
  <inkml:trace contextRef="#ctx0" brushRef="#br0" timeOffset="21596.66">8460 9068 4983 0,'0'0'34'15,"0"0"114"-15,0 0 108 0,0 0 52 0,0-30 173 16,23 5-360-16,-23 25-36 16,27-26-3-16,-9 13 15 0,23-8 97 0,-19 21-115 15,-2-12-19-15,0 12-19 0,-3 0-6 16,-2 0-8-16,7 0 45 0,-15 0-32 16,0 21-1-16,-1-21-3 0,-3 27 6 15,-1-10-8-15,0 45 32 16,-2-16-46-16,-25-22-13 0,25-2-4 15,-19 0 0-15,19-4-2 0,-41 47 29 32,41-65-17-32,0 0 2 0,0 0-2 15,0 0-3-15,0-19-12 0,0 19-2 16,21-20-4-16,-21 7 3 0,18-1-1 16,7-20-2-16,-11 14 2 0,-4 1 3 15,2 0 0-15,-1-1 1 0,-1 3 3 16,7-12 5-16,-4 5 1 15,-11 20-21-15,-2 4 2 0,0 0 0 16,0 0 6-16,0 18 12 0,0-18 0 16,0 18-4-16,0 22-2 15,0-26 0-15,0 0-4 0,0 1 4 16,0 0-2-16,17 10-26 0,-17-13-15 16,22-1-14-16,-5 0-27 0,4-1-38 15,28 0-182-15,-20-6 105 0,3-2-38 16,5-2-120-16,2 0-238 0,2 0-148 15,43-26-1553-15</inkml:trace>
  <inkml:trace contextRef="#ctx0" brushRef="#br0" timeOffset="22079.97">9233 8614 5876 0,'-4'-5'77'0,"2"-1"70"0,1 0 91 0,-2 2 50 0,0-4 120 0,3 5-311 0,-1 2-58 15,1 1-8-15,0 0 45 0,0 19 183 16,0-19-213-16,26 24-11 0,-6 12 18 16,-20-14-35-16,22 3-4 0,-22 6-1 15,16 1-1-15,-1 37 0 0,-15-34-11 16,12-1-1-16,-5 2 2 0,0-4 0 15,1-1-3-15,4 24 0 0,-7-32-2 16,0-3 4-16,0-4-1 0,-2-5 1 16,1 6 2-16,-3-13-2 0,-1-2 0 15,1-2-1-15,-1 0-3 0,0 0-4 0,0-27-13 16,-24 27 12-16,24-24 0 0,-16 7 2 16,16 0 4-16,-25-18-5 0,1 18 5 15,9 2-2-15,3 4 1 0,1 1 2 16,-5 4-1-16,-10 6 2 0,12 0 0 15,-1 0 1-15,0 28-1 0,0-28 0 16,-12 54 2-16,16-33-4 0,3 1 4 16,2-2-10-16,3 0-12 0,3-1-26 15,0 13-153-15,0-18 50 0,24-4-29 16,-24-1-15-16,29-3-33 0,17-2-270 16,-21-4 173-16,3 0-150 0,5-19-137 15,0 19-136-15,3-29-267 0</inkml:trace>
  <inkml:trace contextRef="#ctx0" brushRef="#br0" timeOffset="22546.84">9626 8861 3893 0,'0'0'300'0,"0"0"156"0,0 0 61 0,-11 0-80 0,11 0-150 15,0 0-43-15,0 0-175 0,0 0 14 16,0 0 11-16,19 0 4 0,-19 0-17 15,25 0 48-15,3 0-67 0,-12 0 8 16,0 0-3-16,0 0 4 0,11 15 63 16,-17 3-72-16,1-5-1 0,-4 2-7 0,-2 4-4 15,-2 1-5-15,-3 26 20 0,0-21-44 16,0 0-7-16,-29 0-4 0,29 0-3 16,-26 0-3-16,2 15 6 0,24-23-5 15,-21-3-4-15,21-4 6 0,-11-3 2 16,11-2 38-16,0-5-18 0,0 0-6 15,0 0-10-15,0 0-9 0,0-19-16 16,0 0-43-16,0 19 4 0,22-27-11 16,-22 10-13-16,22-2-20 0,-8-4 5 15,17-22-52-15,-13 20 106 0,1 1 17 16,-3 1 11-16,0 1 7 0,19-24 50 16,-28 34 5-16,1 1 93 0,-8 9-79 15,0 1-21-15,0 1-21 0,0 0-10 16,0 0-6-16,-26 17 0 0,26 5-4 15,-22-7-6-15,22 1 0 0,-23 2 3 16,4 17 0-16,19-17-2 0,0-2-10 16,0-1-11-16,0-1-18 0,24 1-25 15,21 7-121-15,-16-11 53 0,5-3-46 16,5-2-73-16,2-1-242 0,42 1-1368 16,-48-6 428-16</inkml:trace>
  <inkml:trace contextRef="#ctx0" brushRef="#br0" timeOffset="23079.8">10629 8807 5375 0,'-5'7'5'0,"-3"3"155"0,5-8 44 0,3-2 54 0,0 0-13 0,0 0-49 16,0 0-80-16,0 0-37 0,0 0-71 15,0 0-2-15,0 0 0 0,18 0-1 0,18-17-37 16,-12 17-38-16,6 0-58 0,4-16-75 16,1 16-114-16,4-14-133 15,29 3-880-15,-39 11 516 0,-4-7-83 0,-4 7 148 16</inkml:trace>
  <inkml:trace contextRef="#ctx0" brushRef="#br0" timeOffset="23213.11">10689 8997 4961 0,'-30'28'71'15,"-13"18"356"-15,16-20 84 16,19-17-343-16,3-1 65 0,5-8-169 16,23 0-34-16,-1 0-49 0,7-19-78 15,56-8-607-15,-35 10-9 0,10-2-363 0,0-2-148 16</inkml:trace>
  <inkml:trace contextRef="#ctx0" brushRef="#br0" timeOffset="44276.37">24338 1058 3035 0,'0'0'-16'0,"0"0"45"0,-17 0 80 0,17 12 214 0,0-12-34 15,0 10-10-15,-13-10-79 0,13 16-13 16,0-5 2-16,0 3-26 0,0 5 36 16,0 4 5-16,0 2-87 0,0 32 32 15,35 74-32 1,-19-97-112-16,-16 2 2 0,18 0 5 15,-18 1 2-15,17 1-16 0,-17 0-3 16,12 1-5-16,-6-2-8 0,-2 30-83 16,-4 14-1096-16,0-62 292 15,0-2-101-15</inkml:trace>
  <inkml:trace contextRef="#ctx0" brushRef="#br0" timeOffset="44543.5">23691 2335 5573 0,'-34'18'-2'0,"-20"8"110"16,33-24 57-16,-6-1 184 16,18-1-189-16,9 0-138 0,0 0-12 0,21 0 7 15,34-27 9 1,40-5-21-16,-31 10-5 0,11-2 0 0,7-1 9 15,6 0-4-15,8 0-4 0,-1 2 2 16,1 1-4-16,4 3 3 0,-3 1 0 16,-4 3-26-16,73-13-258 15,-39 10-524-15,-80 10 14 0,-13 3-228 16,-10 0-169-16</inkml:trace>
  <inkml:trace contextRef="#ctx0" brushRef="#br0" timeOffset="44843.65">24359 2448 4949 0,'0'4'77'16,"23"-4"76"-16,-23 0 84 0,21 0 55 15,-21 0-50-15,27 0-46 0,2-19 4 16,-14 19-147-16,-5 0-29 0,-10 0-5 15,18 0 10-15,-18 0-7 0,9 0 17 16,-9 27-8-16,0-27-4 0,0 27-2 16,-19 6-3-16,-1 7-12 0,20-23-8 15,-18 0 5-15,7 15 5 16,11-25 3-16,0-7-3 0,24 3 7 16,0-3-9-16,9 0-18 0,13-26-14 15,76-13-181-15,38-16-338 16,-70 24-11-16,5-2-370 0,1-5-204 15</inkml:trace>
  <inkml:trace contextRef="#ctx0" brushRef="#br0" timeOffset="45142.97">25623 1686 5096 0,'-51'0'399'0,"35"0"-205"0,2 0-81 16,5 0-47-16,3 0 8 0,6 0 37 15,0 0 13-15,0 0-5 0,36 0-12 16,-12 0-45-16,44 16-22 0,18-1-31 16,-38-15-1-16,-3 15-6 15,2-15-1-15,39 25 7 16,-7-6-4-16,-46-9-12 0,-3-1-16 0,-3 0-47 15,-6-2-70-15,-2 1-101 0,-4-2-160 16,-5-1-234-16,-2-2-329 0,-1-1-214 16</inkml:trace>
  <inkml:trace contextRef="#ctx0" brushRef="#br0" timeOffset="45376">26079 1589 4846 0,'-24'-6'333'16,"5"0"248"-16,11 4-360 0,1 0-64 16,5 0-72-16,-2 2-37 0,1 0-36 15,3-1-15-15,-2 1 0 0,-1 0-1 16,-2 0 16-16,-5 22 26 16,1 3-13-16,-3-6-11 0,-3 3-7 15,-5 3-2-15,-21 37 3 16,-8 2-14-16,27-31-22 0,-1 1-81 15,2-1-91-15,-10 28-724 16,8-10-807-16,15-27 718 0,5-6-177 0</inkml:trace>
  <inkml:trace contextRef="#ctx0" brushRef="#br0" timeOffset="45693.04">26272 1589 4280 0,'25'-22'146'0,"-4"1"118"0,0 1 78 16,2 5 11-16,-4-2-83 0,-2 3-83 15,17-4 19-15,-3 4-106 16,-19 12-55-16,1 2-5 0,-4 0 0 0,2 0 6 16,5 19 33-16,-10-19-44 15,0 25 2-15,-2-8 15 0,-4 2 9 0,0 4-2 16,0 1-4-16,0 5-15 0,0-3-2 15,0 2-6-15,-18-3-2 0,18 20 22 16,0-15-1-16,0-20-31 16,0-2 2-16,31-3-1 0,-11-5-14 15,5 0 1-15,7 0-11 0,10 0-42 16,8-28-52-16,71-4-350 16,14-7-390-16,-66 20 13 0,-4 2-223 15,-4-4-184-15</inkml:trace>
  <inkml:trace contextRef="#ctx0" brushRef="#br0" timeOffset="49209.15">11641 8937 4230 0,'-8'2'-10'0,"-1"0"10"0,-1-2 0 0,4 2 145 0,-8-2 319 0,9 0-237 0,1 0-117 0,4 0-72 16,0 0-13-16,0 0-20 0,0 0 0 15,21 0 1-15,-21 0 8 0,24-18 3 16,-24 18-6-16,45-15-3 0,-28 15-11 16,-2 0-2-16,3-11 11 0,-5 11-3 15,2 0 5-15,10-11 1 0,-15 6-11 16,-1 5 0-16,2-5-8 0,-2 3-4 16,0 0-38-16,2-3-305 0,-4 3 6 15,-4 0-79-15,0 0 21 0,0-1-7 0,5-4-487 16,-3 3 296-16</inkml:trace>
  <inkml:trace contextRef="#ctx0" brushRef="#br0" timeOffset="49742.67">12535 8254 4098 0,'17'-8'-20'0,"-17"-3"86"0,0 1 180 15,0 1 164-15,0 0 36 0,0-5 199 16,0 9-481-16,0 2-62 0,0 0-34 16,0 2-19-16,-16 1 2 0,16 0-40 15,0 0-4-15,0 0-5 0,-7 0 3 0,7 16 6 16,-14 2 53-16,6-18-20 0,1 26 2 16,-2-10-12-16,-1 1 5 15,-5 15 18-15,9-16-35 0,-2 0-7 0,4 0 0 16,2-2 3-16,0 1-1 0,2 16 19 15,0-14-20-15,0-1 0 0,0 1-5 16,0 1-2-16,22 1 2 0,-2 21 6 16,-20-19-10-16,25 2-5 0,-9 2-3 15,-1 1 4-15,14 23 5 0,-14-22-1 16,-2 3-4-16,1 0 2 0,-4-1-2 16,-3 2-1-16,-5 37 3 0,-2-33-6 15,0 1-2-15,-27-1-27 0,6-1-48 0,-2 0-50 16,-31 27-303-16,27-34 106 15,-1-5-141-15,4-5-164 0,0-2-154 0,-8-7-1215 16</inkml:trace>
  <inkml:trace contextRef="#ctx0" brushRef="#br0" timeOffset="50175.41">12935 8433 4525 0,'0'-2'14'0,"0"-1"100"0,-24 1 136 0,24 1 48 0,-18 1-2 15,-2 0 37-15,20 0-262 0,-14 20-11 16,14-20 30-16,-16 19 5 0,16-19-12 16,-13 23 5-16,2-2-67 0,11-21-1 15,-3 18 3-15,3-18 5 0,0 17 21 16,0-9-27-16,0-2 3 0,19-2 1 15,0 4 61-15,6-7-63 16,-13 0-3-16,5 2 2 0,13-3 18 16,-12 0-29-16,-3 0-4 0,1 0-2 15,2 0-3-15,13 0 3 0,-19 0-6 0,1 0 0 16,-2 0 2-16,-1 0 8 0,-1 0 2 16,3 17 26-16,-10-1-21 0,0-16 0 15,-2 21-5-15,0-6 0 0,0 0-5 16,-25 18 0-16,-2-17-9 0,27 3 0 15,-30-2-3-15,14-3-28 0,-10 11-152 16,26-17 17-16,-16-1-57 16,9 3-857-16,7-10 532 0,0 0-895 15,23-26 1229-15,-23 26-174 16,24-23-157-16,-24 9-117 0</inkml:trace>
  <inkml:trace contextRef="#ctx0" brushRef="#br0" timeOffset="50393.19">13385 8457 4787 0,'2'0'180'0,"-2"0"68"16,0 0 328-16,0 0-318 15,0 18 206-15,0-18-356 0,0 16-4 16,0-16 9-16,0 15-2 0,0 3 27 16,0-9-101-16,0 2-13 0,0 1-7 15,0 1-4-15,0 0-4 0,24 18 0 16,-24-16-7-16,16 1-3 0,-16 0 2 0,21 0-4 15,-6 9-91-15,-15-14-43 16,12-1-80-16,-5-3-88 0,-1 0-141 0,-6-5-209 16,4-1-1280-16,-4-1 719 15</inkml:trace>
  <inkml:trace contextRef="#ctx0" brushRef="#br0" timeOffset="50575.57">13477 8218 5201 0,'-33'-11'86'16,"12"1"102"-16,1 2 67 0,-16-6 245 16,17 7-359-16,6 2-62 0,5 2-49 0,8 0-15 15,-12-3-25-15,9 4-22 0,3 2-46 16,0 0-64-16,0 0-111 0,0 0-174 16,21 0-947-16,-21 0 324 0,21 0 40 15</inkml:trace>
  <inkml:trace contextRef="#ctx0" brushRef="#br0" timeOffset="51492.02">13773 8470 5287 0,'0'0'32'16,"-17"0"303"-16,7 0-90 0,6 0-6 16,4 0-69-16,-5 0-38 0,5 0-45 15,0 0 43-15,0-13-63 0,0 13 5 16,19 0-10-16,-19-11-7 0,17 1 26 0,10 10-56 16,-13-8-2-16,-1 8-4 15,0 0 7-15,1 0 8 0,7 0 30 0,-12 0-42 16,-1 23-5-16,-1-23 0 0,0 28 0 15,-2-13-1-15,3 19 4 0,-5-15-12 16,-1-3-3-16,-2 2 1 0,0 0-2 16,0 8-5-16,0-15-1 0,0-3 5 15,0-1-1-15,0-2 4 0,0-4 7 16,0 0 29-16,0-1-12 0,0 0-10 16,0 0-6-16,0-20-9 0,0 20-9 15,0-38 8-15,23 22-6 0,-23-5 4 0,22 1-6 16,-9 1 1-16,14-18-1 0,-16 24 2 15,-1 0 1-15,-2 3-3 16,-3 5-2-16,-5 2-4 0,9 1-5 0,-7 2 13 16,0 0 3-16,0 0-2 15,14 16 2-15,-11-16 1 0,3 18-3 16,11-5-1-16,-8-13-3 0,2 0-2 16,1 13-5-16,0-13-6 0,1 0-1 15,20 0-7-15,-18 0 21 0,-2 0 2 16,4 0 5-16,-4-19-4 0,1 19 3 15,13-21 1-15,-18-4 3 0,1 13-1 16,-1-1 6-16,-5 2 6 0,6-11 42 0,-12 15-24 16,2 1 4-16,-2 0-9 15,0 6-9-15,0-6-10 0,0 4-17 16,0 1 1-16,0 1-2 0,0 0 4 0,0 0 1 16,0 0-1-16,0 0 4 0,0 16-5 15,0-16-6-15,20 0-2 0,-20 15-2 16,21-15 0-16,3 12-11 0,-10-12 17 15,3 0 0-15,-3 0 4 0,4 0 2 16,12 0-2-16,-17 0 5 0,1 0-1 16,-3 0 4-16,-1-15 2 0,0 15-4 15,1-14 10-15,-7-1 7 0,0 15 14 0,-2-17 8 16,0 17 5-16,-2-13-3 16,2 4 13-16,-2 9-45 0,0-4-9 0,0 4-3 15,0 0-1-15,0 0-3 0,0 0 5 16,0 0-1-16,0 0 4 0,0 23-1 15,0-23 1-15,22 40-4 0,-22-21 3 16,16 3 3-16,-16-1 5 0,17 4-3 16,-17 0 0-16,17 29-3 0,-5-26-5 15,-12 3 0-15,7-1 5 0,-7-1-1 16,0 28 3-16,0-28-6 0,0-1 1 16,-24-2-4-16,24-1-5 0,-30-2-7 15,-11 17-88-15,17-22 1 0,-3-5-55 0,-1-7-45 16,0 0-67-16,1-6-63 0,-17 0-789 15,25-21 337-15,3 21-328 0,10-39 41 16</inkml:trace>
  <inkml:trace contextRef="#ctx0" brushRef="#br0" timeOffset="51941.63">14950 8035 5482 0,'-24'-4'94'0,"24"-1"68"0,0 3 39 0,-20 2 17 0,20-2-64 0,-10 2 128 15,10 0-154-15,0 20 18 0,0-20-18 16,0 29 4-16,0 16 84 0,0-19-143 16,18 3-16-16,-18 1-15 0,0 1-9 15,21 1-9-15,-9 26-9 0,-12-29-9 16,14-1-7-16,-14-3 4 0,9-1 0 15,-9-3-4-15,7 12 0 0,0-21-2 16,-5 0 6-16,-2-6 1 0,1 0 1 16,-1 0 8-16,0-6-13 0,0 0 3 15,0 0-2-15,0 0-1 0,0-21 0 0,-24 4-13 16,7 17 9-16,17-23 2 16,-22 23 4-16,10-20 3 0,-11 5-12 0,0 15-1 15,9-6 5-15,-14 6-5 16,13 0 5-16,-1 21 6 0,2-21-2 15,0 16-6-15,-5 0-4 0,13-16 1 16,3 17 1-16,0-17-9 0,3 12-1 16,0-12-10-16,25 13-67 0,-25-5 8 15,30-8-41-15,-8 0-46 0,1 0-55 16,6 0-45-16,38 0-437 0,-31-22 176 16,7 22-119-16,2-24-38 0,-1 11-224 0,42-22-687 15</inkml:trace>
  <inkml:trace contextRef="#ctx0" brushRef="#br0" timeOffset="52408.96">15488 8237 4840 0,'2'-8'230'16,"-2"7"1"-16,0 1 43 0,0-2-40 15,0 2-38-15,0 0 2 0,-17 0-154 16,17 0-5-16,0 0 7 0,0 0 10 16,0 0 5-16,0 16 28 0,0-16-58 15,0 0-13-15,26 11-8 0,-26-11-2 16,27 0-4-16,5 7 5 0,-15-7-7 0,2 0 1 15,-1 0 0-15,-1 0 8 0,19 0 61 16,-21-20-7-16,1 20 18 0,-3 0 10 16,-3 0 15-16,9-15 145 15,-17 15-203-15,0 0-13 0,-2 0 15 16,0 0-23-16,0 0 8 0,0 0 3 16,0 0 5-16,0 19 8 0,0 1-37 15,18-6-6-15,-18 1-1 0,0 4-1 16,19 1 2-16,-5 30 9 0,-14-22-11 15,10 3-2-15,-10 2-4 0,0 3 0 0,0 1 0 16,0 35 3-16,0-34-3 16,0-2-1-16,0-3-1 0,-25-1 0 0,-2 23-2 15,11-34 2-15,-1 1 0 0,0-4 3 16,-3-9 0-16,-15 1 0 16,21-10 0-16,0 0-2 0,3-19 0 0,1-1 1 15,5-2-4-15,5-44-15 0,0 24-11 16,0-8-32-16,31-5-46 0,-8-1-71 15,4-1-74-15,45-54-372 0,-27 63 329 16,6 5 64-16,5 9 53 0,7 7-56 16,72-7-518-16,-70 26 174 0,2 3-17 0,-5 2-181 15,-9 3-42-15</inkml:trace>
  <inkml:trace contextRef="#ctx0" brushRef="#br0" timeOffset="53191.23">3502 12116 3790 0,'-20'0'22'0,"0"0"147"0,4 12 268 0,2-12 85 0,1 0-44 15,-2 0 10-15,12 0-436 0,3 0-40 16,0 0 4-16,28 0 8 0,-8-21 5 16,37 1 14-16,-22 6-35 0,5-1-2 15,2-2-9-15,84-34-10 16,-88 35-56-16,-1 0-89 0,28-9-606 16,-38 14 158-16,-5 5-42 0,-5 2 80 15,-4 0-192-15,-7 4 130 0</inkml:trace>
  <inkml:trace contextRef="#ctx0" brushRef="#br0" timeOffset="53358.33">3529 12299 3569 0,'-21'22'0'15,"4"-4"8"-15,6-3 106 0,4-3 149 16,5-1 594-16,2-4-289 16,47-7-438-16,-22 0-114 0,7 0-13 15,5-26-2-15,7 26-10 0,53-47-188 16,-48 27-68-16,4 0-175 0,0-2-64 15,-2 0-80-15,-5 2-122 0,35-21-701 16</inkml:trace>
  <inkml:trace contextRef="#ctx0" brushRef="#br0" timeOffset="53608.18">3824 11906 4803 0,'-14'-1'81'16,"2"-1"127"-16,5 0 93 0,3 1 19 15,2-6 151-15,2 4-429 16,33-4 37-16,-15 2-21 0,3 1 4 16,4 1-1-16,4 3 0 0,33 0 41 15,-32 0-53-15,1 23 2 0,-4-23-4 0,-2 34-1 16,-4-12-10-16,9 29 0 0,-20-19-27 16,-10 1-3-16,0 4 0 0,0 3-9 15,-29 4-29-15,-48 92-370 16,13-43-208-16,32-49 96 0,1 0-168 15,3-4-18-15,2-3-203 0,5-4 76 16</inkml:trace>
  <inkml:trace contextRef="#ctx0" brushRef="#br0" timeOffset="54158.3">5307 11530 5612 0,'0'-4'98'0,"0"2"102"0,0 0 58 16,-19-1 21-16,19-2 56 0,0 5-218 15,0 0-92-15,0 0 4 0,0 0-9 16,0 0-9-16,0 0 12 0,0 0-14 16,0 16 12-16,0-16 10 0,0 18-12 15,17 16 18-15,0 9-22 16,-17-18-6-16,14 3-4 0,-14 0-3 15,12 0 3-15,-12 2-6 0,11-4 2 16,-11 0 2-16,12-1-32 0,-5-2-35 16,-1-2-63-16,1-2-88 0,6 11-470 0,-4-17 134 15,-3-2-293-15,0-1-204 16,-1-2-308-16</inkml:trace>
  <inkml:trace contextRef="#ctx0" brushRef="#br0" timeOffset="54424.4">4952 12321 5689 0,'-18'13'124'0,"11"-8"31"0,7-5 27 0,-2 0-10 15,2 0 76 1,51-18-111-16,-23 18-84 0,10-22-8 0,7 7-14 15,9-1-3-15,4-1-20 0,1 0-1 16,3 1-1-16,4 1-10 0,-1 1 4 16,-2-1-11-16,55-7-137 15,-24 9-276-15,-57 8 71 0,-9 2-134 16,-6 1-259-16,-10 2-310 0,-6 0-162 16</inkml:trace>
  <inkml:trace contextRef="#ctx0" brushRef="#br0" timeOffset="54757.99">5451 12393 5940 0,'-1'8'11'16,"0"-1"39"-16,0-4 62 0,-1 0 42 15,0-3 2-15,2 0-26 0,0 0 36 16,29 0-28-16,3-17-85 15,-14 17-12-15,4 0-15 0,-3 0-4 16,-1 0 6-16,-3 0 5 0,-3 0 5 16,-12 27 6-16,16 5 28 0,-16 10-28 15,0-15-32-15,-22 0 1 16,22-1 1-16,-24 3-7 0,24-5-2 0,-21-3-7 16,21-5 2-16,0-2 0 0,0-5 9 15,0-4 2-15,36-5-11 16,-10-25-11-16,9 25-5 0,9-37-12 15,67-14-129-15,22-7-294 16,-63 29 57-16,3-1-282 0,-3 3-303 16,-5-4-308-16</inkml:trace>
  <inkml:trace contextRef="#ctx0" brushRef="#br0" timeOffset="57174.22">6809 11422 4613 0,'7'-4'-9'0,"-2"1"95"0,-1 0 474 0,-4 2-7 0,0 1-425 16,0 0-68-16,-18 0-9 0,18 0 8 16,0 0-4-16,-14 0-4 0,14 0-14 15,0 0-18-15,-16 0-12 0,4 22 18 16,-7 3 30-16,7-9-29 15,1 3-7-15,-4 0-1 0,-11 22 13 16,5 3 1-16,14-23-13 16,3 0 1-16,1 1 15 0,2 25 36 15,1 3-14-15,0-26-38 0,0 2 3 16,25-2-6-16,-25 1 11 0,24-1-2 16,-9 0 1-16,3 1 0 0,4 3-3 15,2-1-8-15,26 32 4 16,-3-1 2-16,-24-29-7 0,-2 1-8 15,-4-1-3-15,-2-1 5 0,-3 1-5 16,2 30 12-16,-13 0-13 16,-1-28-1-16,0 0-2 0,-37 0-26 15,-14 36-226-15,-17-3-353 16,31-38 140-16,2-2-250 0,3-10-268 16,6-5-252-16</inkml:trace>
  <inkml:trace contextRef="#ctx0" brushRef="#br0" timeOffset="57690.51">7510 11585 4931 0,'0'-5'152'0,"0"0"135"0,0-1 41 0,0-1 177 0,-18 4-377 15,18 3-104-15,0 0 3 0,0 0 12 0,-18 0 1 16,18 17 6-16,-16-17 9 0,6 27-4 16,-19 16 81-16,1 12 0 15,3 13-36-15,16-34-60 16,2 2-5-16,1 1-8 0,4 40-13 15,2-4-6-15,0-37 0 16,25-1-3-16,-25-4 2 0,34-1-3 16,-11-5-3-16,6-2-18 0,3-2-39 15,0-4-44-15,2-3-55 0,2-3-48 16,40 0-392-16,-9-11-643 16,-37 0 248-16,1-20-285 0</inkml:trace>
  <inkml:trace contextRef="#ctx0" brushRef="#br0" timeOffset="58040.96">7770 11718 5085 0,'-14'-15'552'16,"8"10"-222"-16,-2-1-90 0,3 1-83 0,0 1-38 15,3 2-36-15,-2-1 56 0,3 1-89 16,1 2-17-16,0 0-18 0,0 0-1 16,0 0-6-16,0 0 3 0,0 0 29 15,0 0 14-15,0 0 1 0,0 18 15 16,0 0 19-16,22 13-27 16,-9-12-39-16,-13 5-2 0,11 1-3 15,-11 1-9-15,11 3-6 0,-11 1-1 16,11 0 1-16,-11-1 0 0,12 22 1 15,-3-6-13-15,-5-28 6 16,0-1-13-16,-2-2-25 0,1-3-44 16,-1-4-69-16,1-1-74 0,-3-3-73 0,2-1-99 15,3-2-254-15,2 0-1554 16</inkml:trace>
  <inkml:trace contextRef="#ctx0" brushRef="#br0" timeOffset="58257.43">7970 11826 5242 0,'0'-1'346'0,"-19"-2"225"15,19 2-378-15,0-2-69 0,0 3-70 16,0-3 20-16,23-5 14 0,-6 2-63 16,5 1-14-16,3-2-15 15,3-1 6-15,2-1-1 0,-1 3-5 0,1 1 9 16,-1 0-10-16,-4 0-8 0,-3 1-29 15,11-2-149-15,-13 2-193 16,-14 1 72-16,-3 1-240 0,-2-4-289 16,-1 3-265-16,0-2-268 0</inkml:trace>
  <inkml:trace contextRef="#ctx0" brushRef="#br0" timeOffset="58540.51">8077 11651 5102 0,'-6'0'163'0,"0"0"144"16,-1 0 65-16,1 0-8 0,1 0-126 15,1 0-103-15,0 0-59 0,3 0-31 16,-1 0-6-16,2 0 34 0,0 0 35 16,0 0-59-16,0 0 1 15,22 0-21-15,-22 22-3 0,21-2 27 16,-21-20-34-16,15 25-6 0,-15-10-5 15,12 3-6-15,-12 2 2 0,8 2 3 16,-8 0-3-16,10 46-17 0,-10-48-17 16,0 0-34-16,0-2-64 0,0-1-67 15,0-1-96-15,0-1-120 0,0 7-1078 16,0-11-1038-16</inkml:trace>
  <inkml:trace contextRef="#ctx0" brushRef="#br0" timeOffset="58990.51">8743 11599 4416 0,'0'-6'474'0,"0"0"250"0,0 4-480 0,0-1-53 0,0 1-64 16,-20-2-20-16,20 3 64 15,-17-1-21-15,17 2-91 0,0 0-8 16,-13 0-3-16,13 0-8 0,0 0 1 15,0 0-3-15,0 0-18 0,0 0 7 16,-6 0 20-16,-1 20 18 16,3-20-36-16,-4 21-13 0,3-9-5 15,-3 6-6-15,2 0-3 0,1 2 3 16,1-1-2-16,0 2 2 0,3-2 6 16,1 18-2-16,0-4-11 15,0-19 8-15,26-2 2 0,-26-2-3 0,19 0-26 16,-19-5-63-16,25-1-82 15,-11-2-113-15,3-2-157 0,3 0-332 0,30-28-1664 16</inkml:trace>
  <inkml:trace contextRef="#ctx0" brushRef="#br0" timeOffset="59440.51">9085 11534 5233 0,'-6'0'100'0,"0"0"100"0,-3 0 57 0,-5 19 231 0,-2-4-256 0,9 7-157 0,2-6-7 16,1 2 5-16,1 17 49 16,3-4-46-16,0-15-43 0,20-4-6 15,-20-2 0-15,24 5 2 16,25-11-20-16,-30-2-2 0,1-2-5 16,1 0 3-16,0 0-1 0,2-17-1 15,-2 17-1-15,-2-20-2 0,0 20 4 16,-6-25-5-16,1 10 3 0,-4-1 2 15,-1-18-1-15,-8 16-1 0,-1-1-1 16,0 1-6-16,0 1 3 0,-19 1-7 16,19 1 2-16,-28 5 6 0,9 1-4 15,-3 5 5-15,-2 2-3 0,-26 2-93 16,6 22-218-16,27-22 56 16,4 20-79-16,4-20-122 0,2 22-289 15,7-22-272-15,0 22-202 0</inkml:trace>
  <inkml:trace contextRef="#ctx0" brushRef="#br0" timeOffset="59857.17">9587 11464 5038 0,'0'-2'180'16,"0"-1"107"-16,-14 2 51 0,14 1-10 16,0 0-13-16,-13 0-258 0,13 0-19 15,-9 0 7-15,2 0 7 0,1 0 3 16,1 17-17-16,-2-17-16 0,1 0-9 16,1 16 1-16,2-16 12 0,1 15 37 15,2-15-5-15,0 8-18 16,0-8-5-16,21 8 29 15,-1-1-37-15,-20-3-18 0,25 0-3 16,-11 0-3-16,6-1 3 0,19 4-6 16,1 1-3-16,-22-2 5 0,-1-2-3 15,-2 2-2-15,-2 1 7 16,-3 0 0-16,-3 1 5 0,-5 1-2 0,1 3-5 16,-3 1-4-16,0 14 8 15,-30 4-24-15,30-19-47 0,-31 5-63 16,14-1-77-16,-21 11-525 15,3-7-892-15,20-17 407 0,2 0-235 16</inkml:trace>
  <inkml:trace contextRef="#ctx0" brushRef="#br0" timeOffset="71622.06">9969 11326 3530 0,'0'-6'8'0,"0"1"-8"0,12-7 276 0,-12 6 22 0,0 0 66 16,6-1-45-16,-3-1-42 0,2 1-104 15,8-5 71-15,-6 6-129 0,2-1 8 16,1 2-27-16,-1-1-10 0,11-2 8 16,-1 3-32-16,6 3-11 15,-13 2-25-15,-1 0 0 0,-2 0-2 16,2 0 1-16,-1 17 12 0,10 10 58 0,-13-8-50 16,0 5-10-16,-1 4-9 0,-1 5-6 15,-2 40 21-15,-3-38-19 0,0 5 6 16,0-6 4-16,-25 1 2 0,25-4-4 15,-21 19 8-15,21-32-30 0,0-3 5 16,0-5 7-16,0-3 18 0,0-4 14 16,0-3 51-16,29 0-73 0,-4-21-17 15,5 21-10-15,7-28-1 0,6 13-4 16,51-17-10-16,-46 17-21 0,-4 2-38 16,-4 2-46-16,-7 11-45 0,12-13-150 15,-33 13 221-15,-4 0 33 0,-8 0-6 0,0 0-49 16,0 0-55-16,-34 18-322 0,2-18 167 15,13 0-95-15,3 12-56 0,16-12-73 16,-25 0-237-16</inkml:trace>
  <inkml:trace contextRef="#ctx0" brushRef="#br0" timeOffset="72189.11">10580 11368 4472 0,'-15'0'292'0,"15"0"39"0,-8 0 35 0,8 0-82 0,0 0-106 16,0 0-95-16,0-19-1 0,24 3-24 16,-24 16 13-16,24-19-1 0,-6 6-10 15,16-9 19-15,-18 12-51 0,-1 2 0 16,0 1-5-16,-3 0-8 0,-2 7-7 15,5-3 0-15,-8 3 9 0,-3 0 16 16,-4 18 8-16,3-18 10 0,-3 29-5 0,0 12 20 16,0-17-48-16,-19 2-4 15,19 3-5-15,-17-1-6 0,-1 19 5 16,18-27-8-16,-16-4 4 0,16-1-2 0,-10-5 1 16,10-4 4-16,0 1 31 15,-8-7-5-15,8 0 7 0,0 0-6 0,0 0-9 16,0 0-17-16,0-24-8 0,23 24-3 15,-23-27 1-15,24 9-10 0,-9-1-8 16,22-27-19-16,-19 25 28 0,2-3 10 16,-2 1-2-16,1 2 3 0,-4 1 1 15,12-17 4-15,-15 21-2 0,-5 2-2 16,-1 3 5-16,-2 3 4 0,-3 1 6 0,-1 1 31 16,0 6-30-16,0 0-7 0,0 0-8 15,0 0-2-15,-21 21 3 0,21-21 1 16,-18 20-1-16,18-5-1 0,-22 1-1 15,22 2-1-15,-21 21 3 0,7-20-2 16,14 1-1-16,-7-2 0 0,7 0 0 16,0-1-3-16,21 11-67 0,-21-17-22 15,31 0-49-15,-10-4-38 0,6-3-59 16,40-3-524-16,-28-1 121 0,5 0-93 16,3-25-254-16,1 25-64 0</inkml:trace>
  <inkml:trace contextRef="#ctx0" brushRef="#br0" timeOffset="72555.63">11100 10990 4853 0,'0'-14'281'0,"0"8"31"0,0 1 53 0,0-2-53 0,0 5-88 0,0-3-94 0,0 4-41 16,0 1-76-16,0-3 8 0,23 3 8 16,-23 0 7-16,47 0 33 0,-25 0-37 15,5 23-3-15,0-23 0 0,2 35 0 16,0-12-3-16,29 34 12 0,-32-22-33 15,0 4-4-15,-5 2-4 0,-1 3-6 16,-6 2-6-16,3 46-66 0,-17-43-7 16,0-1-39-16,0 1-53 0,-43-1-68 15,-18 44-494-15,21-45 205 0,-4-2-33 0,-5-2 6 16,0-3 46-16,1-5-118 0</inkml:trace>
  <inkml:trace contextRef="#ctx0" brushRef="#br0" timeOffset="73888.23">11990 10832 4328 0,'0'13'24'0,"7"-13"101"0,-5 0 519 0,-2 0-259 15,0 8-72-15,0-8-124 0,0 0-77 16,0 0-69-16,0 9-3 0,0-7 1 16,0 2 10-16,0 2 2 0,0-1-9 15,0 5-5-15,0 13 26 0,22-7-38 16,-22 5-5-16,18 2-4 0,-18 4 0 15,19 33 8-15,-4-26-16 0,-15-1-3 16,8 3 0-16,-8-3-2 0,0-2-2 0,5 24 0 16,-5-33 1-16,0-3-3 15,0-4-1-15,0-3-1 0,5-3 2 0,-5 1 9 16,0-8 1-16,0-1 1 0,0-1-1 16,0 0-4-16,0 0-9 0,0-18 1 15,-20 18-1-15,20-20 2 0,-25 20-2 16,12-25-1-16,-21 1-6 0,16 12 4 15,-1 12 1-15,2-16-1 0,-1 16 0 16,4 0 2-16,-13 0 3 0,14 0 1 16,1 0 3-16,1 24-4 0,-2-24 4 15,-4 50 1-15,10-33-2 0,-1 2 0 16,4-1 0-16,4-1 1 0,0-3 1 0,0 10 10 16,0-13-6-16,27-3-3 15,-27-2 0-15,27-2-3 0,-11-4-1 0,29 0-1 16,-21 0-6-16,4 0-20 0,1 0-33 15,-1-20-40-15,25 20-222 0,-29-22 90 16,-1 22-98-16,-4-15-163 0,2 15-150 16,-5-20-66-16,16-3-1050 0</inkml:trace>
  <inkml:trace contextRef="#ctx0" brushRef="#br0" timeOffset="74404.88">12298 11146 4042 0,'-16'0'62'0,"16"0"162"0,0 0 143 0,0 0 388 16,-14 0-522-16,14 0-116 0,0 0-58 15,0 0 1-15,0 0 90 0,0 0-64 16,0 0-18-16,18 0-25 0,-18 0-14 16,47 0 31-16,-35 0-40 15,1 0-3-15,7 0 28 0,-11 0-15 16,-2 18 8-16,-7-18 4 0,8 26 4 15,-8 8 38-15,0-12-52 0,0 1-7 0,0 5-7 16,-30-3-1-16,30 0 0 0,-25 24 16 16,-4-27-22-16,16-3-4 15,1-3-3-15,12-2-1 0,-16-5 3 0,7 4 36 16,9-11-1-16,0 0 20 16,0-2 81-16,0 0-131 0,0-18-13 15,20-18-8-15,-20 19 4 16,19-4-5-16,2-30-52 0,-6 23 19 15,0-3 0-15,1-3 3 0,-1 0-1 16,33-60-33-16,-35 66 68 16,16-31 4-16,-24 46 4 15,2-2 2-15,-7 10-5 0,0 3-5 0,0 2-2 16,0 0 2-16,0 0 2 16,0 18 5-16,-25 5 2 0,25-23 0 0,-16 32 2 15,16-13-2-15,-18 25 2 0,5-23-2 16,13 2-1-16,0-2-1 0,-7 2 0 15,7-1 0-15,0 17-4 0,20-23-19 16,-20-1-35-16,28-1-38 0,-9-3-49 16,4-3-60-16,31 0-543 0,-25-7 126 15,3-1-107-15,1 0 30 0,5 0-192 16</inkml:trace>
  <inkml:trace contextRef="#ctx0" brushRef="#br0" timeOffset="74721.92">13317 11019 4951 0,'-11'7'4'0,"-12"-7"218"0,15 7-10 0,1-7 8 0,1 0-67 0,0 0-60 0,6 0-60 0,0 0 43 15,0 0 7-15,0 0 8 0,0 0-15 16,25 0-13-16,7 0-21 0,-10 0-40 16,5 0-6-16,3 0-8 0,3-17-32 15,-3 17-59-15,26-20-431 0,-31 20 16 16,-6-12-131-16,-2 12-47 0,-7-10-255 15,-3 10 127-15</inkml:trace>
  <inkml:trace contextRef="#ctx0" brushRef="#br0" timeOffset="74871.39">13411 11126 4571 0,'-49'38'489'16,"29"-24"-85"-16,2-2 16 0,4-4-119 16,3 0-77-16,5-4-95 0,1 0-17 15,5-4-95-15,0 0-10 0,0 0-4 16,37 0-33-16,-14-25-40 0,40 3-204 15,-26 22 61-15,5-23-93 0,-2 10-173 16,2 2-180-16,27-10-1142 0,-40 11 927 16</inkml:trace>
  <inkml:trace contextRef="#ctx0" brushRef="#br0" timeOffset="75988.17">14497 10915 3403 0,'-43'28'182'0,"19"-28"128"0,-2 15 123 0,0-9 47 0,1 0-28 15,-15 2 78-15,21-5-390 0,2 0-27 16,5-1-18-16,3-1-8 0,5-1-36 0,1 0-5 16,3 0-36-16,0 0 10 15,24 0 4-15,-24 0 1 0,39-19-7 0,20 7-8 16,-26 12-9-16,4-16 1 16,0 16-3-16,-1-15-1 0,29-1-6 0,-38 11-5 15,-4 0-20-15,-2 0-28 0,-7 2-23 16,-2 1-18-16,-1-1-209 0,-9 3-22 15,-2 0-182-15,0 0-126 0,0 0-157 16,0 0-112-16</inkml:trace>
  <inkml:trace contextRef="#ctx0" brushRef="#br0" timeOffset="76487.81">15236 10468 3936 0,'1'-6'62'0,"-1"0"206"15,0-7 629-15,0 7-468 0,0 2-131 0,0 2-123 16,0-1-47-16,-16 3-43 0,16-2 53 16,0 2-80-16,0 0-9 0,-12 0-15 15,12 0-11-15,0 0 2 0,0 0 27 16,0 17 23-16,-7-17 6 0,0 16 3 16,2-4-29-16,-12 18 26 0,7-12-39 15,3 1-4-15,-3 1-5 0,4 1-2 16,0 1-3-16,3 26 36 0,3-23-36 15,0 0-5-15,0 2-7 0,20 1-4 0,2 27 13 16,-22-27-19-16,27 1-1 0,-27-1-3 16,24 0 0-16,-10-1 3 0,11 21 1 15,-14-23-5-15,-3-4-2 0,2 1 9 16,-5-2-6-16,-5 1 0 0,0 20 1 16,0-19-3-16,-23 2 2 0,4 1-22 15,-4 0-34-15,-34 24-204 0,26-26 48 16,-1-1-36-16,-1-6-30 0,5-3-92 15,4-5-142-15,-7-4-926 0,23-4 401 16,8 0 113-16</inkml:trace>
  <inkml:trace contextRef="#ctx0" brushRef="#br0" timeOffset="76953.95">15751 10638 5720 0,'0'-6'114'0,"-21"2"63"0,21 1 60 0,-23-1 5 16,23 1-81-16,-23 1-58 0,23 2-55 16,-21 0-34-16,21 0 5 0,-17 0 14 0,5 0 20 15,3 20-29-15,9-6-8 16,-6-14-6-16,6 13-1 0,0 0 12 15,0-1-7-15,0-5-9 16,0-7 3-16,0 11 4 0,21-1 19 16,-6-1-7-16,-15-5-9 15,22-1-8-15,-10 1 1 0,4-2 1 16,0-1 0-16,3 0-2 0,-2 0 0 16,4 1 0-16,17 4 1 15,-5-1 9-15,-22 0-12 0,2 0 7 16,-4 0-8-16,-3 2 2 0,1 10 14 15,-6 5 0-15,-1-11-13 0,0 2-5 16,0 2-1-16,-26 15-4 16,0 3 3-16,-2-18 3 0,12-3-2 15,2 1-1-15,0-2 1 0,2-3-11 16,2-1-12-16,10-1-41 0,-15-5-74 16,15-1-90-16,-7 0-107 0,7 0-866 15,0-26-1079-15</inkml:trace>
  <inkml:trace contextRef="#ctx0" brushRef="#br0" timeOffset="77221.13">16135 10725 5800 0,'3'-1'228'0,"-3"-1"-3"0,0 0 265 0,0 1-331 16,0 1-71-16,0 0-59 0,-18 0-20 15,18 0 21-15,0 0-2 16,0 17 8-16,0-17-6 0,0 17-8 16,0-4-8-16,18 1-5 0,-18 1-4 15,0 2 2-15,18 2 0 0,-18-1-9 16,13-2 6-16,-1 18-11 0,-5-5-21 16,-7-17-19-16,0-2-59 0,3-1-76 15,-3 2-489-15,0-7 54 0,0-4-346 16,0 0-192-16</inkml:trace>
  <inkml:trace contextRef="#ctx0" brushRef="#br0" timeOffset="77371.5">16196 10512 5618 0,'0'-13'149'16,"-29"2"49"-16,12 2 19 15,-9-2 18-15,13 3-198 0,0 5-68 16,13 0-46-16,0 0-71 0,0 2-109 15,0 0-182-15,21-1-1380 0,12 2 490 16</inkml:trace>
  <inkml:trace contextRef="#ctx0" brushRef="#br0" timeOffset="78356.17">16479 10718 5245 0,'-20'7'313'0,"20"-6"-39"0,-11-1 32 16,11 0 104-16,0 0-292 15,0 0 14-15,0 0-67 0,0 0 3 16,0 0-14-16,0 0-4 0,20 0-14 16,-20 0-6-16,0 0 5 0,18 0-2 15,-18 0-9-15,0 23-5 0,13-23 2 16,-13 37 11-16,0-23-22 0,0-2-9 15,0 2 3-15,0 3 2 0,0-4-6 16,0-1 0-16,0 1-2 0,0-3-4 0,0-1 9 16,0-3 0-16,-15 2 9 15,15-6 11-15,0-2-8 0,0 0 4 16,0 0-6-16,24-23-9 16,-24-1-6-16,20 8 6 0,-6-2-9 15,2 0 7-15,19-20-6 16,-3 8-2-16,-19 18 9 0,-1 4-3 15,-5 3-3-15,0 0 0 0,-5 5-4 16,-2-1 0-16,3 1 3 16,-3 0 7-16,2 0-4 0,0 0 1 15,1 21 3-15,3-21-3 0,0 18 0 16,11 3 4-16,6-4 4 16,-9-17-5-16,0 15-5 0,1-15 2 0,1 9 0 15,20-9-6-15,-1 0-6 16,-18 0 9-16,-1 0 1 0,-4 0-3 15,-2-24 4-15,-2 24-4 0,2-21 4 16,-3 8 4-16,-1-1-5 0,7-15 3 16,-3 4 11-16,0 7 9 15,-7 12-10-15,-1 3-6 16,-1 0-4-16,-1 3-2 0,1 0-13 16,1 0 11-16,-2 0 4 0,2 0 1 15,2 0-3-15,1 19 0 0,2-19 0 0,2 15-2 16,1-15 7-16,2 18-2 15,15-2-4-15,-2-4 0 0,-12-12 2 16,0 0-1-16,-1 8 2 0,-1-8-4 16,14 0 1-16,-1-22 5 15,-12 22-6-15,0-20 10 0,-2 20-3 16,-1-22 12-16,0 9 9 0,0 0 7 16,-3 1 6-16,8-30 142 15,-12 32-79 1,-2 3-29-16,0 5-57 0,0 1-13 15,0 1-7-15,0 0 2 0,0 0-3 0,0 0 1 16,0 0 2-16,0 0-1 0,0 20 5 16,0-2 2-16,0-18-3 15,0 22 1-15,0-11-2 0,0 1 4 16,0 1-3-16,0 12 0 0,14-12-2 16,-14-2 5-16,0 3-2 0,10-3 1 15,-10 1-2-15,9 1 0 0,-9-2 2 16,9 2 3-16,-9-1 8 0,8 13 9 15,-2 6-10-15,-6-16-8 16,0 2-3-16,0 2 0 0,0 0 2 16,0 1-3-16,0 2-2 0,-20-1-1 15,20 3 0-15,-24 13-1 0,-24-6-7 16,29-18-9-16,-4-5-27 0,3-4-31 16,-3-2-27-16,1-2-22 0,-19 0-149 15,7-25-134-15,22 25 129 16,2-25-72-16,3 13-74 0,5-5-229 15,1 0-259-15,1 1-215 0,0-1-203 16</inkml:trace>
  <inkml:trace contextRef="#ctx0" brushRef="#br0" timeOffset="78954.07">17803 10254 5477 0,'0'-16'71'0,"0"-11"322"0,0 3 140 0,0 12-344 0,0 5-43 0,0-1-61 0,0 4-22 15,0-1 0 1,0 3-37-16,0 2 1 0,0 0 10 0,0 25 13 16,0-25-7-16,0 35-12 15,22 51 45-15,-22-49-61 0,0 0-3 16,17 1-5-16,-17 0 1 0,0-1 3 16,13 0-1-16,-13-3-8 0,0 0 2 15,8 22-3-15,-2-17-1 16,-2-24-4-16,-3-5 4 0,0-4 1 15,0-1 5-15,-1-2 3 0,0-3 0 16,0 0-4-16,0 0-3 0,0 0-2 16,0-18-3-16,0-3-2 0,-19-8 0 15,2 13 2-15,17-1 4 0,-32-15-9 16,4 9 6-16,11 15 1 16,-3 1 5-16,-2 7-6 0,0 0-3 15,-31 0-4-15,-3 29 13 16,32 4 4-16,2-13-9 0,2-1-3 15,5 0 3-15,4 1 3 0,4-1-1 16,3-2 2-16,4 0-1 0,0-4 1 16,28 10 12-16,8-8-13 15,-14-10-12-15,2-1-9 0,3-1-5 16,29-2-67-16,-2 0-105 0,-30-1 26 16,0 0-90-16,0 0-101 0,22-17-1083 15,0 2-1096-15</inkml:trace>
  <inkml:trace contextRef="#ctx0" brushRef="#br0" timeOffset="79503.98">18090 10545 5296 0,'0'-2'152'0,"0"0"94"15,-20-7 531-15,7 9-682 0,13 0-62 0,0 0 2 16,0 0 17-16,0 0 24 0,0 0 17 15,0 21-9-15,0-21-22 0,21 17 30 16,-21 6-61-16,20-23-12 0,-20 23-6 16,25-13-2-16,-12 0-9 0,1-2 5 15,1-1-9-15,-1-7 6 0,1 8-1 16,2-8 1-16,12 0 14 16,1-17 22-16,-16 17-14 0,-2-18 9 15,-3 18-2-15,1-25 4 0,-3 13 6 16,-2-1 3-16,0 1 9 0,-3 3 10 15,1-10 59-15,-3 11-63 16,0 8-58-16,0-4-4 0,0 4 0 0,0 0-3 16,0 0 7-16,0 0 1 0,0 0 7 15,0 25 7-15,0-25 2 0,0 29 2 16,-13 13 18-16,13 10-14 16,0-23-19-16,0 1 3 0,0 2-2 15,0 0-3-15,20 34 5 0,-20-32-6 16,0 1-1-16,15 4-1 0,-15-3 1 15,0 2-2-15,0 1 3 0,0 1-1 16,0 4-1-16,0-2 1 0,-27 36 0 16,-4-6 0-16,12-42-1 15,0-4 0-15,-2-5 0 0,0-4-1 0,-1-3 1 16,1-6 1-16,-1-4-2 0,0-2 1 16,-1-2 1-16,-18-23-2 15,8-13-7-15,20 14-1 0,3-7-3 16,6-7-6-16,4-3-11 0,0-7-19 15,0-4-39-15,32-3-41 0,-14-2-38 16,6 2-66-16,1 1-108 0,31-29-1361 16,-29 48 244-16</inkml:trace>
  <inkml:trace contextRef="#ctx0" brushRef="#br0" timeOffset="84303.02">4176 14090 5341 0,'-31'3'-41'0,"17"-3"34"0,5 0 97 0,2 0 80 0,2 3 24 0,3 0 67 15,2 0-229-15,0-2-10 0,0 1 18 16,21-2 10-16,-21 0 5 0,38 0 10 15,-19 0-57-15,7-22-4 0,1 22-3 16,7-24-1-16,38-2-4 0,-36 14 0 16,6-1-17-16,-3 2-32 0,-2 1-47 15,-1 1-80-15,23-4-463 0,-32 7 203 16,-4 6-6-16,-4-2 96 0,-3 2-26 16,-6 0-254-16</inkml:trace>
  <inkml:trace contextRef="#ctx0" brushRef="#br0" timeOffset="84502.61">4313 14228 3793 0,'-31'13'11'16,"2"1"-8"-16,4-5 39 0,-11 6 172 15,22-8-68-15,4-4-36 0,3-1-33 16,5-2 1-16,2 0 175 0,0 0-137 16,31 0-19-16,-11 0-60 0,3 0-19 15,8-20-15-15,45-4 0 0,-32 10-5 16,0-3 1-16,3 0 2 0,-2 1-34 15,40-10-260-15,-51 15 44 0,0 0-25 0,-3 3 80 16,-4 3-15-16,-4-3-366 0</inkml:trace>
  <inkml:trace contextRef="#ctx0" brushRef="#br0" timeOffset="84786.46">4554 13858 4651 0,'-8'0'0'0,"0"-3"-5"16,3 1 22-16,-1-2 190 0,6 2-21 15,0-2 2-15,0 2-35 0,22 0-28 16,-22-1-15-16,56 0 150 0,-32 3-122 0,5 0-19 16,0 0-36-16,2 19-17 0,30 6 21 15,-35-8-51-15,-1 4 1 0,-1 3-8 16,-5 3-7-16,-3 3-4 0,0 40 5 15,-15-28-13-15,-1 1-3 0,0 5-7 16,-30 1-1-16,-14 55-70 0,14-57-33 16,-3 3-84-16,-3-2-147 0,-3-4-161 15,1-4-101-15,-37 26-940 0,36-39 725 16</inkml:trace>
  <inkml:trace contextRef="#ctx0" brushRef="#br0" timeOffset="86152.9">6025 13616 4530 0,'-19'-2'-31'0,"19"-4"22"0,0 1 67 0,-17 0 176 16,17-2 129-16,-14 0 299 0,3 6-503 16,11 0-92-16,-8 1-54 0,8-1-18 0,-4 1 0 15,4 0 19-15,0 0 3 0,0 0 6 16,0 0 30-16,0 0 6 0,0 0 82 15,0 0-83-15,0 19-9 0,23-19-6 16,-23 20 6-16,14 8 28 0,3-10-37 16,-17 3-8-16,17 3 0 0,-9 0-10 15,-8 3-3-15,18 26 6 0,-10-27-11 16,-3-1-8-16,-1 0-8 0,1-2 5 16,5 15 0-16,-6-24 2 0,-1 1-3 15,-1-5-2-15,1-1-1 0,0-2 1 16,-2 0 0-16,-1-5-1 0,3-2-8 15,-2 0-24-15,1 0-40 0,-2 0-63 16,0 0-105-16,0 0-622 0,0 0 267 16,0-16 11-16,0 16-71 0,-19 0-156 15,19-17-16-15</inkml:trace>
  <inkml:trace contextRef="#ctx0" brushRef="#br0" timeOffset="86452.74">5743 14279 4378 0,'-67'30'31'0,"49"-20"171"0,-22 11 872 16,31-15-858-16,1 0-62 0,6-3-125 15,2-3-8-15,0 0 22 0,0 0 22 16,0 0 0-16,27 0 33 0,-27 0-83 15,77-15-2-15,-49 15-10 16,5 0-2-16,3-21-1 0,6 21 2 16,54-16-5-16,-43-1 2 0,4 5-2 15,3 2 3-15,-1-2-4 0,1 1-10 16,56-10-120-16,-62 9-27 0,-3 3-112 0,-1-1-117 16,-3-2-120-16,-4 3-30 0,31-10-755 15,-44 9 524-15</inkml:trace>
  <inkml:trace contextRef="#ctx0" brushRef="#br0" timeOffset="86836.13">6099 14459 4018 0,'-14'9'28'0,"4"-2"-19"0,4-4 12 15,4 1 139-15,2-2 102 0,0 1 410 16,25-1-429-16,-25-1-65 0,31-1-40 16,-13 0 7-16,27 0 86 0,-22 0-161 15,-2 0-24-15,0 0-14 0,0-17-4 16,-4 17 9-16,10 0 49 0,-17 0-39 16,-2 27-8-16,-3-27-14 0,-5 33 4 15,0 16-7-15,0-22-12 0,-22 1-2 16,22 1 2-16,-22-4 5 0,22 0 1 15,-20 11 46-15,5-24-18 0,15-4 3 16,0-1-6-16,0-7-14 0,0 0-9 0,30 0-5 16,-11-29-14-16,5 29-1 0,6-26-2 15,5 10-1-15,48-20-34 0,-34 18-19 16,3 1-40-16,5 1-35 0,4-1-56 16,2-1-72-16,60-15-621 0,-62 19 288 15,-3-3-149-15,-2 2-116 0,-5-1-40 16</inkml:trace>
  <inkml:trace contextRef="#ctx0" brushRef="#br0" timeOffset="87935.95">8099 10875 2807 0,'-7'-4'-18'0,"-2"1"126"0,1 0 247 0,-1 2 111 0,-10-2 359 16,1 3-580-16,0 0-158 15,11 0-19-15,0 18 25 16,-8 0 84-16,8-18-81 0,-2 27 7 16,1-12-15-16,-2 4 8 0,0 1-23 15,-21 45 67-15,19-43-81 16,1 3 7-16,-2 3-7 0,0-2-4 15,-1 6-21-15,-1 0-16 0,1 3-8 0,-2 2-5 16,3 1-4-16,-10 33-2 16,8-13-19-16,9-32-59 0,3-3-60 15,1-3-79-15,2-2-96 0,0-5-65 16,0-1-201-16,-2-2-229 0,2-3-178 16,0-1-207-16</inkml:trace>
  <inkml:trace contextRef="#ctx0" brushRef="#br0" timeOffset="88269.15">7560 11340 3713 0,'-2'0'189'0,"1"0"118"16,-1 0-2-16,2 0-68 0,0 0-96 15,0 0-38-15,0 16 366 16,0-16-324-16,0 13-27 0,18-13-4 16,-18 15-24-16,0-6-6 0,22 1-1 15,-22 1-8-15,14 0-5 0,-14 1-20 16,15 9 35-16,9 0-7 0,-14-11-50 16,1-2 0-16,12 7 29 15,1-2 5-15,-13-8-38 0,-1-2 0 16,3 0-8-16,2-3-6 0,1 0-1 15,21 0-7-15,-14-28-13 0,29-4-152 16,-21 13-13-16,-2-3-94 16,35-24-728-16,-7-1-1040 15,-30 24 675-15</inkml:trace>
  <inkml:trace contextRef="#ctx0" brushRef="#br0" timeOffset="97634.38">7340 13871 3771 0,'-1'0'19'0,"-3"0"45"0,2 0 89 0,1 0 56 0,-3-16 242 15,3 16-325-15,1 0-41 16,0-18 35-16,0 18-46 0,0-9 5 15,0 3 14-15,25 0-6 0,-5-9 28 16,-20 8-67-16,28 0-1 0,-12 1 6 16,0 0 5-16,17-1 22 0,-15 5-50 0,-1 2 12 15,-2 0 13-15,3 0 0 0,-3 23-2 16,14 4 6-16,-18-7-40 0,-1 2-2 16,-2 3-1-16,-3 3-2 0,-2 2 1 15,-3 34-7-15,0-30 0 0,-27-1-8 16,27 3 4-16,-24-3 4 0,-4 25-2 15,28-34 3-15,-23-2 2 0,23-7 20 16,-15-3 26-16,15-5 18 0,-8-3 83 16,8-4-117-16,0 0-24 0,0-23-17 15,0 23-3-15,26-54 2 0,-26 31 1 16,29-7-1-16,-13 0 0 0,2 0-1 16,0-1 2-16,19-31-3 0,-20 32-1 0,-1 0 3 15,-3 2 2-15,2 1 0 0,5-18 1 16,-13 26-2-16,-3 1 0 0,-2 2-1 15,-1 4 3-15,-1 3-2 0,0-7 3 16,-19 14-4-16,0 2-6 16,19 0 5-16,-23 0-1 0,11 24 3 15,-37 18 11-15,34-25-8 16,2 1 2-16,-10 22 6 0,15-20 4 16,4 0 2-16,4 0 1 0,0 1 0 0,0-1-8 15,20 16 3-15,12-18-10 16,-9-3-5-16,4 0-30 0,6-3-36 0,41 8-211 15,-31-14 21-15,4-3-137 0,1-2-132 16,1-1-133-16,-1 0-299 0</inkml:trace>
  <inkml:trace contextRef="#ctx0" brushRef="#br0" timeOffset="99000.93">7329 13464 3279 0,'3'-8'-3'0,"-2"0"26"0,-1 3 76 0,0 1 95 0,1-1 385 0,-1 2-366 16,0 1-76-16,0 0-87 0,0-1-25 16,0 1 1-16,-18-5 32 0,18 6-21 15,-17 1-5-15,17-2-12 0,-22 2-11 16,-7 0-27-16,13 0 12 0,0 24 24 16,-1-24 8-16,0 20 5 0,1-20-7 0,-14 21 21 15,15-1-14-15,4-9 33 0,1-3-13 16,0 1 4-16,-4 7 32 15,11-10-6-15,-1 2 6 0,1 1-4 0,3-4-2 16,0 2-3-16,0 7 101 0,0-4-84 16,0-1-20-16,0 2-11 0,19-2 3 15,-19 3-13-15,18 15 46 0,-18-12-54 16,14 1-5-16,-14 1 1 0,17 4-7 16,1 25 25-16,-9-21-13 0,0 1 4 15,1 5 1-15,-2 2-1 0,2 2-19 16,7 37 25-16,-9-31-32 0,0 2-8 15,0-2-5-15,0 3-1 0,3 0-2 0,8 42 10 16,-7-43-10-16,0-1-1 0,0-2 15 16,3-1 19-16,17 34 39 15,-13-37-55-15,0-3-17 0,3-3-3 0,5 1 0 16,2-4-2-16,31 22 3 0,-28-30-5 16,4 1 3-16,1-1-5 0,2-6 3 15,1 1 1-15,37 1-18 0,-38-12-22 16,-1-1-30-16,-4-2-42 0,-3 0-41 15,17 0-210-15,-28 0 109 0,-3-18-159 16,-3 18-131-16,-2 0-451 0,-4-19-196 16</inkml:trace>
  <inkml:trace contextRef="#ctx0" brushRef="#br0" timeOffset="99484.08">8560 13858 3450 0,'-34'14'316'0,"2"-14"140"0,0 11 43 0,2-11-36 0,4 10-176 0,5-10-99 0,6 4-54 15,1-4-33-15,7 0-26 0,1 0-16 16,6 0 49-16,0 0-51 0,35 0 12 0,-13-18-8 15,8 18 1-15,6-14 2 0,5 14-11 16,5-19 2-16,2 6-10 0,2 1-12 16,2-1-4-16,-2-1-9 0,40-11 3 15,-49 14-16-15,-7 0 2 0,-4 4-7 16,-7 0 7-16,-4 2-7 0,-7 0-4 16,-1 3 2-16,-6-1-14 0,-3 1-11 15,0 2-30-15,-2-1-207 16,0-3-204-16,0 1 159 0,0 0-154 0,0-1-222 15,-21 0-298-15,21-4-223 16</inkml:trace>
  <inkml:trace contextRef="#ctx0" brushRef="#br0" timeOffset="99784.03">8792 13668 4951 0,'-4'0'177'0,"0"0"117"15,1 0 52-15,-1 0 11 0,-5 0 44 16,6 0-278-16,-2-14-19 0,3 14-4 16,2 0-14-16,0 0-21 0,0 0-22 15,0 0-29-15,0 0-10 0,0 0-4 16,0 0 34-16,0 0 42 0,0 22-41 16,0-22-3-16,18 21-7 0,-18-6-7 15,13 23 4-15,3 9-11 16,-1-22-6-16,-6 2-5 0,-2 1 2 15,0 0 1-15,2 0-3 0,-1-2-2 16,0-1-13-16,18 40-208 16,-18-48 48-16,0 0-72 0,1-3-97 15,0-3-187-15,0-3-290 0,-1-2-254 16</inkml:trace>
  <inkml:trace contextRef="#ctx0" brushRef="#br0" timeOffset="100617.22">9789 10503 3205 0,'0'-7'21'0,"0"-1"63"0,0 1 69 0,0 0 107 0,0-2 44 16,-17-7 242-16,17 10-355 0,0-2-23 0,-12 1 6 15,12 3 9-15,0-5 104 0,-9 7-208 16,9 2-28-16,0 0-34 0,0 0-15 16,-5 0-9-16,2 0 11 0,0 27 21 15,-2-27-3-15,0 29-1 0,-4-9 2 16,-28 58 21-16,22-48-34 16,-16 36-2-16,16-32-5 0,2 0-5 15,0-1-4-15,-3 3-2 0,5 1-42 16,-8 31-381-16,12-34 13 0,1-5-144 15,2-2 22-15,1-3 12 0,2-4-200 0</inkml:trace>
  <inkml:trace contextRef="#ctx0" brushRef="#br0" timeOffset="100967.17">9346 10956 3925 0,'-5'0'20'16,"2"0"137"-16,0 0 137 0,3 0 97 0,0 0 268 15,0 0-468-15,0 0-75 0,0 0-11 16,0 0 8-16,24-14-8 0,0 14 57 16,-24 0-117-16,28-9-12 0,-16 9-4 15,2 0 3-15,13 0 24 0,-16 0-26 16,0 0-4-16,-1 18 4 0,2-18 9 15,-3 16-10-15,7-5 23 0,-9-11-36 16,0 13 13-16,1-13 12 0,-2 9 10 16,2-9 6-16,5 6 54 0,-6-6-62 15,4 0-8-15,-1 0-14 0,2 0-11 16,25-25-6-16,-17 25-13 0,6-31-10 16,2 13-36-16,2-2-48 0,3-1-56 0,59-44-582 15,-63 46 326-15,24-16-908 16,-31 20 247-16,-2 2-19 0</inkml:trace>
  <inkml:trace contextRef="#ctx0" brushRef="#br0" timeOffset="102700.22">10032 13716 3564 0,'0'0'-10'0,"-12"0"20"0,12 0 21 0,-14 0 70 0,-2 0-50 16,8 0-20-16,-1 0-9 0,0 17 11 15,-1-17 11-15,-7 0 104 0,6 14-42 16,3-14-11-16,-2 10-24 0,5-10 31 16,-8 8 29-16,9-8-60 0,1 0-5 15,-1 4 213-15,4-2-192 0,0-2 11 16,0 1-5-16,0-1 4 0,0 2 87 16,0-1-111-16,0-1-14 0,0 2-5 15,0-2 4-15,0 0 43 0,0 0-39 16,0 0 27-16,0 0 12 0,21 0 0 15,0 0-17-15,41-18 21 0,-16 0-66 16,7 18-6-16,11-30-13 0,10 10-9 16,94-21 3-16,-74 18-11 0,13-2 7 15,11-1-6-15,7 0-3 0,5-3-13 16,140-27-113-16,-128 25-6 0,-2 0-88 16,-5 0-105-16,-8-1-216 0,94-31-848 15,-132 33 410-15,-10-2 209 0</inkml:trace>
  <inkml:trace contextRef="#ctx0" brushRef="#br0" timeOffset="103250.13">10252 13028 3925 0,'-6'0'254'0,"2"-7"126"0,0 7 51 0,0-5-45 0,-1 5-165 0,-2 0-103 15,1 0-80-15,-2 0-28 16,1 0 13-16,-1 17 21 0,-4-17 7 16,-16 18 36-16,15 3-66 0,-1-21-1 0,1 21 2 15,3-21 4-15,1 16 2 0,3-16-2 16,2 9 1-16,2-9 1 0,2 7-6 16,0-7 13-16,21 9 60 0,0-2 4 15,-21-5-68-15,31 1-5 16,6-2 7-16,3 1-16 15,-20-2-10-15,2 2-5 0,-3-1 3 16,0 1 2-16,11 5 2 16,-10 2 6-16,-11-3-1 0,-2 2 10 0,-5 1-4 15,-1 1 5-15,-1 5-9 16,0 0-3-16,0 0-5 0,-20 3-3 0,20 2 8 16,-42 20-7-16,8-4-12 15,17-21 3-15,3-3-26 0,2-3-44 16,2 4-227-16,0-9-235 15,10-4 27-15,0 0-296 0,0 0-231 16</inkml:trace>
  <inkml:trace contextRef="#ctx0" brushRef="#br0" timeOffset="103450.71">10533 13164 5223 0,'4'0'69'0,"-1"0"315"0,-2 0-11 15,-1 0-297-15,0 0-5 0,0 0 7 16,0 17 19-16,0-17 4 0,0 16-32 16,0-16-22-16,19 24-16 0,-19-11-8 15,16 1-10-15,-16 0-6 0,17 15-7 16,-4-16-10-16,-13-1-29 0,12 0-62 16,-12-1-103-16,0-3-169 0,9-2-250 15,-9-1-312-15,4-1-261 0,-4-4-174 16</inkml:trace>
  <inkml:trace contextRef="#ctx0" brushRef="#br0" timeOffset="103600.08">10573 12940 4637 0,'-8'-16'42'0,"-2"1"106"0,0 5 130 16,1 0 25-16,-8-6 99 15,4 7-361-15,11 4-122 0,0 4-133 16,2-1-263-16,0 1-380 0,0-1-261 15,0 2-284-15</inkml:trace>
  <inkml:trace contextRef="#ctx0" brushRef="#br0" timeOffset="103983.81">10738 13039 4946 0,'0'8'31'16,"0"1"140"-16,0 0 93 0,0 1 39 15,0 11 166-15,0 1-253 16,0 15 3-16,28-24-174 16,-28-1-19-16,21-1-14 0,-21 1-2 15,22 0-1-15,-22 0-3 0,20-2 1 16,-20-1-3-16,17 4 0 0,-6-8 1 0,-11-1 2 16,5-1 21-16,-5-3 31 15,3 0 4-15,-2 0-3 0,1 0-19 0,0 0-31 16,-1-23-10-16,5 23-9 0,7-51 9 15,4 3 3-15,-5 24-1 16,-2 4-4-16,1-1 3 0,-2 7 1 16,1 3-9-16,-2 3 3 0,-1 8-1 15,2 0 1-15,9 0 3 16,2 19-3-16,-8-19 5 0,1 20-2 16,0-20-2-16,2 24-2 0,11 2-25 15,-2-2-69-15,-13-14-7 16,-4-2-69-16,-2 0-71 0,3-2-669 15,-2 1-987-15,-4-7 640 16</inkml:trace>
  <inkml:trace contextRef="#ctx0" brushRef="#br0" timeOffset="104300.96">11157 12864 5280 0,'0'-20'214'16,"0"-1"71"-16,0 2 21 0,0-1-74 15,0 5-56-15,0-1-48 0,0 3-24 0,0 3-32 16,0 2-28-16,0 1-8 16,23 6 1-16,-23 1-26 15,19 19-1-15,-19-19-5 0,21 31 7 0,-9-11 3 16,0 4 7-16,-2 2 1 0,0 2-5 16,8 28 13-16,-2-6 2 15,-3-9 2-15,-8-25-20 16,2-2-6-16,0-4 11 0,-1-2-2 15,11 0 12-15,-5-7-32 0,2-1-19 16,4 0-47-16,5 0-72 0,2-20-88 16,4 20-84-16,4-22-137 0,1 22-336 15,-1-26-242-15,1 12-366 0</inkml:trace>
  <inkml:trace contextRef="#ctx0" brushRef="#br0" timeOffset="104750.01">11464 12852 5718 0,'-11'0'322'0,"9"0"-128"0,2 0-46 16,0 0-51-16,0 0-17 0,0 0-10 0,0 0-10 15,27 0-6-15,-27 0-13 0,27 16-15 16,-27-16-3-16,30 16-1 0,-17 8 40 15,9-11-32-15,-22 3-4 0,0 4-5 16,0 0-1-16,0 2-2 0,0 1-5 16,0-1-7-16,0-1-2 0,-23-2-4 15,23 9 5-15,-18-12 20 16,18-11 4-16,0-5-3 0,0 0 0 16,0 0-12-16,0-26-12 15,23-3-6-15,3 13 8 0,-10-3 0 16,1-3-3-16,5 0-4 0,-5-2-1 15,1 1-1-15,0-2 4 0,28-46 11 16,-37 52-6-16,0 3 0 0,-5 4 5 16,0 5 3-16,-4 2-3 0,0 5-7 15,0 0 1-15,-26 26 2 16,3-26-6-16,23 29 1 0,-23-12-3 16,23 3-1-16,-18-1 6 0,18 0-3 15,0-1 5-15,0 1 0 0,0-1-6 16,21-2 2-16,24 15-58 0,20-4-129 15,-25-15 12-15,5-2-117 16,0 1-187-16,49 2-1596 16</inkml:trace>
  <inkml:trace contextRef="#ctx0" brushRef="#br0" timeOffset="105216.48">11003 14005 4191 0,'0'0'187'0,"0"0"130"0,0-21 64 0,0 21-45 0,0 0-63 0,0-18 82 15,0 6-211-15,25 12-4 0,-25-15-14 16,29 3-2-16,10-9 92 0,-17 11-115 16,1 1-8-16,-4 2-13 0,0 2-9 15,-1 2-17-15,9 3 46 0,-15 0-51 16,-3 0-2-16,-2 26-5 0,-1-26-5 0,-5 35-3 15,-1 15 18-15,0-23-36 0,0 4-8 16,-22 0 0-16,22 0-4 0,-18 24 12 16,18-34-11-16,-13-3 3 0,13-4 2 15,0-4 3-15,0-8-1 0,48-2 7 16,-20-22-17-16,4 4-4 0,10-3 1 16,8-6-12-16,8-1-32 0,70-30-195 15,-60 33 14-15,-3-2-65 0,-2 3-104 16,-6 3-236-16,37-20-1253 0,-61 24 603 0</inkml:trace>
  <inkml:trace contextRef="#ctx0" brushRef="#br0" timeOffset="106599.14">12389 12737 2996 0,'-17'4'0'0,"1"2"45"0,-13 0 92 0,14-3-39 16,1-1-18-16,5 0 11 0,2-1 29 15,-3 3 28-15,10-3-87 0,0-1-4 16,0 0 44-16,0 0 5 0,30 0-21 16,7-26 34-16,-16 26-70 0,6-18 21 15,0 18-37-15,3-17-18 0,1 17-4 0,29-16 52 16,-30 1-4-16,-1 15 15 0,-2-15-10 15,-4 9 28-15,-6 0 10 16,17-2 264-16,-27 3-54 0,-6 5-148 16,-1 0-2-16,0 0-35 0,0 0-23 15,0 0-27-15,0 0 16 0,0 0-51 16,0 0 5-16,0 0 0 0,0 0 1 16,0 0-4-16,0 0 13 0,0 12-38 15,0-12-8-15,0 0-3 0,0 0-5 16,0 0-6-16,0 0 2 0,0 0 36 15,0 0 15-15,0 28 107 0,0-18-118 16,0 3 12-16,0 4 17 0,0 19 71 16,19-14-77-16,-19 5-16 0,27 4-5 15,-9 3-1-15,21 36 40 0,-15-32-46 16,-2 4-10-16,3-2-10 0,2 3 1 16,0 1 0-16,27 45 6 0,-28-41-16 15,1-1-2-15,-2 0 1 0,0-3-6 16,-4 2 4-16,19 36-7 0,-7-10 5 15,-10-14 2-15,-12-33 1 16,-4-3-6-16,0-4 6 0,-3-2-3 16,1 12 6-16,-3-20-2 0,0 2 3 15,-2-2 2-15,0-2 3 0,0 0-1 0,0 1 7 16,0-2-13-16,-25 2-5 16,25 0-4-16,-27 1-19 0,-15 14-185 0,13-10-23 15,-3 3-99-15,-8 2-124 0,-1-4-205 16,-6 4-99-16,-47 12-1565 15</inkml:trace>
  <inkml:trace contextRef="#ctx0" brushRef="#br0" timeOffset="107732.74">13998 13141 3199 0,'-16'6'-3'0,"3"1"112"0,1-2 279 0,2 0 112 16,-7-3 438-16,11 0-574 15,4-2-302-15,2 0 6 0,0 0 11 16,22 0 132-16,3-16-72 16,-10 16-108-16,6 0-17 0,1 0-9 15,3-17-2-15,2 17-7 0,2-10-2 16,0 10-42-16,4-11-62 0,-1 11-128 15,-2-11-245-15,25 5-1430 16</inkml:trace>
  <inkml:trace contextRef="#ctx0" brushRef="#br0" timeOffset="107916.04">14052 13404 5578 0,'-16'18'329'0,"10"-14"-111"0,6-4-45 15,0 0-91-15,0 0-45 0,0-21-38 16,28 21-8-16,-5-26-13 0,8 7-39 16,53-23-216-16,30-5-391 15,-55 25-50-15,4 0-280 0,-1-2-162 0</inkml:trace>
  <inkml:trace contextRef="#ctx0" brushRef="#br0" timeOffset="109215.46">15602 13102 3114 0,'-12'0'141'0,"1"10"235"0,-3-6 82 0,-15 3 419 16,5-1-419-16,12-2-278 0,4-4-28 16,1 1-36-16,2 0-26 0,2-1-40 15,-1 0-19-15,4 0-11 0,0 0 0 16,0 0-6-16,0 0 8 0,29 0-6 15,9 0-14-15,-13-17 3 0,6 17-4 16,6-13-2-16,0 13 0 0,45-16-10 16,-39-2 12-16,1 11-1 0,-2 7 0 15,-2-13-4-15,-5 13-6 0,-2-8-33 16,-7 8-21-16,-3 0-40 0,-5-3-19 16,-6 3 23-16,-3 0-245 15,-9 0-373-15,0 0 210 0,-20 0-82 16,20 14-66-16,-16-14-139 0,16 0-18 0</inkml:trace>
  <inkml:trace contextRef="#ctx0" brushRef="#br0" timeOffset="114781.47">25297 7689 3381 0,'5'-8'8'0,"0"1"31"0,-1 0 68 16,-4-1 93-16,4-7 487 0,-4 9-349 0,0 1-47 15,0 1-96-15,0 0-35 0,0 1-35 16,0-1 60-16,0 2-129 16,-14 1-32-16,14 1 17 15,0 0 21-15,-13 0 22 0,13 25 2 16,-15-25 6-16,1 27-13 0,-17 10 49 15,15-15-79-15,-1 1-7 0,3 0-6 16,-2 2-4-16,5 2 3 0,-5 24 24 16,14-22-31-16,2 2-10 0,0 2-3 15,0-1-4-15,23 34-1 0,12-32-8 16,-12 0-2-16,7 0 3 0,2-1 0 0,4 0-1 16,38 33-3-16,-35-32 1 0,-1 0 4 15,-4 1-4-15,-7 0 2 0,18 39-1 16,-32-36 0-16,-6 2 6 0,-7 2-1 15,0 0-1-15,-25 0 0 0,-24 39-6 16,17-42-16-16,-6-3-29 0,-3-2-41 16,-2-5-51-16,-1-5-38 0,-25 9-331 15,37-24 73-15,7-6-149 0,7-3-97 16,7 0-330-16</inkml:trace>
  <inkml:trace contextRef="#ctx0" brushRef="#br0" timeOffset="115798.09">25843 8041 4468 0,'0'0'69'0,"-15"0"62"0,1 0 381 0,14 0-200 15,-15 0-30-15,15-19-79 16,-14 19-69-16,14-16-53 0,-9 16-63 0,9-13 9 16,-4 13 17-16,4-14 24 0,-2 4 4 15,0-3 52-15,1 7-73 0,-1-1 15 16,0 3 11-16,-1 1 11 0,-1 1-6 16,1 0 16-16,-1 2-82 0,0 0-13 15,0 0-3-15,1 0 1 0,-11 20 18 16,6-20-7-16,-1 29 5 0,1-11-3 15,0 3-3-15,3 3 1 0,1 26-6 16,4-26-5-16,0 1 1 0,0-2-2 0,20-3-7 16,-20 1-28-16,24 14-126 15,6-21 35-15,-12-2-15 0,4-4-13 16,0-2-37-16,30-3-261 0,-24-3 154 0,5 0-65 16,1-23-75-16,6 23-63 0,-1-33 56 15,41-10-94-15,-44 18 465 0,0-1 22 16,-4 0 68-16,-6-1 17 0,-3-2 110 15,8-20 450-15,-21 30-111 0,-4 2-31 16,-4 3-50-16,-2 6-106 0,0 1 48 16,-27 7-219-16,27 0-11 0,-27 0-14 15,12 29-13-15,1-29-15 0,-15 49 33 16,16-30-67-16,13 1-13 0,-17-2-13 16,17-1-6-16,0 10 5 0,0-17-4 15,0 0 0-15,0-4-2 0,19-1-1 0,-19-1 2 16,20-4 4-16,11 0-5 0,-13 0-2 15,1 0-3-15,2-21 3 0,2 21 0 16,23-22 2-16,-27-6 0 0,0 12-2 16,-2-1 4-16,-3 0 11 0,3-20 63 15,-11 21-28-15,-6 2-2 0,0 0-15 16,0 2-9-16,-29 1-12 0,-13 2-14 16,13 7-1-16,-2 1 0 0,-1 1 6 15,-3 0-6-15,3 0-1 0,-22 0-10 0,32 16-38 16,4-16-51-16,9 0-67 0,2 0-45 15,7 0-206-15,0 0 196 0,27 0-106 16,-27 0-136-16,39 0-120 0,-12 0-8 16,38 0-160-16,-27 0 677 0,4-21 66 15,-1 21 70-15,3-19 4 0,-1 19-38 16,40-20 24-16,-47 4 2 0,-5 16 101 16,-4-13 178-16,-8 13 208 0,-6-8 69 15,1 8 341-15,-14 0-662 0,0 0-90 16,0 0-41-16,0 0-12 0,0 0 94 15,0 0-144-15,0 0-18 0,0 0-28 0,0 0-18 16,0 0-20-16,0 0-8 0,0 0 0 16,0 0 6-16,0 0-4 0,0 16 5 15,0-16-1-15,0 17 7 0,0 0-8 16,19-17-1-16,-19 19 1 0,25-19-5 16,13 15 5-16,-15-3-5 0,0-7 4 15,2 3-5-15,2 0 1 0,-3 0-2 16,21 8-2-16,-27-7 2 0,-5-1-3 15,-1 0 4-15,-6 0-1 0,-2 11 6 16,-4-9-5-16,0 1-8 0,-28 1-31 16,28 2-43-16,-37-1-47 0,-5 15-235 15,22-16 142-15,2-2-78 0,4-4-182 16,3-1-179-16,11-5-134 0,-11 0-1191 0</inkml:trace>
  <inkml:trace contextRef="#ctx0" brushRef="#br0" timeOffset="116200.04">27166 7532 5223 0,'0'-3'82'0,"0"-1"57"0,0-4 272 0,0 6-100 0,0 2-179 0,0 0-16 15,0 0 20-15,23 0 0 0,-23 0-6 16,25 0-16-16,-8-2-24 0,1 0-18 16,0 2-19-16,19-1 30 15,-2-3-35-15,-21 4-37 0,0-1 0 16,-4 1-2-16,-1 0-3 0,1 0-1 16,5 23 31-16,-11 1-21 15,-1-8-6-15,-1 2 4 0,-2 4 0 16,0 1 2-16,0 1-4 0,0 2-1 15,0-4-3-15,-18 20-7 0,18-9 0 16,0-22 4-16,0-4-6 0,0-3 0 16,0-1-4-16,0-3 3 0,20 0 1 15,-2 0-12-15,5-19-21 0,2 19-11 16,8-21-17-16,1 21-3 0,6-30-29 16,2 15-61-1,130-42-1467-15,-97 32-519 16</inkml:trace>
  <inkml:trace contextRef="#ctx0" brushRef="#br0" timeOffset="116731.16">27781 7431 5652 0,'-1'0'74'0,"1"0"25"15,0 0 26-15,0 0 63 0,0 0-29 16,24 0 138-16,1-12-115 16,-11 12-116-16,2 0-7 0,1 0-9 15,-1 0-9-15,1 0-1 0,0 0-10 16,-4 0-3-16,3 0-6 0,11 0 11 16,-6 17-7-16,-13-17-13 0,-3 20 0 15,-1-7 3-15,-4 4-6 0,0 1 2 16,0 3-4-16,-20 3-7 0,20-2 4 15,-20 0-10-15,-5 20 7 16,8-10-1-16,17-24-3 0,0 1 3 16,0-2 1-16,0-5 0 0,0-2 0 15,0 0-7-15,0 0 0 0,0 0-2 16,0-23-9-16,30 23-4 0,6-41-16 16,9 8 0-16,-23 15 24 15,1-3-3-15,20-20 6 16,-11-1 0-16,-19 21 15 0,-3 2 3 0,0 2 12 15,-4 4 15-15,-4 4 3 0,-2-1 24 16,0 6-45-16,0 4-13 0,0 0 0 16,-24 0 5-16,24 0-11 0,-20 19 6 15,20-19-4-15,-27 20-1 0,13-20 3 16,14 29-2-16,-19 1 1 16,19 1-8-16,0-16-7 0,0-4-16 15,25 3-19-15,-25-3-36 0,30-1-42 16,-10-3-63-16,1 0-101 0,4-3-143 15,36-1-907-15,18-3-786 16</inkml:trace>
  <inkml:trace contextRef="#ctx0" brushRef="#br0" timeOffset="117215.19">28839 6853 5458 0,'0'-1'114'0,"-6"-2"48"0,6 2 11 0,-4-3 37 0,0 1-76 16,4 1-41-16,-3 2 118 16,3 20 39-16,0-20-132 0,19 27-29 15,-19-7-21-15,18 5-13 0,-18 3-19 16,21 4-4-16,-21-1-22 0,22 4 2 15,1 37-7-15,0-7 2 16,-14-35-7-16,2-4 3 0,-3-4-5 16,1-3 4-16,-3-3-5 0,0-4 3 15,-3-4 3-15,1-3 0 0,-2-1 2 16,-1-4 2-16,-1 0-5 16,0-19-11-16,0 19-1 0,0-20-5 15,-19-5-14-15,-14 10 17 0,15-6 13 16,-6 21 1-16,-2-11-6 0,-33 11 3 15,-12 24 8-15,38-24-4 16,0 28 4-16,5-10-2 0,-1 0-4 16,8 0 1-16,4 0-8 0,6-2 3 15,3-1-5-15,5-1-7 0,3 9-47 16,25-8-71-16,12-15 20 16,-9 7-39-16,0-7-38 0,6 0-45 15,43 0-345-15,3-22-546 0,-40 0 187 16,0 6-262-16</inkml:trace>
  <inkml:trace contextRef="#ctx0" brushRef="#br0" timeOffset="117681.5">29225 7010 5261 0,'0'-1'60'0,"0"-1"37"0,0-2 237 16,0 1-90-16,0 2-166 0,0 1-7 15,0 0 11-15,22 0 2 0,-22 0 1 16,17 0-13-16,-17 0-5 0,22 0 8 0,-6 20 74 16,-5 24-13-1,-11-26-76-15,0 2-14 0,0 3-13 0,0-3-1 16,0 3-19-16,0-2-2 0,-22 0-3 16,22-2-4-16,0-3 2 0,-17 12-10 15,17-12-4-15,0-12 8 16,0-1 4-16,0-1 1 0,0-2-2 15,0 0 1-15,0 0 2 0,0 0-7 16,0 0-6-16,17-27-8 0,-17 27-3 16,24-28-13-16,-8 10 1 0,3-3 5 15,0-1 1-15,2-2 18 0,-2 1 7 0,13-20 11 16,-10 11 62 0,-17 18-20-16,-1 9-11 0,-4 0-21 0,0 4-12 15,0-1-10-15,0 2-4 0,0 0 9 16,0 0 4-16,-20 27 1 0,20-2 17 15,0 0-21-15,0-10-8 16,0-4-1-16,0 0 3 0,57 10-49 16,1-3-109-16,-20-11 61 15,7 3-10-15,7-3-29 0,6 1-85 16,3-1-156-16,3-3-412 0,2 0-293 16,-2-3-324-16</inkml:trace>
  <inkml:trace contextRef="#ctx0" brushRef="#br0" timeOffset="118381.67">25167 10018 4872 0,'0'6'0'0,"0"0"3"0,0-5 94 0,0-1 143 16,0 0 51-16,25 0-21 0,-25 0-78 16,40-22-52-16,-20 22-102 0,2-13-3 15,1 13-10-15,0-15-12 0,22-1-10 16,-25 16-14-16,3-14-41 0,-3 14-61 0,-2-12-113 15,2 7-175-15,16-4-799 0,-20 6 566 16,-3-1 74-16,0 1-57 0,-5 1-22 16</inkml:trace>
  <inkml:trace contextRef="#ctx0" brushRef="#br0" timeOffset="118530.46">25391 10038 4373 0,'-31'22'170'16,"-5"1"127"-16,3 0 76 0,2-4 21 15,-22 13 81-15,33-20-355 0,3-1-56 16,7-4-38-16,6-2-13 0,4-4-4 15,31-1 4-15,-5 0-11 0,8-23-2 16,10 23-1-16,10-28-26 0,6 10-54 16,68-23-388-16,-63 20-45 0,-2 2-148 0,-4-2-255 15,-7 2-222-15</inkml:trace>
  <inkml:trace contextRef="#ctx0" brushRef="#br0" timeOffset="120581.3">26794 9172 3104 0,'0'0'34'0,"0"0"60"0,0 0 337 16,0 0-50-16,0 0 49 0,0-19-44 15,0 19-41-15,0-12 71 0,-19-3-267 16,19 15-12-16,0-12-10 0,0 12 1 0,-17-11-15 16,17 4 49-16,-14 7-120 0,14-3-26 15,0 3-10-15,-11 0-4 0,6 0 1 16,-13 22 14-16,-15 48 3 15,15-24-13-15,11-23-5 16,4-2 0-16,1 3 3 0,2 18-10 16,0-21 2-16,25-1-10 0,-25-1-16 15,25-1-18-15,-10-2-27 0,24 8-143 16,-19-17 68-16,5-3-49 0,2-4-62 0,4 0-127 16,1 0-108-16,39-26-534 15,-35-5 684-15,3 14 132 0,-3-4 1 16,0 0-124-16,24-20-843 0</inkml:trace>
  <inkml:trace contextRef="#ctx0" brushRef="#br0" timeOffset="121180.46">27248 9184 3293 0,'0'-14'40'0,"0"4"93"16,-23 0 150-16,23 2 132 0,-27 2 67 15,-7-2 262-15,16 8-512 0,4 0-83 16,0 0-37-16,0 0-17 0,3 25 42 16,-6-25-90-16,17 23-16 0,-4-7-9 15,4-2-6-15,0 1-3 0,0 15 6 16,23-15-16-16,-23-3-1 0,29 0-4 0,-12-1 4 15,2-4 2-15,25 3-2 0,-21-10-4 16,-2 2 3-16,-2-2 4 0,2 0-3 16,8-20 20-16,-18 20-2 0,0-19 22 15,-4 19 19-15,0-25 5 0,-5 11 9 16,0-17 39-16,-2 15-75 0,0 0-22 16,-20 0-15-16,20 3 0 0,-25 0-6 15,-8-6-2-15,12 12-1 0,1 3 0 16,2 4 3-16,-4 0-4 0,-12 0-71 15,19 21-5-15,1-21-39 0,5 0-13 16,3 22-14-16,6-22 7 0,0 0-130 16,62 12-263-1,-13-12 45-15,-22-18 235 0,3 18 49 0,1-18 91 16,1 18 39-16,30-37 55 0,-32 24 44 16,-1-1 72-16,-2 1 80 0,-4 1 87 15,13-7 427-15,-26 12-354 0,-1 2-49 16,-4 5-84-16,-3-5-46 0,-2 5-52 15,0 0 41-15,-47 0 102 16,24 0-208-16,23 16-13 16,-17-16-4-16,3 15-22 0,14-15 1 15,0 11 2-15,0-11 2 0,0 23 4 16,20-15-4-16,-20-1 2 0,32-1-5 16,-12 0 1-16,5-2-2 0,26 2-1 15,-24-2 2-15,-2-1-2 0,0 1 0 16,32 10-2-16,-47-7 8 0,-3 0 4 15,-3 11 10-15,-4-6-12 0,0 0-5 16,-32 3-2-16,13 2-18 0,-3-1-34 16,-48 33-285-16,50-37 190 15,-10 5-246-15,30-14 48 0,-13-3-170 16,13 0-102-16,0 0-87 0,0-23-73 16,20-9-608-16</inkml:trace>
  <inkml:trace contextRef="#ctx0" brushRef="#br0" timeOffset="121480.6">27694 8882 3936 0,'0'-7'121'0,"0"-1"137"0,0 1 47 0,0-2 77 0,0-11 216 0,0 9-395 0,21 2-63 16,-21-1-51-16,17 2-5 0,-17-2 6 15,39-1 70-15,-26 7-91 0,1 1-12 16,-1 1-7-16,-2 2 0 0,-1 0-1 15,7 19 63-15,-9-19-44 0,-4 21 6 16,0-6-2-16,1 2 2 0,-3 22 47 0,-2 3-45 16,0 2-43-1,0-22-27-15,-21-1 0 0,21 0-4 0,0-2 1 16,0-3 1-16,0 14-2 0,0-19-1 16,21-4 1-16,-21 0-4 0,27-5-9 15,12-2-100-15,-15 0-13 0,2-21-68 16,2 21-62-16,1-25-129 0,2 9-230 15,25-18-1286-15</inkml:trace>
  <inkml:trace contextRef="#ctx0" brushRef="#br0" timeOffset="121963.76">28106 8790 4234 0,'0'-5'173'15,"-4"2"69"-15,4-1 1 0,0 0 70 16,0-12 127-16,0 11-255 0,24-1-67 16,-24 2-32-16,20 0 3 0,-20 1 8 15,40-1 91-15,-24 3-111 0,-3 1-8 16,1 0-8-16,-3 0 3 0,0 0-5 16,8 0 62-16,-14 22-63 0,1-22-6 0,-3 26-5 15,-3-6 0-15,0 3-7 0,0 27 14 16,0-22-39-16,-24 0-6 15,24 0 0-15,-22-2-3 0,-1 20-4 0,23-29-1 16,-17-2 0-16,5 6 26 16,12-20-14-16,0-1-1 0,0 0-4 15,22-23 3-15,1-1-13 16,9-12 1-16,-12 13 2 0,0-2 3 16,0 0-4-16,-2-1 2 0,1-5 0 15,14-25-2-15,-20 30 3 0,-1 0 6 16,-5 4 16-16,-3 4 15 0,-1 3 8 0,-3 0 25 15,0 9-62-15,0 5-11 0,-19 1-6 16,19 0 1-16,-20 20-1 0,1 11 5 16,19-10 1-16,-14 2 4 0,14 4-3 15,0-2-2-15,0 27-20 16,73 9-172-16,-21-36-107 16,-20-16 130-16,-1-5-38 0,2-4-62 15,1 0-154-15,41 0-1134 0,-39-20 441 16,0 20-108-16</inkml:trace>
  <inkml:trace contextRef="#ctx0" brushRef="#br0" timeOffset="123096.91">27415 7064 2897 0,'-4'-4'23'0,"-5"-3"114"0,3 4-77 0,-1 2 52 0,0-3 21 15,1 1 48-15,-9-3 250 16,0 0 34-16,6 4-227 0,-9-2 201 0,9 4-243 16,-3 0-24-16,0 0-39 15,0 0-21-15,-15 19 64 0,11-19-99 0,3 20-4 16,-3-20-4-16,5 23 0 0,-3-9-7 16,-8 17 40-16,10-12-56 0,2 1 2 15,-1 2 1-15,3 3 8 0,2 2 1 16,-5 36 44-16,9-28-62 0,0 1 2 15,2-1-4-15,0 1-3 0,0 37 30 16,0-39-39-16,0 1-3 0,0 0 1 16,17 0 0-16,-17 0 1 0,20 35 37 15,-20-33-26-15,0-4 1 0,16 6-1 0,-16-3-4 16,20 37 7 0,-4-8-26-16,0-10-7 0,-8-30-1 15,4-1-1-15,1-3 1 0,1-2-3 0,2-1-3 16,22 14 7-16,-16-18-4 0,3-3 3 15,2-3-7-15,0-2 3 0,4-3 0 16,32-3-3-16,-29 0 1 0,2 0-2 16,0-21 2-16,7 21-2 0,42-23 6 15,-40-7-4-15,2 12 1 0,5-3-3 16,-1 0 2-16,0-2 0 0,46-26 2 16,32-29-2-1,-62 26 6-15,-39 27-3 0,-4-4-2 0,-2 0 1 16,21-34-4-16,-24 26 6 0,-2 0-3 15,0-6-4-15,0 2 1 0,-4-3 0 16,7-49-2-16,-12 44 0 0,-3 0-2 16,0 0-4-16,-5 1-2 0,0 4-8 15,-25-37-56-15,25 46 24 0,-35 1-15 16,10 4-9-16,-6 2-4 0,-3 5-31 16,-8-2-19-16,-58-19-255 15,-11 9-155-15,52 19 170 0,-2 7-194 16,0-2-270-16,1 5-222 0,2 0-236 15</inkml:trace>
  <inkml:trace contextRef="#ctx0" brushRef="#br0" timeOffset="123963.44">26699 10107 4463 0,'-18'11'83'0,"1"-5"88"0,0 0 107 0,6-4 69 15,0 3-64-15,-3 0 33 0,14-3-272 16,0 1 5-16,0-3 23 0,38 0 31 16,25 0 107-16,-19-28-117 0,12 28-9 15,7-36 2-15,8 10-8 0,7-3-9 16,96-39 35-16,-80 32-72 0,3-4-6 15,-1 3-10-15,5-2-4 0,93-35-4 16,-102 39-8-16,0 1-4 0,-6 1 1 16,-6 4 4-16,-8 2-3 0,39-14-14 15,-67 24-14-15,-8 2-14 0,-9 3-11 16,-8 2-12-16,-6 1-4 0,3-3-105 16,-13 8 59-16,0 4-34 0,-3 0-61 0,0 0-149 15,0 0-864-15,0 0 471 0,-24 0-176 16,24 20 206-16</inkml:trace>
  <inkml:trace contextRef="#ctx0" brushRef="#br0" timeOffset="125096.59">27457 6140 1511 0,'-12'-4'-13'16,"1"3"176"-16,8 1 411 0,1 0-250 16,-3 28-48-16,3-28-57 0,0 31-21 15,0-11 40-15,0 1-8 0,-1 3 50 16,-1-1-8-16,-15 54 413 15,9-50-518-15,1 2-32 0,-5 3 2 16,1 3-9-16,-4 4-20 0,-20 43 38 16,3 5-76-16,14-43-57 15,4-5-8-15,0-1-3 0,-8 36 7 16,2-7-7-16,13-35-2 16,3-2-2-16,0-2-28 0,2-3-40 0,4-3-48 15,-3-4-54-15,3-6-61 0,-2 0-69 16,2-3-111-16,0-5-963 15,0-4-552-15</inkml:trace>
  <inkml:trace contextRef="#ctx0" brushRef="#br0" timeOffset="125446.21">26962 6807 4162 0,'0'-4'60'0,"0"3"96"0,0-1 88 15,0-1 280-15,0 1-312 16,0 2-194-16,0 0-2 0,0 0 26 16,0 0 26-16,0 25 26 0,0-25 25 15,0 26-1-15,0-8-15 0,0 3-7 16,20 0-17-16,1 20 62 0,4 0-22 16,-13-22-67-16,0-1 8 15,-1-1-7-15,-2 1-3 0,9 16 36 16,-9-19-56-16,-2-5-2 0,3 0-9 15,2-1 7-15,3-5-1 0,4-3 4 0,2-1-2 16,4 0-14-16,8 0-8 16,3-32-7-16,51-9-5 0,8-13-70 15,-48 24-23-15,0 3-59 0,0 0-46 16,-4 2-79-16,-1 4-110 0,-4 4-224 16,-2 5-323-16,-1 0-219 0</inkml:trace>
  <inkml:trace contextRef="#ctx0" brushRef="#br0" timeOffset="126163.07">27587 10047 5537 0,'0'0'96'0,"0"0"56"0,0 0 71 0,0 0 5 0,0 0-33 15,0 0 29-15,0 0-190 0,0-15-11 16,0 15 15-16,0 0 22 0,0-14 16 15,44-1 69-15,-25 15-94 0,3-13-11 0,2 13-6 16,-1-8-1-16,21 8 28 16,-27 0-35-16,1 0 4 0,-5 29 3 0,-4-29 5 15,-2 34 2-15,-2 16 20 0,-5-19-42 16,0 6-4-16,0-1 0 0,-26 2 0 16,26 0-1-16,-24 28-2 0,5-38-11 15,19-5 0-15,0-8-1 0,-12-2 3 16,12-3 11-16,0-10-5 0,31 0-2 15,-7-27-2-15,4 8 2 0,8-4-3 16,58-38 0-16,-38 27-23 0,3-4-30 16,1 0-55-16,-1-1-65 0,1 1-54 15,-5 0-86-15,40-31-821 0,-51 35 57 16,-9 1-263-16</inkml:trace>
  <inkml:trace contextRef="#ctx0" brushRef="#br0" timeOffset="136244.78">16965 12608 3328 0,'9'-11'11'0,"-1"3"31"0,-2-1 185 16,2-5 551-16,-6 12-384 0,-2-3 63 15,0 5-431-15,0 0-21 16,-18 0 4-16,18 0 11 0,-18 0-4 16,-8 18 30-16,9-18-33 0,1 17-1 15,-39-3 15-15,33 2-25 0,1-6 6 16,-3 2-3-16,-25 8 9 15,25-8-5-15,-1 0 7 0,-1 0 19 0,2 0 28 16,-30 13 126-16,42-18-158 16,2-3-10-16,-2 2 2 0,10-6-28 15,1 0-1-15,1 2-6 0,0-2 8 16,0 4 21-16,0-2 6 0,0 3 10 16,0 0 14-16,18 2 14 0,-18 1 2 15,14 14 69-15,-14-10-81 0,0 4 1 16,13 0-11-16,-13 2-10 0,0 3 0 15,7 21 31-15,-7-19-19 0,4 3 2 0,-4 1-1 16,0 2-5-16,2 33 23 16,-2-28-43-16,0 3-8 0,0-1-4 15,0 2-1-15,0 0-1 0,0 33 2 0,0-38-14 16,0-4-2-16,21-5-1 0,-21-2-2 16,19-5 7-16,11 5-1 0,-12-18 2 15,4-3 11-15,60-1-116 16,-51 0-3-16,3-25-46 0,3 25-81 15,41-22-660-15,-40-3 264 0,6 10-62 16,0-3-76-16,5-1-56 0</inkml:trace>
  <inkml:trace contextRef="#ctx0" brushRef="#br0" timeOffset="136544.65">17138 12968 3828 0,'-13'5'19'0,"-12"7"321"0,12-6 7 0,2-3 40 0,1 1-59 15,1 0-85-15,4 0-111 0,0-2-40 16,3-2-66-16,2 0 19 0,0 0 21 15,0 0 10-15,24 0 57 0,-24-17-94 16,24 17-19-16,-10 0-13 0,5-16-3 16,0 16-6-16,24-11-18 0,-21-1-66 15,0 12-126-15,0-11-213 0,1 11-213 16,1-8-150-16,24-3-1187 0</inkml:trace>
  <inkml:trace contextRef="#ctx0" brushRef="#br0" timeOffset="137211.29">17796 12710 4110 0,'-7'8'9'0,"7"-1"206"0,-6-7 45 0,6 0 58 16,0 0-35-16,-2 0-53 0,2 0-41 15,0 0-160-15,0 0 1 0,0 0 48 16,0 0 32-16,0 0 27 0,0-13 136 16,0 13-162-16,0 0-26 0,0 0-30 15,0-9-20-15,0 9-11 0,0-19 34 16,0-6 60-16,0 6-13 16,0 12-42-16,0 0-3 15,0 2 2-15,0-2 28 0,0 7-65 0,0 0-20 16,0 0-4-16,0 0-4 0,0 0-3 15,0 0-2-15,0 0 9 0,-11 17-2 16,11-17 3-16,-12 16 0 0,12-16-2 16,-21 19-4-16,13-1 4 0,2-18-4 15,2 12 1-15,3-12 0 0,-1 6-6 16,0-6 2-16,2 0 3 0,0 0-3 16,0 0 3-16,0 0 4 0,0 0 11 15,0 0-2-15,0 0 2 0,0 0-2 0,14 0-2 16,-14 0-2-1,9-18 2-15,0 5-7 0,1 13 0 16,-5-13 5-16,-1 13 3 0,-2-11-1 0,0 11-2 16,-1 0-6-16,1 0 0 0,-2 0 2 15,0 0 3-15,0 0-3 0,0 0 0 16,0 0 4-16,0 0 1 0,0 0 0 16,0 0-1-16,0 0-2 0,-18 0-5 15,18 0-5-15,-11 0 3 0,11 17 2 16,-20-17 3-16,9 16 7 0,-11 14 28 15,10-9-18-15,2 0-1 0,-1 4-8 16,4 1-3-16,-1 31-1 0,5-30-5 16,3 0 0-16,0-2 1 0,0-5-3 15,19 1 0-15,5 8 1 0,-5-17 3 0,-1-6-3 16,5-3-16-16,5-3-25 0,3 0-30 16,36-21-175-16,-31 21 66 0,0-22-50 15,0 22-84-15,63-57-1746 16,-73 43 924-16,-1-3 215 0</inkml:trace>
  <inkml:trace contextRef="#ctx0" brushRef="#br0" timeOffset="137894.51">18231 12593 4129 0,'-23'0'27'0,"23"19"136"0,-16-19 147 0,-1 17 427 0,7-17-466 0,10 21-102 15,-14-21-53-15,14 22-26 0,-6-7-13 16,6 13 42-16,0-11-81 0,0-2-18 16,20-1-13-16,-20 0 0 0,22 8 5 15,4-13-5-15,-10-1-2 0,3-6 1 16,-3-2 2-16,1 0-3 0,19 0 9 16,-18-25-2-16,0 25 18 0,-3-25 14 15,0 25 17-15,-3-27 6 0,10-18 77 16,-22 15-102-16,0 15-28 15,0 0-8-15,-27 2 2 0,27 0-7 16,-72-6-8-16,47 19 3 0,-20 0-1 16,5 0-17-16,25 19-22 15,-7-19-133-15,16 0 37 0,6 13-7 16,0-13-14-16,0 0-43 0,0 0-403 16,28 0 175-16,-28 0-77 0,32 0 60 15,-12 0 19-15,4-19 128 0,29 0 79 16,-23 19 250-16,3-26 62 0,1 10-16 15,3 3 34-15,-1 0-16 0,28-11 88 16,4 2 673-16,-52 15 164 16,-14 5-612-16,-2 0-141 15,0 2-101-15,0-2 132 0,0 2-35 16,0 0-170-16,-17 0-15 0,17 0-25 16,0 0-3-16,0 0-41 15,0 0-7-15,0 0 4 0,0 16-1 16,0-16-1-16,0 15 0 0,0-15 6 15,0 19-6-15,0-7 6 0,0-1 2 0,27 0-7 16,3 10 4-16,13-4-9 16,-21-10 6-16,5-1-1 15,21 11 11-15,-1-2 3 0,-25-7-7 16,-3 1-6-16,-1 2 0 16,-6 0 4-16,-4-1-1 0,-1 14 17 0,-7-11-22 15,0 3-2-15,-29 3-6 0,10 1-6 16,-6-1-18-16,-3 2-26 0,0-3-31 15,-2-3-25-15,2-2-17 0,5-6-5 16,-16-5-200-16,17-2-180 16,22-24 109-16,-11 24-189 0,11-21-238 15,0 21-241-15,0-30-101 0</inkml:trace>
  <inkml:trace contextRef="#ctx0" brushRef="#br0" timeOffset="138561.62">19143 12378 5477 0,'0'0'62'0,"0"0"67"0,0 13 71 0,0-13 22 0,0 18 120 0,0 5-201 16,0-12-95-16,0 2-5 0,0-3 6 16,0 2 6-16,17-3-3 0,-17 0-7 15,28-5-11-15,-10 2-5 0,2-4-18 16,27-1 10-16,3-1-17 15,-25-18 0-15,3 18 3 0,-5-18-3 16,1 18 7-16,13-36 28 16,-8 13 45-16,-22 11-26 0,-2 1-5 0,-2 1 3 15,-3 1-2-15,0 2-11 0,0 0 0 16,0 3-4-16,0 0-5 0,0 1-2 16,0-3-5-16,0 6-37 15,0 0 4-15,0 0-1 0,0 0 8 16,0 0-2-16,0 19 4 15,0-1 1-15,0-5-3 0,19 4 3 16,2 21-4-16,1 7 7 16,-12-20-5-16,2 5 4 0,-2 2-8 15,0-2 6-15,-3 2 1 0,0 31 0 16,-5-32 0-16,-2 0-3 0,0-2 0 0,0-2 4 16,-29-4-4-16,29-3 0 0,-29-1 4 15,11-6 2-15,0-3-4 0,3-4 6 16,-1-6-4-16,-12 0-6 0,16-22-2 15,0 22 1-15,5-32-1 0,0 9-13 16,1-3-7-16,6 3-10 0,0-3-10 16,0-2-12-16,0 1-23 0,25-25-161 15,-1 8-184-15,-7 22 100 16,2 0-202-16,-1 1-339 0,5-1-302 0</inkml:trace>
  <inkml:trace contextRef="#ctx0" brushRef="#br0" timeOffset="138996.01">19581 12091 5119 0,'-10'0'25'0,"1"0"36"0,5 0 10 0,4 0 61 0,0-16-100 0,29 16-32 16,-29 0-1-16,38-16 2 0,-14 16 2 0,4-9 7 16,0 9 37-16,3-11 43 0,-2 5 45 15,23-2 198-15,-11 4-31 16,-27 2-163-16,0 2-3 0,-6-1-3 16,-2 1-14-16,0 0 45 15,-5 0-97-15,-1 0-30 0,0 0 10 16,1 0 5-16,5 21 43 15,14 31-5-15,-10-33-61 16,0 2 8-16,17 23 20 16,17 30-2-16,-28-46-41 15,-1 1 0-15,3 0-6 0,32 66 23 16,-32-60-25-16,3 2 2 0,-1 4-1 16,1 0-5-16,15 46 5 15,-8 3-3-15,-22-45-7 0,-6-3-15 16,0 0-30-16,-29-1-44 0,1-2-39 15,-7-3-56-15,-10-1-82 0,-5-4-131 16,-1-3-362-16,-57 6-1764 16</inkml:trace>
  <inkml:trace contextRef="#ctx0" brushRef="#br0" timeOffset="141760.81">20558 12246 3293 0,'0'2'96'0,"4"-1"206"0,-4 1 173 0,0-1 70 0,0-1-43 15,0 0-140-15,0 0-127 0,0 0-94 16,0 0-16-16,0 0-72 16,0 0-42-16,20 0-8 0,-2 0 4 15,4-21-2-15,4 21-5 0,8-16 7 16,1 16-13-16,5-21 1 0,0 10 3 15,1 3-18-15,31-9-144 16,-17 3-300-16,-35 7 45 0,-3 1-221 16,-5 0-264-16,-2-1-204 0,-7 1-149 0</inkml:trace>
  <inkml:trace contextRef="#ctx0" brushRef="#br0" timeOffset="142010.44">20836 12039 5218 0,'-10'0'78'0,"4"0"67"16,1 0 45-16,-2 0 141 15,7 0-239-15,0 0-80 0,0 0 18 16,0 0 15-16,0 22 20 0,0-22-11 16,16 28-9-16,-16-9-4 0,0 4-9 0,17 30 17 15,-17 3-35-15,10-27-14 16,-10-1-9-16,0 0-45 0,0-1-58 15,0 26-337-15,0-8-519 16,0-27 119-16,0-1-261 0,24-3-48 16</inkml:trace>
  <inkml:trace contextRef="#ctx0" brushRef="#br0" timeOffset="142293.79">21756 12114 5218 0,'0'-17'119'16,"0"3"97"-16,0-1 59 0,0 5 13 15,0-1-90-15,-19 5-81 0,19 6-43 16,0 0-10-16,-21 0 24 0,0 20 92 16,-3 31-80-16,10-28-71 15,-1 4 1-15,3 1-1 0,-1 28 2 16,13-2-23-1,21-6-3-15,-21-28-2 0,70 13 4 16,2-12-2-16,-28-13-6 0,4-1-26 16,4-3-16-16,5-1-67 0,2 0-49 15,58-2-372-15,-59-1 143 0,-3 0-279 16,0 0-292-16,-5 0-260 0</inkml:trace>
  <inkml:trace contextRef="#ctx0" brushRef="#br0" timeOffset="143111.34">6292 16076 3328 0,'-17'8'-9'0,"1"1"57"0,-1-3 123 0,-1 0 119 0,-15 7 389 16,21-7-411-16,0-1-57 0,4-1-65 16,1-2-40-16,5-1-47 0,1-1 20 15,1 0-20-15,0 0 28 0,32 0-13 0,-13-23-12 16,4 23-25-16,36-18 4 0,-26-5-31 16,4 23 5-16,2-21-14 15,-1 21-2-15,36-25-50 0,-37 25-44 0,1-12-75 16,-1 7-91-16,-1 1-117 0,-5 1-74 15,21 0-477-15,-29 3 507 0,-5 0-164 16,-5 0-42-16</inkml:trace>
  <inkml:trace contextRef="#ctx0" brushRef="#br0" timeOffset="143293.57">6397 16329 4699 0,'-25'11'7'0,"3"-3"62"0,5-1 93 16,0-3 50-16,2 0 126 0,8-2-289 15,5-2-49-15,2 2-13 0,0-2 13 16,21 0 11-16,17 0-14 0,-10 0-44 16,6-24-62-16,8 24-100 0,2-26-93 15,55-6-448-15,-48 13 405 0,-1 1 50 16,-3 0 17-16,-5 0-286 0,-3 1-72 16</inkml:trace>
  <inkml:trace contextRef="#ctx0" brushRef="#br0" timeOffset="143543.6">6571 16015 4242 0,'-12'-4'83'0,"5"-2"118"0,2-1 17 0,3-2-2 16,2 0-48-16,0-9 20 0,29 10-75 16,-8-1-18-16,2 1-15 0,7 2 9 15,62-1 54-15,-60 7-122 16,23 19-1-16,-32-19-16 0,28 61 15 15,-40-40-10-15,-5 3-5 16,-6 1 1-16,0 6-20 0,-38 33-192 16,18-27-53-16,-7 4-175 0,-4-2-92 15,-3 1-93-15,2-3 15 0,-28 31-773 0</inkml:trace>
  <inkml:trace contextRef="#ctx0" brushRef="#br0" timeOffset="144210.15">8644 15527 4770 0,'0'-2'51'0,"0"0"154"0,0-1 81 15,0-1 5-15,0 0 81 0,0 4-331 16,0 0-38-16,0 0-12 0,0 0 34 15,0 0 31-15,0 22 76 0,0-22-83 16,24 23-11-16,-24-8-1 0,18 0 6 16,-18 3-9-16,19 18 13 0,-1-15-34 15,-18 0-6-15,16 1 0 0,-16 0-8 16,19 26 6-16,-12-24-8 0,-3 3-27 0,-1 1-51 16,0-1-80-16,0 0-116 0,4 24-736 15,-4-27 340-15,0-1-37 0,3-4-94 16,-3-3 25-16</inkml:trace>
  <inkml:trace contextRef="#ctx0" brushRef="#br0" timeOffset="144493.01">8370 16230 4173 0,'-15'8'36'0,"1"2"130"0,-21 4 732 15,26-11-692-15,-2 0-12 16,11 0-77-16,0-3 22 0,0 0 21 16,31 0-13-16,-8 0-50 0,41-22 16 15,-23 22-73-15,8-23-5 0,8 7-8 16,5-3-9-16,1-3-11 0,72-22-2 16,-67 21-5-16,2 2 2 0,-5 1-1 15,-3 3-4-15,43-8-58 0,-67 17-24 16,-4 3-58-16,-7 3-61 0,-6 2-78 0,-8 0-99 15,-1 0-657-15,-10 22 480 16,-2-22 2-16,0 18-98 0,0-18-64 0</inkml:trace>
  <inkml:trace contextRef="#ctx0" brushRef="#br0" timeOffset="144826.72">8884 16372 4380 0,'0'1'292'16,"0"-1"208"-16,0 0-238 15,0 0 2-15,0 0-40 0,0 0-13 0,0 0-58 16,20 0 62-16,-20 0-135 0,14 16-5 16,-14-16-19-16,19 13-4 0,-2 5 14 15,-10-8-40-15,-1 3 0 0,-1 2 8 16,-5 0 16-16,4 5 10 0,-4 26 57 15,0-19-68-15,-19 0-15 0,19 0-12 16,-18-1-7-16,18-2-13 0,-18 12-1 16,18-22-1-16,0-5 3 0,0-7 1 15,0-2 3-15,50 0 1 0,-22-26-28 0,9 26-34 16,9-40-50 0,113-38-541-16,-102 53 229 0,2-1-237 15,0 0-351-15</inkml:trace>
  <inkml:trace contextRef="#ctx0" brushRef="#br0" timeOffset="145443.56">10068 16018 4448 0,'0'0'156'0,"0"0"104"0,0 0 39 0,0 0-4 0,0-20-83 0,19 20 48 15,-19-21-177-15,19 21-6 0,-19-17-5 0,24 8-10 16,-12 1-7-16,17-1 22 16,-15 9-43-16,-1 0-1 0,0 0 1 15,0 0 11-15,9 17 50 0,-14 12-44 0,-3-9-6 16,0 4 2-16,-4 3-1 0,-1 2-7 16,0 29 25-16,0-27-45 0,-24-2-9 15,24-1-8-15,0 0-1 0,-23 13 0 16,23-27-3-16,-15 0-1 0,15-6 1 15,0-2 2-15,0-3 3 0,0-3 5 16,0 0-8-16,21-23-2 0,-21 23-4 16,22-34-2-16,8-15-5 0,1-11 0 15,-1-8-6-15,-18 36 14 0,0 0 2 16,0 1 1-16,-3 0 4 16,-1 5 2-16,7-16 8 0,-12 28-3 0,-1 1-1 15,-1 5 1-15,-1 4 0 0,0 4-5 16,0 0-7-16,0 0-5 0,0 0 0 15,0 0 2-15,0 0 5 0,-13 25-3 16,13-25 4-16,0 31-2 0,0-12 9 16,0 4-3-16,0 4-1 0,0 23 10 15,0-26-11-15,19 0-2 0,-19-1-4 16,24-2-4-16,-6-2-28 0,24 12-175 16,-15-19 7-16,2-4-113 0,5-1-236 0,3-6-225 15,45-1-1727-15</inkml:trace>
  <inkml:trace contextRef="#ctx0" brushRef="#br0" timeOffset="145859.85">11497 15879 4433 0,'-17'10'15'0,"1"-1"106"0,5-3 126 0,1-1 73 0,-4 0 219 16,12-3-420-16,1 0-61 0,1-2-4 0,0 0 21 15,27 0 12-15,7 0 38 0,-8 0-102 16,4-20-13-16,3 20-1 0,2 0-1 16,2-13-3-16,38 13-3 0,-43 0-10 15,-2 0-43-15,-2-9-63 0,-4 9-123 16,14 0-735-16,-25 0 297 0,-1-8-57 15,0 2-71-15,-4-1 11 0</inkml:trace>
  <inkml:trace contextRef="#ctx0" brushRef="#br0" timeOffset="146077.38">11796 15701 4677 0,'-8'0'139'0,"-2"14"417"0,6-14-243 16,1 0-102-16,2 0-91 0,0 0-36 15,1 0-10-15,0 15 104 0,0-15-83 16,0 11-23-16,0 2-17 0,0-1-11 16,17 26 28-16,-17-20-46 0,17 2-6 15,-17 3-5-15,15 1-7 0,-15-1-3 16,13 27-5-16,0-24-42 0,-13 1-58 0,6-1-64 16,-1-1-103-16,0-1-129 0,8 20-885 15,-4-24 370-15,2-5-122 0,1-3 235 16</inkml:trace>
  <inkml:trace contextRef="#ctx0" brushRef="#br0" timeOffset="147493.57">13182 15185 4154 0,'3'-11'242'0,"-3"2"187"0,2 2 46 0,-2-3-65 0,0 5-128 16,0 2-63-16,0 3-176 0,0 0-16 15,0 0-6-15,0 0-2 0,0 0-9 0,0 0 40 16,0 0 0-16,0 15 7 0,0-15-1 16,21 16-10-16,-1 12 31 0,-20-9-17 15,22 3-5-15,-10 4-11 0,-2 3-6 16,1 1-24-16,-1 3-11 0,-1 0 1 16,2 3-3-16,-2-1 2 0,-2-1-32 15,6 28-175-15,-9-36 4 0,2 2-53 16,-2-4-64-16,-4-2-177 0,4-1-245 15,-2-7-286-15,0 1-223 0</inkml:trace>
  <inkml:trace contextRef="#ctx0" brushRef="#br0" timeOffset="147759.57">12967 15890 4727 0,'-19'6'116'0,"6"-4"152"15,1-1 64-15,2 0 0 0,5-1-96 16,-1 0-104-16,4 0-47 0,2 0 104 16,22 0 19-16,10-17-127 15,-10 17-19-15,9-15-18 0,46-5 17 16,21-10-18-16,-43 11-36 0,5 0 1 16,-1 0-11-16,73-15-8 15,2 5-4-15,-71 15-24 16,-2 4-14-16,-9 1-23 0,-4 3-34 0,-10 1-15 15,-9 1-34-15,-10 2-48 0,-3 2-67 16,-7-2-131-16,-4 2-216 0,-5 0-1441 16</inkml:trace>
  <inkml:trace contextRef="#ctx0" brushRef="#br0" timeOffset="148261.57">13405 16008 4853 0,'-11'2'124'16,"0"-1"111"-16,3 0 53 0,2 0 216 15,6 0-283-15,0 0-96 0,0 3 16 16,0 0 17-16,0 0-1 16,0 0-39-16,0 4-27 0,14 1-25 0,-14-1-19 15,0 1-11-15,17 7 6 16,12 3-23-16,12 10-9 16,-25-22-9-16,-3 1-2 0,3-2 7 15,-1-2 1-15,-1-2-4 0,2-2 3 16,-2 0-10-16,3 0 1 0,14-19 3 15,-1-4 12-15,-18 23-9 16,-4-27-2-16,-1 10 1 0,-1 1 3 16,-3-2-4-16,-1 1 2 0,-2 2 3 15,0 1 0-15,0 4 15 0,0-7 2 16,0 10-12-16,-16 5-17 0,16 2 2 16,0 0-6-16,0 0 2 0,0 0 4 15,0 17 7-15,0-17-8 0,0 21 6 16,0-4 0-16,0 1-12 0,17 25-70 15,-2 4-96-15,5-21 43 16,-9 0-50-16,0 0-61 0,5-1-93 16,7 21-803-16,-10-25 149 0,-4-2-214 15</inkml:trace>
  <inkml:trace contextRef="#ctx0" brushRef="#br0" timeOffset="149627.07">14665 15402 4367 0,'0'-3'188'0,"0"0"110"0,0-3 407 0,0 1-296 16,0 3-284-16,0 2-22 0,0 0-32 16,0 0 18-16,-13 0-66 15,3 0-19-15,10 0-1 0,-15 18 5 16,6-18-10-16,-9 15 2 16,5 2 0-16,10-2-5 0,0-15 1 0,3 10 7 15,0-10 1-15,0 7 10 0,0-7 8 16,30 8 3-16,-30-2 6 0,29-2 0 15,-10-3-1-15,3 3-6 0,25-1 17 16,-22-3-19-16,2 0 2 0,0 0-4 16,-4 0-1-16,-1 0-5 0,-3 0-6 15,-5 0 7-15,0 0 4 0,-4 0 15 16,-5 0 8-16,1 21 38 0,-6 21-33 16,0-27-37-16,-23 3-1 15,-4 18 2-15,-7 0-5 16,18-19-9-16,0 0-27 0,-2-5-23 0,7-1-39 15,-9 3-208 1,11-7-180-16,9-7 46 0,0 0-299 0,0 0-271 16,0-24-331-16</inkml:trace>
  <inkml:trace contextRef="#ctx0" brushRef="#br0" timeOffset="149859.57">15027 15462 5792 0,'2'0'84'16,"3"0"40"-16,-5 0 14 0,0 0-3 16,0 0-74-16,0 0 40 0,0 0 54 15,0 18-83-15,0-18-15 16,20 18-21-16,-20-18-13 0,17 36-13 16,1-25-8-16,-18 2 2 0,18-3 0 15,-18 1-4-15,14 0-44 0,-14-3-66 16,9 0-77-16,-9 1-110 0,6-1-152 15,-6-4-243-15,7 0-1570 16</inkml:trace>
  <inkml:trace contextRef="#ctx0" brushRef="#br0" timeOffset="150025.88">15119 15258 4901 0,'0'-12'86'0,"-15"-1"107"0,7 4 34 15,-1-3-5-15,-7-5-27 16,9 5-262-16,5 10-112 0,2-2-162 16,0 4-299-16,0 0-336 0,0 0-190 15</inkml:trace>
  <inkml:trace contextRef="#ctx0" brushRef="#br0" timeOffset="150427.04">15335 15432 4283 0,'0'16'689'0,"0"-9"-308"16,0 0-106-16,0 2-70 0,0-1-16 16,20 0-32-16,-20 1-30 0,26 0-25 15,-26 1-33-15,28-1-11 0,-2 8 38 16,-6 1-23-16,-20-9-47 0,11 0-1 15,-11-2-5-15,5 8 9 16,-5-4-7-16,0-8-5 0,0-1 5 16,0-1 29-16,0-1 17 0,0 0-8 15,0 0-11-15,0 0-34 0,0 0-13 16,0-20 0-16,0 20-6 0,0-46 7 16,20 6-4-16,-20 18-4 15,21 0 4-15,-21 4-4 0,22 0-1 16,2-8-5-16,-12 18 8 0,-2 2 1 15,0 6 2-15,0 0-1 0,2 0-3 16,-3 0 4-16,1 0-4 0,-1 25 6 16,1-25-9-16,1 26-32 0,6 4-177 15,0-2-219-15,-11-14 133 0,1 0-109 16,-2-2-201-16,1-2-332 0,1-1-210 16,-3-3-221-16</inkml:trace>
  <inkml:trace contextRef="#ctx0" brushRef="#br0" timeOffset="150742.43">15798 15212 5249 0,'1'-17'136'0,"-1"2"93"0,1-9 333 16,5 1-287-16,-4 14-222 15,6 1-13-15,10-6 71 0,-6 9-49 16,13-5 25-16,-11 10-52 0,1 0 1 15,-2 0 5-15,-2 0 0 0,-1 29 3 16,0-29-9-16,-3 36 4 0,-2-14 4 16,-3 6 0-16,-2 28 25 15,0 4-28-15,0-30-26 0,-24-2-9 16,24-2-7-16,0 1 2 0,-15-7-2 16,15-3 1-16,0 0 2 0,0-4 0 15,0-4-4-15,22-2-8 0,42-7-19 16,-32 0-21-16,6-16-40 0,5 16-75 15,4-22-88-15,54 2-741 16,10-5-1231-16</inkml:trace>
  <inkml:trace contextRef="#ctx0" brushRef="#br0" timeOffset="151242.35">16405 15204 5961 0,'-6'0'83'16,"4"0"57"-16,2 0 163 15,0 0-166-15,0-15-93 0,27 15 3 16,-27 0 3-16,28 0-4 0,-11 0-10 16,1 0 8-16,1 0-3 0,-1 0 3 15,-2 0 0-15,11 25 25 16,-13 19-14-16,-14-25-36 0,0 3-2 15,0 2-6-15,0 2 1 0,-25 34-6 16,0-1 0-16,25-34-1 16,-22-2-5-16,22-2-2 0,-16-4 0 0,16-5 0 15,0-4 10-15,-9-3 0 0,9-4-1 16,0-1 2-16,0 0-9 16,26-26-3-16,-26-5 2 0,23 10-2 15,-8-4-1-15,18-31-15 16,6-8-2-16,-22 29 11 0,3 0 5 15,-4 2-3-15,11-30 11 16,-7 18 12-16,-15 29-8 0,-2 2-3 16,-2 6-1-16,-1 5-3 0,0 3-4 0,0 0 1 15,0 0-2-15,0 26 6 16,0-26-1-16,0 30 1 0,-17-8 2 16,17 24-2-16,0-21-2 0,0 0 2 0,0 1-2 15,21 1-1-15,-21-2 1 0,33-1-26 16,37 43-463-1,-17-35-502-15,1-14-1211 16</inkml:trace>
  <inkml:trace contextRef="#ctx0" brushRef="#br0" timeOffset="151608.89">17728 15034 4837 0,'-15'15'118'0,"11"-9"58"0,4-3 55 0,-2-3-14 16,2 0-50-16,22 0-13 16,9-18-146-16,27-1-7 0,-21 19-5 15,2-22-3-15,1 22-72 0,5-20-93 16,0 10-156-16,32-2-663 0,-46 12 386 15,-3-7-135-15,-9 7-12 0</inkml:trace>
  <inkml:trace contextRef="#ctx0" brushRef="#br0" timeOffset="151742.26">17974 15165 4724 0,'-24'18'132'0,"0"1"92"16,6-6 41-16,4-3-1 0,7-5-118 15,1 2-34-15,6-7-104 0,0 0 10 16,34 0-15-16,-9 0-57 0,4-21-78 15,9 21-156-15,4-25-262 0,5 8-346 16,3 1-221-16</inkml:trace>
  <inkml:trace contextRef="#ctx0" brushRef="#br0" timeOffset="152858.75">19065 14912 3947 0,'0'0'60'0,"0"-21"175"0,0 21 437 0,0-17-150 16,0 1-391-16,0 16-31 0,0-17-14 0,0 10 22 16,0-2 14-16,0 2 7 15,0 1 1-15,0 2-11 0,0-5 89 16,0 6-89-16,0 3-85 0,0 0 2 16,0 0 5-16,-22 0 18 0,22 26-7 15,-20-26 1-15,6 32-12 0,-1-10-17 16,1 1 0-16,-8 28-16 15,14-3-6-15,2-25 0 0,6-4 4 16,0-1-9-16,21-2-7 0,-21-1-7 16,58 8-89-16,-31-17 4 0,5-1-41 15,2-1-24-15,4-4-50 0,0 0-24 0,2 0-24 16,1-26-31-16,2 26 5 16,63-66-189-16,-81 47 464 15,0-1 7-15,17-42 269 0,-35 44-36 16,-3 0 3-16,-2 3 7 0,-2 3-38 15,0 0-52-15,0-8 96 16,0 17-199-16,-22 3 0 0,22 0 6 16,0 0-3-16,-14 0-4 0,14 18-12 15,0-18-6-15,-15 14-7 0,15 4 6 16,0-3-15-16,0-15-1 16,0 11 1-16,0-11 0 0,28 11 3 15,2-5-9-15,-14-6-6 0,2 0-2 16,2 0 7-16,12-21 2 15,-7 4 13-15,-14 17-8 0,-4-15-1 16,-1 15 0-16,-4-31 2 16,-2 8-12-16,0 10 3 15,-19-12-8-15,-2 14 7 0,-6-5-11 16,-3 6 12-16,14 6 6 16,4 4-8-16,0-2-3 0,12 1-14 15,-11 1-22-15,11 0-98 0,0 0 64 16,0 0 14-16,0 0 12 0,21 0-12 15,-21 0-12-15,35 0-9 0,45 0-115 16,-48 0 164-16,0 0 20 16,0 0 5-16,3-19 5 0,-6 19 25 0,-1 0 34 15,-1-17 49-15,0 17 44 0,15-14 236 16,-17 4-43-16,-17 2-223 16,-3 8-35-16,-3-3-30 0,-2 3-11 15,0 0-7-15,0 0 0 16,-21 21 33-16,21-21-61 0,0 15 3 15,0-15-7-15,0 22 4 0,0-22 1 16,0 20 4-16,0-9 1 0,23 10 24 31,58 27 9-31,-65-40-46 0,2 0 4 0,17 12-12 16,1-1 10-16,-21-10 0 16,1 5-1-16,-5-3-5 0,-1 0 1 15,-7 2-7-15,-3-1-23 16,-34 29-385-16,11-26 108 0,-4 1-182 15,-3-2-417-15,0 0-299 0,-3-4-375 16</inkml:trace>
  <inkml:trace contextRef="#ctx0" brushRef="#br0" timeOffset="153508.32">20769 14752 5872 0,'0'3'48'0,"0"6"244"0,0 1 77 0,0-5-244 0,0 2-32 16,0 0-22-16,22 1-6 0,11 11 53 15,-16-12-101-15,3-4-11 16,3 1-5-16,3-2 5 0,3-2-6 0,-1 0 5 15,5 0-4-15,0 0-3 16,-1 0 2-16,21-16-1 16,-9 1 12-16,-28 0-5 0,-5 15 2 0,-2-17 14 15,-5 17 4-15,2-12 16 0,-3 12 7 16,-1-9-10-16,-2 9 0 0,0-5-8 16,0 5-12-16,0 0-6 0,0 0-19 15,0 0-1-15,0 0 9 16,0 17-1-16,0 3 3 15,0-3 0-15,20 2 7 0,-20 4 1 16,18 5-2-16,-18 2 8 0,18 35-4 16,-1 9-8-16,-3-37 0 15,-14 0-2-15,7 34 6 16,-7-8-7-16,0-32-3 0,0-5 0 0,-20 1-3 16,20-5 5-16,-44 14-38 15,-1-10-60-15,18-15 20 0,-3-6-19 16,-1-4-40-16,-2-1-55 0,1 0-52 15,0 0-48-15,2-28-70 0,3 10-136 16,6-4-285-16,-4-38-1554 16</inkml:trace>
  <inkml:trace contextRef="#ctx0" brushRef="#br0" timeOffset="153775.74">21535 14715 6052 0,'0'0'64'0,"0"0"42"0,0 0 30 0,0 0-1 0,0 0-43 16,0 0-27-16,20 0-14 0,4 0 16 15,38-20 56-15,17 1-53 16,-35-3-62-16,0 22-4 0,1-18-4 0,33 0 1 15,-11 5-57 1,-37 8-25-16,-6-2-49 0,-5 4-40 0,8-3-382 16,-14 2-770-16,-10 3 223 15,-2-4-262-15</inkml:trace>
  <inkml:trace contextRef="#ctx0" brushRef="#br0" timeOffset="154058.56">21906 14468 5424 0,'-10'-3'112'0,"1"2"86"15,-1-4 45-15,5 2 9 0,0 0-84 0,1-1-17 16,4 4-20-16,0 0-20 16,0 0 107-16,22 22-83 15,-5-2-42-15,-17 5-60 16,14-8-2-16,-14 1-12 0,11 21 12 15,-2 4-13-15,-9-21-14 16,0 4 4-16,0-2-6 0,0 0-3 16,0-1-12-16,0 2-33 0,0-1-35 15,-20 2-64-15,20-3-63 16,0 39-703-16,0-47 428 0,0-1-215 0,0-3-303 16,29-6-287-16</inkml:trace>
  <inkml:trace contextRef="#ctx0" brushRef="#br0" timeOffset="154475.16">22851 14429 5303 0,'3'-8'133'0,"-2"1"107"0,0-2 40 16,-1 1 15-16,0 0-78 0,0-1-72 15,0 3-40-15,0 0-20 0,0 2-19 16,-23 0 56-16,5 4-4 16,-7 0-59-16,11 29 0 0,-25 4 39 15,1 17-27-15,20-23-40 16,0 4-9-16,0 3-1 0,5-2-8 15,0 1-3-15,1 31 7 0,11-35-10 16,1 1-2-16,0-3-4 0,21-5 3 16,-21-2-2-16,41-4-1 0,-12-4-1 0,4-3-2 15,8-3-4-15,5-6-12 0,64 0-29 16,10-28-55-16,-59 28 38 16,-2-22-58-16,-4 22-31 0,-6-25-56 15,-8 25-92-15,-6-25-93 0,-9 13-273 16,-5 0-336-16,-7 1-267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2-02T19:01:11.9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11081 1394 4158 0,'0'-23'25'0,"0"12"-7"0,-17-1 268 0,17 2 46 16,0-1-25-16,-14-8 148 0,14 10-371 0,0 1-13 16,0 0-15-16,0-1-9 0,19-9 67 15,-19 11-62-15,17-1-5 0,-17 0-12 16,19 1-11-16,-19 1-11 0,14-2-8 15,-1 4-8-15,-13 3 1 0,12-1 2 16,-5 2 1-16,5-2 12 0,-6 2-5 16,1 0-3-16,0 0 6 0,0 0-4 15,2 0 0-15,3 0 4 16,6 17 8-16,-10 1-13 0,-6-18-4 16,1 15 2-16,-1-15 1 0,-2 18-2 15,1 2-5-15,-1-9 5 0,0 3-1 16,0 0 6-16,0 1-3 0,-28 23 1 15,0-16-3-15,7 3-1 0,-3 3-3 16,-2 0 7-16,1 0-4 0,-31 29 1 16,27-28-4-16,2-3-2 0,1-3 6 15,3-1-3-15,2-2 0 0,-15 9 5 16,22-17-3-16,2-4 5 0,3-2 16 16,1-1 15-16,-1-3 56 0,7-1-52 15,0-1-12-15,2 0 0 0,0 0 0 16,0 0 2-16,0 0 15 0,0 0-32 0,0-15-14 15,0 15-3-15,17 0 0 16,-4-9-3-16,-13 9 3 0,22-9-1 0,-7 9 2 16,2-9 0-16,4 9 3 0,17-5-5 15,-19 5-1-15,-1 0-2 0,2 0 6 16,-2 0-4-16,1 25 4 0,16-3-2 16,-18-22 4-16,2 26-6 0,-2-12 4 15,-3-3-1-15,11 11-7 0,-16-11-11 16,0-3-20-16,-3 1-29 0,-2-4-35 15,-1-1-23-15,2 2-197 0,-5-5 13 16,0-1-234-16,0 0-158 0,0 0-411 0</inkml:trace>
  <inkml:trace contextRef="#ctx0" brushRef="#br0" timeOffset="182.96">11403 1596 5912 0,'0'0'143'0,"-25"0"-18"0,25 0 15 0,0 0-51 0,-16 0-37 15,16 0-55-15,0-13-194 0,0 13-25 0,0 0-178 16,0 0-182-16,0-10-162 0,20 0-1298 16,1 3 1160-16</inkml:trace>
  <inkml:trace contextRef="#ctx0" brushRef="#br0" timeOffset="682.88">11621 1357 4224 0,'0'-19'124'0,"0"2"526"0,0 17-267 0,0-19-72 16,23 19-110-16,-23-17-52 0,18 17-44 15,7-15 28-15,-10 3-38 0,2 12-3 16,2-12-14-16,-1 7-8 0,0 2-46 16,0-2-16-16,-2 4-4 0,8-3 3 15,-8 4 3-15,-11 0 0 16,-3 0-2-16,-2 27 16 0,0-27 0 16,0 25 5-16,0-11 2 0,0 2-13 15,-29 1-6-15,29 2-6 0,-27 4-5 16,11-4 4-16,-14 16 0 0,16-20 3 15,14-2 1-15,-16-4 17 0,16-4 13 16,-9-1-2-16,9-3-6 0,0-1-6 0,0 0-9 16,0 0-2-16,0 0 21 15,20-18-13-15,-20 18-18 0,20 0-5 16,-20-17 3-16,28 17-6 0,5-14 5 16,0 14-14-16,-15 0 15 15,0 0-9-15,-2 0 9 0,0 0 10 16,1 23-7-16,-1-23 2 0,-3 23-4 15,-1-8-2-15,-3-1 0 0,5 19 5 16,-11-2 0-16,-3-14-5 16,0 0 4-16,0 2-2 0,-28-3-4 15,28 3-5-15,-29-1-16 0,10 1-48 0,3-3-65 16,-17 13-405-16,6-14-726 16,16-9 200-16,4-6-279 0</inkml:trace>
  <inkml:trace contextRef="#ctx0" brushRef="#br0" timeOffset="1183.33">10249 2280 4100 0,'-15'0'46'0,"4"0"473"0,9 0 182 15,1 0-505-15,-1 0-84 0,2 0-88 16,0 0-14-16,0 0 11 0,18 0 117 16,-18 0-41-16,25 0 1 0,-3 0 1 15,6 0 7-15,44 0 92 0,-26-21-113 16,9 21-12-16,11 0-11 0,10-20 2 16,10 20-11-16,113-19 23 0,-86-3-53 15,7 10-4-15,7 0-4 0,3 1 2 16,0-1-3-16,120-10 0 0,-130 12-9 15,-4-1-3-15,-10 3-2 0,-10-2 9 16,-10 2-3-16,52-11 21 16,-37 2-14-16,-69 9-6 0,-7 1-4 0,-5 2-9 15,-11-2-18-15,-3 2-33 16,-6 0-39-16,0 1-49 0,0 0-65 0,0-1-96 16,-19 3-190-16,19-4-1533 0</inkml:trace>
  <inkml:trace contextRef="#ctx0" brushRef="#br0" timeOffset="1849.36">13899 1092 2677 0,'16'-12'342'0,"-3"2"290"0,-1-2 47 0,-5 0-63 0,-1 3-196 0,-2 1-169 0,1 2-86 16,-5 0-29-16,2 2-41 0,-2-1 46 15,0 3-54-15,0 2-49 16,0 0-10-16,0 0 11 0,-15 0 21 15,15 0 20-15,-19 21 5 0,6-21 6 16,-7 31-6-16,-2-9-13 0,-34 36 42 16,-15 17-49-16,33-31-48 15,2 6-5-15,-1 5-5 0,-24 58 2 16,23 6-20-16,28-61 2 0,10 0 9 16,0-3 7-16,61 44-28 15,22-15-116-15,-33-47-3 0,5-5-67 16,4-5-81-16,4-8-191 0,-2-5-395 15,1-9-246-15,-5-5-346 0</inkml:trace>
  <inkml:trace contextRef="#ctx0" brushRef="#br0" timeOffset="2116.98">13975 1379 4856 0,'-2'0'273'15,"2"-17"-27"-15,0 17 32 0,29-18-57 16,-29 18-48-16,39-23-35 0,-10 10-21 16,7 1-34-16,2-3-14 0,5 0-40 15,41-13-36-15,-9 7-19 16,-43 12-29-16,-6 2-71 0,-8 2-77 0,-4 3-91 15,-5 0-134-15,0 0-227 0,-8 2-277 16,0 0-224-16,-1 0-179 0</inkml:trace>
  <inkml:trace contextRef="#ctx0" brushRef="#br0" timeOffset="2349.28">14292 1238 5675 0,'-9'0'133'0,"3"0"82"15,-1 0 283-15,4 0-275 16,3 0-189-16,0 0-26 0,0-15-9 0,0 15 25 16,0 0 21-16,0 0 8 0,0 0 13 15,25 0-24-15,-25 21-16 0,21-21-1 16,-21 19-12-16,38 4 3 0,-27-8-10 16,-11 3-3-16,18 0 4 0,-18 2-3 15,9 4-36-15,-9 3-49 0,0 2-75 16,0 4-97-16,0-1-102 0,0 4-167 15,-18 34-1361-15</inkml:trace>
  <inkml:trace contextRef="#ctx0" brushRef="#br0" timeOffset="2532.58">14229 1763 4804 0,'-11'0'148'0,"-1"0"65"15,-14 0 306-15,6 0-230 16,8 21-213-16,6-21-14 0,1 14-19 15,3-14 4-15,2 11 26 0,0-11 12 16,0 0-2-16,22 0-10 0,23 0-22 16,16-26-58-16,-23 26-59 15,5-20-86-15,3 20-134 0,4-25-279 16,2 12-377-16,-2-2-242 0</inkml:trace>
  <inkml:trace contextRef="#ctx0" brushRef="#br0" timeOffset="3065.7">14640 1433 5051 0,'-9'0'425'0,"9"0"-169"16,-2 0-68-16,2 0-81 0,0 0-42 15,0 0-7-15,0 0 120 0,23 0 51 16,-23 0-139-16,17 0-12 15,-17-14-7-15,36 2 28 0,-24 1-54 16,3 11-46-16,-6-4-2 0,-4 4 6 16,2 0-1-16,-3 0 4 0,2 0 2 15,-1 0-8-15,0 0 1 0,6 17 3 16,-3 20 1-16,-6-20-7 16,-1 2 17-16,-1 0-12 0,0 1 4 15,0-2-2-15,0 1-10 0,0-2 4 16,-19 0-1-16,19-2 1 0,0-3 8 15,-19 3 13-15,19-5 28 16,0-9-8-16,0-1 2 0,0 0 17 16,0-24-55-16,19 24-7 0,-19-27-2 15,16 8 5-15,-16-2 0 0,27-2 1 16,-10-1-2-16,-1 0-8 16,2 1 11-16,-3 2-4 0,1 5 1 0,7-6-3 15,-12 12-3-15,-9 10 5 16,5 0 3-16,-2 20-4 15,4 2 7-15,-5-4-5 16,0-2 7-16,3 5-10 0,7 20 7 16,1 1-4-16,-6-23-15 0,2-1-28 15,-2-2-38-15,5-2-49 16,-3-3-51-16,2-3-38 0,1-1-57 16,2-5-98-16,4-2-253 0,20 0-1541 15</inkml:trace>
  <inkml:trace contextRef="#ctx0" brushRef="#br0" timeOffset="3349.54">15276 1169 5591 0,'0'-5'244'0,"-15"1"30"0,15-1-66 0,-12 1-47 0,12-1-10 15,0 4-123-15,0 1-25 16,0 0 7-16,0 0 27 0,0 0 87 15,20 19-7 1,-20-19-77-16,15 19-4 0,-15-7-15 0,19 6-5 16,-19 1-7-16,25 25 1 0,-25-18-5 15,10 5-6-15,-10-1-12 0,3 3 13 16,-3 4-23-16,0 63-257 16,0-69 105-16,0-1-20 0,-15-5-46 15,15-3-67-15,0-5-81 0,0-2-111 16,0-5-194-16,-12-5-247 0,12-4-91 0</inkml:trace>
  <inkml:trace contextRef="#ctx0" brushRef="#br0" timeOffset="3532.42">15170 1488 5182 0,'-11'-4'236'0,"3"-3"330"15,8 7-481-15,0-4 75 16,0 1-96-16,22 0 11 0,-22-2-10 15,24-2-8-15,-8 0-15 0,2-2-22 16,5 1-6-16,1-2-11 0,1 2-1 0,5-1-36 16,28-7-282-1,44-7-2915-15,-83 18 1809 16</inkml:trace>
  <inkml:trace contextRef="#ctx0" brushRef="#br0" timeOffset="3899.15">15571 1594 4599 0,'-20'26'135'0,"20"-20"24"16,0-2 83-16,0-4 15 0,0 0-35 0,0 0 28 16,23-26-177-1,5 26-27-15,-10-24 11 0,-1 7-7 0,1-1 19 16,-1-2-10-16,-2-2 6 0,-3-2 6 15,-3 0 21-15,-2-18 84 16,-2 5-53-16,-5 24-90 0,0 2-19 16,0 5-5-16,-28 4-7 0,28 0-10 15,-29 2 6-15,12 0 5 0,-1 0 0 16,-1 31 6-16,-18 4 12 16,5 9 9-16,20-19-15 0,3-1-2 15,9 0-4-15,-7 24-5 0,7-6-3 16,20-23 4-16,-20-2-5 0,28-4 6 15,8 9-16 1,11-12-79-16,-19-8-40 0,2-2-82 0,2 0-111 16,4 0-211-16,3-21-349 0,2 21-269 15,2-26-296-15</inkml:trace>
  <inkml:trace contextRef="#ctx0" brushRef="#br0" timeOffset="4398.95">16187 1313 4144 0,'-27'-11'171'0,"27"3"125"0,-22 0 50 16,22 1 17-16,-40-6 108 0,40 13-407 16,-21 0 4-16,11 0 11 15,0 0 9-15,-2 21-11 0,-1-21-17 0,-2 24-16 16,3-8-18-16,-6 20-7 16,11-3-24-16,7-16 9 0,0-4-3 15,22-1 6-15,-22-4-1 0,26-8-12 16,-26 9 5-16,35-9-3 0,-16 0-2 15,3 0 4-15,0 0-7 0,0-22 7 16,25 0-3-16,-24 22 15 0,-1-28 3 16,-1 12 27-16,-4 2 48 0,-5-1 42 15,-2 3 38-15,-2-1-7 0,-4 2-18 0,-4 3-38 16,0-1-29 0,0-5 39-16,0 12-107 0,-24 2 1 0,24 0-2 15,0 0-6-15,-17 0 9 16,17 25 11-16,-12-25-11 0,12 25 0 15,0-8-1-15,-8 1-5 0,8 4 1 16,0 1 1-16,0 2-6 0,0 4 7 16,19 34 6-16,5 11 2 15,-6-34-12-15,-1 1-3 0,3 1-1 16,-1-1 0-16,0 3-1 0,-2-4 0 16,-4-2 6-16,-3-1-2 0,-10-4-5 15,9 27-55-15,-42-15-60 0,11-27 54 16,-5-5-4-16,-3-5-5 0,-4-2-12 15,-2-6-4-15,2 0-12 0,1 0-29 16,4-23-46-16,4 23-53 0,4-35-89 16,-2-15-843-16,18-9-1008 15,5 31 1008-15</inkml:trace>
  <inkml:trace contextRef="#ctx0" brushRef="#br0" timeOffset="4848.87">16533 1395 5385 0,'-12'-6'482'0,"12"3"-211"0,0-3-101 0,0 2-68 0,0-1-25 0,0 4 4 16,23-3 8-16,-23 0 18 0,21-1 9 15,-21 1-23-15,28-1-19 0,0-1 8 16,-14 2-64-16,-1 3-5 0,0 0 2 16,-2 0 0-16,0 1-7 0,0 0-4 0,-2 0-7 15,3 0 0-15,-1 0 7 0,8 17-2 16,-3 1 5 0,-11 8-6-16,-1-9 2 0,-3-2-3 0,-1 5 0 15,0 2 3-15,0 0 1 0,0-3-4 16,-27-1 4-16,27-1-1 0,-21 8-2 15,3-13 16-15,4-9 8 16,14-1 4-16,0-2-8 0,-8 0-5 16,8 0-11-16,0-28-5 15,0-5 0-15,0 11-6 0,0-5 11 16,25-1-11-16,-25-3 7 0,26 0 1 16,-9 0-3-16,3 2-3 0,-1 3-5 0,25-15-39 15,-8 14-108-15,-20 20-2 16,-2 0-90-16,-4 4-104 0,11 0-1218 15</inkml:trace>
  <inkml:trace contextRef="#ctx0" brushRef="#br0" timeOffset="5583">17163 1325 4954 0,'0'0'131'0,"-11"-17"93"0,11 17 69 0,-8-20 17 0,1 1 46 15,4 9-172-15,-1 10-111 0,1 0-10 16,-1 0-20-16,-8 0 71 16,-8 18 10-16,7-18-80 0,-3 29-9 15,-1-14-8-15,1 3 0 0,0 2-14 16,2-2-12-16,4-1-5 0,0-1-3 15,3-2 5-15,4-5 1 0,3 10 1 16,0-13-2-16,0-1 5 0,0-5-1 16,19 0 7-16,-19 0-3 0,17 0 5 15,9-22-11-15,-26 22 0 0,28-18-3 16,-12 18 11-16,0-23-3 0,-2 11-1 16,-1 0 6-16,-1-1 8 0,-4 1 10 15,3 0 7-15,0-2 22 16,-4 8-22-16,-6 0-34 0,1 6-5 15,0 0-8-15,-2 0 0 0,0 0 10 16,0 0 2-16,0 0 1 0,1 18 3 16,4 3-5-16,5 3 1 0,-4-11 1 15,3-1-8-15,0 1 8 16,1-2-6-16,4-1-3 0,0-1 13 0,4-9-8 16,0 7 10-16,4-7 5 0,25 0-9 15,4-24-12-15,-27 24-3 16,-1-25 1-16,-1 9 4 0,1-4-10 15,-2-1 14-15,13-28-13 0,-21 22 15 16,-1-3-10-16,0-26 13 16,-9 4 3-16,-3 8-6 15,0 24 2-15,-21 3 10 0,21 2-5 16,0 1-1-16,-19-4-4 0,6 9 3 16,13 6-2-16,0 2-12 15,0 1-13-15,0 0 12 16,0 0 9-16,0 23 9 0,0-23 0 0,0 31-4 15,0 14-6-15,0 16 1 16,0-28 4-16,18 1 11 0,-18 0-12 16,16 1 0-16,-16-1 5 0,16-2-15 15,-16 2-2-15,13-4-18 0,-13 0-42 16,12 22-158-16,-3-14-119 16,-9-23 151-16,0-6-18 0,0-2-8 15,0-3-516-15,0-4-836 16,0 0 508-16,0-19-132 0</inkml:trace>
  <inkml:trace contextRef="#ctx0" brushRef="#br0" timeOffset="5915.2">17489 1384 4627 0,'-8'-10'169'0,"0"0"98"0,3 3 46 0,1 2 10 0,3-1-109 0,1 0 31 0,0 1-149 16,0 1-77-16,28 0-5 15,4-9-6-15,14 0-12 16,-15 6 3-16,3 0-1 0,-2 1 3 15,3-1-2-15,40-6 42 16,1-2 46-16,-11 3 32 16,-37 6-40-16,17-3 119 15,-20 3-25-15,-18 5-116 0,-3-1-22 0,-1 0-18 16,-1 1-11-16,-2 1-5 0,0 0-8 16,0 0 5-16,0 0 2 0,0 0-3 15,0 0 15-15,0 20 7 16,0-1-10-16,0-2 2 0,0 0 0 15,0 2-8-15,0 1-1 0,0 1-1 16,0 2-5-16,0-2 6 0,0 1-5 16,0-2-10-16,0 16-63 0,0-6-147 15,0-21 51-15,13-1-54 0,-13-1-33 16,0-3-124-16,8-3-1290 0,-8-1 398 16</inkml:trace>
  <inkml:trace contextRef="#ctx0" brushRef="#br0" timeOffset="6098.67">18150 1065 5843 0,'-21'-13'136'0,"21"5"48"0,-19-2 44 16,19 0-38-16,0 0-71 0,-21 2-40 16,21 3-60-16,0-2-30 0,0 4-8 15,-9 0-51-15,9 1-43 0,0 0-337 0,0 2 89 16,0 0-172-16,0 0-225 0,0 0-294 15,18 0-185-15</inkml:trace>
  <inkml:trace contextRef="#ctx0" brushRef="#br0" timeOffset="6997.9">18276 1195 4860 0,'-19'0'141'0,"19"0"361"16,-15 0 11-16,15 0-359 0,0 0-68 16,0 0-31-16,0 0-2 0,0 0 10 15,0 0 31-15,23 0 8 0,-23 0-2 16,38 0 59-16,-6 0-55 16,-14 0-67-16,-4 0-6 0,0 0-8 15,-2 0-7-15,-2 12 0 0,-2-12-6 16,-2 12-1-16,-3-12-1 0,1 13-3 15,-2 6 2-15,-2 6 3 16,0-12-12-16,0 0 3 0,-24 2-2 16,24-2 5-16,-19 2-6 0,19-3 5 0,-20-2-2 15,20-1-1-15,-14-3 10 0,14 0-1 16,-10-5 12-16,10-1-24 16,0 0 0-16,0-20 7 0,22-3-2 15,-2-4-9-15,6 7 4 16,-11 1 4-16,4-2-5 0,0 0 2 15,26-22 0-15,1 5 0 16,-27 22-1-16,-2 2 1 0,-5 7-5 16,-3 2 4-16,-6 3-2 0,-1 2 0 0,-2 0 1 15,0 0 2-15,0 28 0 16,0 0 6-16,0 4-3 16,0-16-4-16,0-1 5 0,29-1-5 0,4 11-6 15,11-8-31-15,-16-11 14 16,-1-6 7-16,0 0 9 0,3 0 5 15,-2 0 1-15,0 0 0 0,-1-25 2 16,2 25 1-16,-1-31 8 0,-2 12-5 16,19-25 1-16,-11-2-2 15,-21 25 7-15,-6 1 7 0,-3 3 3 16,-4 3-10-16,0-5-2 0,0 15-11 16,-34 4 5-16,34 0-5 0,-33 0 8 15,13 0-7-15,1 23 4 0,1-23 0 16,0 21-2-16,5-21 6 0,3 23-7 0,-2-4-23 15,12-1-23-15,0-18 19 16,0 12 6-16,0-12 2 0,0 9 11 16,27-9 9-16,-27 4 4 0,21-4-1 15,-21 0 9-15,38 0 20 16,-14-18 70-16,-15 18-31 0,2 0-4 16,-11-18-5-16,10 18-9 0,-2-13 46 15,-8 13-106 1,0 0 0-16,0 0 8 0,0 18 8 15,0 10 16-15,0-11-14 16,0 8-1-16,0 1-1 0,0 4 0 16,0 4 4-16,18 2 5 0,-18 5 3 0,0 3 8 15,0 49 8-15,10 6-27 16,-10-4-3-16,0-51-2 16,0-3-1-16,-21-3 3 0,3 27-11 15,-9-20-25-15,10-28-14 16,-2-4-11-16,-5-6-36 0,-1-4-26 15,-35-3-260-15,28 0 105 0,-2-21-95 16,3 21-116-16,1-29-323 16</inkml:trace>
  <inkml:trace contextRef="#ctx0" brushRef="#br0" timeOffset="7631.75">19821 771 5607 0,'-1'-8'160'0,"0"-3"36"0,-1 3 47 0,2-2-21 0,0 2-47 0,0-4 67 16,0 6-154-16,0 5-76 16,0 1 11-16,0 0-24 0,0 0-6 15,0 0 3-15,0 0 41 16,0 24 1-16,0-24 3 0,0 20-9 15,0-8 16-15,0 1-11 0,0 30 33 16,0 5-29-16,0-23-22 16,23 4 0-16,-23 2-3 0,24 1-4 15,-24-3-5-15,27-3-6 0,-14 4-3 0,1-3 3 16,11 26-1-16,-16-4 6 16,1-27-3-16,-10-2 1 0,0-1-4 15,0-1-3-15,-20 1-19 0,20-2-16 16,-38-2-32-16,13 1-57 0,-4-3-70 15,-38 10-440-15,3-7-439 16,33-11 215-16,4-5-268 0,6 0-147 16</inkml:trace>
  <inkml:trace contextRef="#ctx0" brushRef="#br0" timeOffset="8148.34">19703 1154 4990 0,'13'-8'138'0,"-2"1"67"16,-2 1 47-16,3 0 20 0,1 0-108 15,14-4 23-15,6 0-122 16,-14 4-55-16,2 3-8 0,2-2-7 16,2 0-21-16,3 1-27 0,1-1-42 15,3 1-37-15,1-2-12 0,-1 1 0 16,34-5-77-16,-5-2 102 16,-34 5 102-16,-1-1 12 0,-4 1 0 15,0-2 2-15,-5 0 28 0,0 3 35 0,-6-1 51 16,1 1 24-16,-5 0-3 0,-3 4-25 15,-1-2 8-15,-3 4-64 16,0 0-1-16,0 0 18 0,-28 17 9 16,28-17 1-16,-28 20 1 0,12-20-12 15,-3 29-8-15,0-12-7 0,-20 22-1 16,8 0-26-16,20-19-18 16,2-2-4-16,-1 1-2 0,6-4 2 15,4 0-1-15,0-1 1 0,0-5-3 16,0 0 9-16,0-3-2 0,30 0 9 15,20-6-13-15,-30 0 1 0,-1 0 1 16,2-29 4-16,-3 29-9 16,1-25-2-16,-1 10 9 0,-2-3 13 15,-2 2 20-15,-1 0 20 0,-2-1 3 0,7-10 58 16,-9 8-41-16,-9 13-70 16,2 1-3-16,-2 3-12 15,0 2 0-15,0 0 7 0,0 0-8 16,2 0 4-16,-1 0-23 0,2 20-21 15,7-6-109-15,-6-14 55 0,3 18-32 16,0-18-42-16,0 17-58 0,6-17-85 16,-1 15-142-16,3-15-191 0,-1 14-324 15,8-8-183-15</inkml:trace>
  <inkml:trace contextRef="#ctx0" brushRef="#br0" timeOffset="8698.6">20811 1051 5125 0,'-17'-17'260'0,"5"-2"217"0,12 10-288 15,0-1-34-15,-11 4-38 0,11-2 6 0,0-1-6 16,-7 3-10-16,7 1-3 16,-7-2-16-16,3 3-26 0,-1 1-23 0,-6-1-21 15,-1 4-1-15,4 0 4 16,-1 19 1-16,1-19-3 0,1 25 1 15,-9 6-8-15,11-14-7 0,1-1-3 16,3 2 0-16,1 0 0 0,0-3-5 16,0 1 3-16,23-3 4 0,-23-1 1 15,29-1 0-15,-10-2-3 0,27 2-1 16,7-9 0-16,-24-2-4 16,0 0 6-16,2 0-3 0,60-44-28 15,-61 44 10-15,0-30 5 16,-2 10-7-16,-1-1 5 0,-2-7 1 0,-2-1 2 15,-3-5 1-15,0-2 3 0,12-38 8 16,-12 3 1 0,-16 42-2-16,0-24 0 0,-4 33 9 0,0 2 6 15,0-1-2-15,0 6 7 0,-19 1-11 16,19-8-5-16,-20 8-7 16,6 6 9-16,14-1-8 0,-12 6 7 15,12-2-9-15,0 3 1 0,-7 0-1 16,7 0-3-16,0 0 11 0,-7 25-4 15,7-25 4-15,0 25-2 0,0-6-2 16,0 4 4-16,0 2 4 0,0 32 0 16,22 11-1-16,-22-34-3 0,17 2 2 15,-17 1-7-15,0-1 7 0,0-2-4 16,0-3-2-16,0 0-18 0,0-1-49 16,0 20-280-16,0-12-395 15,0-24 62-15,-22-2-305 0,22-3-179 16</inkml:trace>
  <inkml:trace contextRef="#ctx0" brushRef="#br0" timeOffset="9148.66">21176 1002 5432 0,'17'-14'140'0,"-17"-1"84"0,0 5 60 0,0 2 30 0,0-7 45 0,0 8-232 15,0 6-114-15,0 1-8 16,0 0-17-16,0 0 7 15,23 0 5-15,-6 0-1 0,4 0-3 16,5 0 5-16,5 0 1 0,32 0-5 16,-28 0-3-16,-2-19-1 0,-3 19 7 15,-3 0 2-15,-3-15 3 0,-7 15 7 16,0 0 2-16,-6-10 7 0,-3 10 5 0,-3 0-10 16,-3 0-8-1,-2 0-8-15,0 27 22 16,-24-27-7-16,6 73 2 0,0-51-20 15,18 0 6-15,-16-2-6 0,16 4-7 16,0 13-43-16,0-6-54 16,0-20 55-16,19-2 13 0,-19-3 23 15,24-1 5-15,-24-3 14 0,30-2-2 16,18-19 20-16,-33 19 1 16,-1-22 14-16,-2 22 8 0,-1-33 6 15,-3 15 5-15,-3-4-13 0,0 0-2 16,-5-24 4-16,0 6-35 0,-22 23-14 15,22 6-2-15,-27 3 2 16,11 2-22-16,2 4-29 0,-2 2-52 0,1 0-70 16,1 0-72-16,0 17-75 0,-7 3-848 15,14-1-1062-15</inkml:trace>
  <inkml:trace contextRef="#ctx0" brushRef="#br0" timeOffset="9564.77">21833 988 5625 0,'-21'-7'106'0,"21"7"67"0,-13-5 71 0,13 2 37 16,0-1-71-16,0 0-67 0,0 2-27 15,0 2-91-15,0 0-3 16,30 0 4-16,2 0 22 15,6 21-25-15,-18-7-17 0,1-14 0 16,-1 19-5-16,-4-9 6 0,6 13 10 16,0 2-1-16,-16-12-10 15,-6 0-3-15,4 0-1 0,-3 15 10 16,-1 0 3-16,0-15-14 0,0-2 5 16,-22-2-3-16,22 0-2 15,-17-1 2-15,17-2 3 0,-14-4-1 0,14 0 6 16,-16 0 13-16,4-2 13 15,4-19-2-15,8 19-19 0,0-17-8 16,0 17-3-16,0-26-3 0,0 11-6 16,0-2 6-16,20-4-7 0,-20 0 5 15,23-2 0-15,-8 2 0 0,21-20-43 16,-1 9-92-16,-18 20 12 16,-2 3-74-16,1 3-99 0,-3 2-200 15,8 4-1529-15,-10 0 554 0</inkml:trace>
  <inkml:trace contextRef="#ctx0" brushRef="#br0" timeOffset="9865.2">22263 698 5763 0,'0'-8'100'0,"0"-4"296"0,0 7-121 0,0 1-58 0,0 0-54 0,0 2-47 16,0 0-52-16,21 1 4 15,-7 1 7-15,26 20-11 0,-2 5-27 16,-18-9-25-16,3 2 5 16,24 31 7-16,-25-22-12 0,22 36-6 15,-27-27-2-15,9 41-4 16,-18 1-5-16,-8-40-8 15,0 1-28-15,-40 3-48 0,8 0-100 16,-10 3-146-16,-68 44-1420 0,41-44 346 16</inkml:trace>
  <inkml:trace contextRef="#ctx0" brushRef="#br0" timeOffset="27695.17">2015 2942 3035 0,'0'-7'155'0,"0"3"201"16,0 2 16-16,-19-3 169 0,0 5-477 15,-4 0-50-15,23 0-7 0,-23 24 25 0,7-24-26 16,0 25 16-16,0-10 101 0,-2 5 33 15,-1 1 6-15,-1 2-2 0,1 2-77 16,-23 43 3-16,32-47-85 16,1 26 116-16,9-34-40 15,0 0-8-15,0 0 5 0,22-2-1 16,-22-1-19-16,31-3 3 0,14 7 5 16,7-9-34-16,-26-5-26 15,-1 2 3-15,-2-2-3 0,-5 1 4 16,-4 4 6-16,7 7 18 0,-12 4 22 15,-9-5-22-15,0 3-1 16,0 1-11-16,-23 20 6 16,-37 9-17-16,30-21-9 0,-4 2-3 0,-1-3 0 15,1 0-2-15,2-2-10 0,3-2-24 16,6-6-47-16,6-3-82 0,-1-1-545 16,18-8-840-16,20 0 492 15,-20-27-133-15</inkml:trace>
  <inkml:trace contextRef="#ctx0" brushRef="#br0" timeOffset="28011.78">2165 3434 2162 0,'5'18'898'16,"-5"-18"-363"-16,0 16 1 0,5 0 412 16,-2-16-716-16,2 0-56 0,2 0-40 15,2 0-32-15,6 0-44 0,-1 0-42 16,28-22-11-16,6-1 1 15,-23 23-3-15,1-23 1 0,-2 8-1 16,-2 2 12-16,0 1 9 0,7-14 72 16,-20 13-46-16,-1-11 9 15,-8 12-46-15,0 2-14 0,-27-8 19 16,-31 5 9-16,34 10-16 0,-3 0-3 16,0 3 1-16,0 0-7 15,3 0-4-15,0 0-2 0,1 22 0 0,6-22 0 16,-12 20 9-16,14 21-11 15,12-27-20-15,3 2-22 0,0 1-47 16,0-2-55-16,0 2-79 0,0-4-84 16,25 1-192-16,-25-3-223 0,22-1-232 15</inkml:trace>
  <inkml:trace contextRef="#ctx0" brushRef="#br0" timeOffset="28361.47">2702 2939 4594 0,'0'-7'201'16,"-20"0"149"-16,20 1 50 0,-17 1 2 16,17 1-156-16,-13 1-110 0,13 0-62 15,-7 3-75-15,7 0-4 0,0 0 16 16,0 0 19-16,0 0 27 0,0 0 0 15,0 25 3-15,24-25-7 0,-24 25 11 16,16-6-1-16,1 24 16 0,-3 7-69 16,-14-24-6-16,0 3 6 15,13 2-7-15,-13 3 6 0,0 0-3 0,7 0-4 16,-7 1 5-16,4 1-5 0,0 31 1 16,1-13-15-16,-4-32-39 15,1-5-51-15,-2-6-68 0,2 0-87 16,1-5-58-16,-1-2-132 0,0-3-299 15,2-1-253-15,2 0-270 0</inkml:trace>
  <inkml:trace contextRef="#ctx0" brushRef="#br0" timeOffset="28678.34">2983 3198 5076 0,'0'0'114'0,"-17"0"279"15,17 0-186-15,0 0 141 16,0 21-48-16,0-1-84 16,20-20-140-16,-20 25-6 15,18 7 50-15,19 3-46 16,-25-18-53-16,4-2-2 0,-3 0-9 16,2-1-3-16,-3-2 0 0,0-3 8 15,0-2 5-15,-2 0 3 0,1-2 6 0,3 1 35 16,-3-6-9-16,-6 0-43 15,2 0 0-15,0-22-6 0,0 22-2 16,12-49-3-16,3 1-14 16,-11 23 0-16,-2-2-5 0,0 1-10 15,1 1-34-15,-2 1-49 0,-2 2-63 16,0 1-72-16,2 2-71 0,1 3-119 16,8-10-1234-16,7 7-1070 15</inkml:trace>
  <inkml:trace contextRef="#ctx0" brushRef="#br0" timeOffset="28995.18">3606 3354 4148 0,'-22'13'912'0,"11"-11"-12"16,11-2-828-16,0 0-57 0,0-21-8 15,0 21 3-15,21-25-4 0,-21 11 5 16,21-3 7-16,-21-2 10 0,27-1 25 15,-4-14 102-15,-23 19-70 0,16 5 1 16,-16 0-10-16,0 2 1 0,0 8-26 16,0-5-26-16,0 5-18 0,0 0-14 15,-25 0 8-15,25 0 6 0,-56 30 24 16,11 26-2-16,23-33-25 0,4 1 4 16,3-1-4-16,4-2 13 0,11 0 0 15,0 28 15-15,22-38-31 16,-3 2-31-16,3-5-40 0,7-2-46 15,2-3-45-15,4-2-20 0,4-1-38 16,1 0-87-16,42 0-974 16,0-28-1063-16</inkml:trace>
  <inkml:trace contextRef="#ctx0" brushRef="#br0" timeOffset="29294.91">4276 3077 3778 0,'-23'12'448'0,"23"-12"-187"15,-14 0-26-15,14 0-14 0,-7 12 265 16,7-12-113-16,21 4-251 16,-21-4-20-16,25 0-27 0,-9 0-7 15,3 0-13-15,0 0 2 0,0-18 9 16,-1 18 10-16,-1-17 2 0,-3 17-4 0,-3-21-6 15,1 2 42-15,-12 19-71 0,0-17-14 16,0 9-17-16,0 8-11 0,0-10-12 16,-23 10-7-16,23-6-33 0,-17 6-65 15,17 0-85-15,-19 0-135 0,-5 24-966 16,5 4-1011-16</inkml:trace>
  <inkml:trace contextRef="#ctx0" brushRef="#br0" timeOffset="29528.38">4313 3514 4342 0,'0'7'183'0,"0"0"111"0,12-3 47 15,1-2 4-15,15-2 28 16,7 0-200-16,-13-18-103 0,-4 18-6 16,1-15 4-16,-3 15 3 0,-2-17-9 15,-4 17 5-15,-3-16-2 0,-1 16-8 16,-6-14-11-16,0 14-20 0,0-10-22 15,-20 5-12-15,-9 5-1 0,12 0 8 16,0 0-1-16,-4 0 2 0,4 0-5 16,-1 18-15-16,5-18-51 0,1 0-57 0,12 0-91 15,-14 16-105-15,14-16-918 16,0 12-1017-16</inkml:trace>
  <inkml:trace contextRef="#ctx0" brushRef="#br0" timeOffset="30928.34">6069 3264 4426 0,'0'0'251'0,"0"0"62"0,0-19 52 0,0 19-25 15,-18-15-81-15,18 15-101 0,0-16-16 16,0 1-113-16,0 15-1 0,21-13 4 16,-21 13 1-16,22-20 19 0,8 15-34 15,-14 0-2-15,3 0-3 0,0 0-1 16,0 3-4-16,16 0-5 0,-17 2-3 15,-4 0 3-15,0 0-6 0,-3 17 7 16,-3-17-2-16,6 18 16 0,-10 11-8 16,-3-12 2-16,-1 4 26 0,0 2-5 15,0 2-3-15,0 0 0 0,-26 28-21 16,-1-7-4-16,1-28 1 0,26-2-5 16,-23-4 3-16,23-3 6 0,-14-3-2 15,14-3 16-15,0-1 3 0,0-2 2 16,0 0-8-16,0-20-5 15,26-3-19-15,-26 7-3 0,28-3-3 16,-11-3 6-16,22-26-1 16,3-9 6-16,-19 32-5 0,0-1-3 15,-3 0 4-15,17-21-12 16,-14 17 30-16,-15 20 0 0,-4 2-4 16,-2 4-9-16,-2 3 0 0,0 1-3 0,0 0-4 15,-21 19 4-15,21-19-1 0,-27 23 5 16,-6 12 0-1,1 7-3-15,18-19 0 0,3-1 2 0,11 3 4 16,-11 0-5-16,11-1-1 0,0 26-12 16,29-7-55-16,-29-24-17 15,36-5-56-15,-10-1-58 0,39 2-493 16,19-11-961-16,-36-4 422 16,4 0-287-16</inkml:trace>
  <inkml:trace contextRef="#ctx0" brushRef="#br0" timeOffset="31846.98">7211 2852 4778 0,'-7'-10'15'0,"7"0"178"0,-11-1 89 0,11 4 75 15,-9-6 230-15,6 3-290 0,3 7-220 16,0 1-3-16,0 1-32 16,0 0 0-16,0 1-41 0,0 0 6 15,0 0 19-15,0 24 3 0,0 9 17 16,18 14-30 0,-18-19-12-16,0 2-3 0,14 2 1 0,-14 3-2 15,0-3 2-15,16-1 11 0,-16-4-7 16,8 0-4-16,-8-3 0 0,8 10-12 15,-3-18 26-15,-3-11-6 16,-2-4 4-16,0-1 0 0,0 0 4 16,0 0-6-16,0-21-2 0,0 21-19 15,0-20 7-15,-22 4-2 0,22 0-4 16,-21-1 6-16,9 1 0 0,-3 0-8 0,-2-1 2 16,-1 4-2-16,-1 1 0 0,-17 7 1 15,3-3 2-15,18 8 9 16,0 0-7-16,3 0 6 0,0 30 2 15,4-30-2-15,1 31 9 0,0-15-5 16,2 2-1-16,2 21-8 16,3-4-5-16,0-20 7 0,0-3-1 15,25 1-3-15,-25-3 6 0,23-3-11 16,-6-7 2-16,0 0-11 0,6 0-14 16,2 0-11-16,36-25-54 0,10-3 24 15,-35 11 48-15,2-1 4 16,0-1 9-16,-3 0 9 0,-2 0 11 0,-4 1 8 15,-4-1 10-15,-7 6 17 0,-2-1 16 16,-7 3 7-16,-2-2 55 16,-7 8-62-16,0 4-52 0,0-2-9 15,0 3-3-15,0 0 1 0,0 0 1 16,0 0 12-16,0 0-11 0,0 18 8 16,0-2-16-16,0 3 14 15,0-8-1-15,23 0-4 0,-23-2-9 16,22-2-15-16,-22-7 4 0,24 11-2 15,-10-11 13-15,1 0 4 0,1 0-2 16,18-24 4-16,0-2 19 16,-17 9-1-16,-4 3 7 0,1-3 15 0,-5 3 19 15,-2 2 7-15,-2 0 8 0,-3 4-4 16,-1-1-16-16,0 9-8 0,0-12-20 16,-1 7-27-16,0 2-12 15,0 3 25-15,2 0-5 0,2 0-2 16,-1 0-4-16,6 24 1 0,-3 1 5 15,1-7 2-15,1 3-5 0,0 4 2 16,-1 1 2-16,0 1 1 0,1 3 3 16,-3 2-3-16,-1 0-1 0,-3-1-3 0,-1 21 1 15,0-4 1 1,-20-32-7-16,20 1-3 0,-22-5-21 0,5-2-40 16,-5-1-50-16,-2-4-75 0,-2-1-80 15,-5-1-97-15,-35-3-888 16,-3 0-964-16,38 0 877 0</inkml:trace>
  <inkml:trace contextRef="#ctx0" brushRef="#br0" timeOffset="32177.77">6995 3588 3273 0,'-14'7'252'0,"-2"-1"190"0,3 0 78 0,5-4 0 0,-2-1-178 0,2 1-129 16,2-1-81-16,3-1 87 15,3 0 43-15,0 0-156 0,27 0-38 16,-8 0-14-16,6 0 14 0,6-17 11 16,8 17 22-16,9 0-5 0,9-15-8 15,6 15-14-15,88-11 10 0,18-2-47 16,-80 0-29-16,3 7 6 0,1-3-5 15,-3 1-3-15,78-11-15 16,-24 2-103-16,-87 9 7 0,-13-1-16 16,-11 4-6-16,-9 1-39 0,-9-1-49 15,-11 1-101-15,-4 0-136 0,0 1-197 16,-25-1-210-16,-16-1-1340 16</inkml:trace>
  <inkml:trace contextRef="#ctx0" brushRef="#br0" timeOffset="32661.69">7406 3717 5728 0,'0'0'81'0,"0"0"85"0,0 0 62 16,0 0 2-16,0-17-73 0,0 17-75 15,0 0-69-15,0 0-8 0,0 0 5 16,0 0 72-16,0 25 21 16,0 2-54-16,21-5-24 0,-21 5 1 15,14-1 1-15,-14 4-9 0,0 1-7 0,12 2-9 16,-12 2-1-16,0 30 4 16,6-5 7-16,-6-35-10 0,5-3-6 15,-3-5 2-15,3-3 6 0,-3-5 0 16,-1-3 6-16,1-2 6 0,0-3-13 15,0-1 3-15,-1 0-11 16,-1-28 7-16,0-5-3 0,0 13-2 16,-26 0-8-16,26-1 1 0,-26 2 3 15,10 1 0-15,-4 3 6 0,-3 3 1 16,-3 12-8-16,-2-9 3 0,-30 9-7 16,29 0 12-16,1 0-2 0,2 29 4 15,3-29 3-15,5 29-1 0,1-12-2 0,7 2-3 16,3-1-1-16,2 2-1 0,5-2 10 15,22 16 5-15,19-8-26 16,-14-17-32-16,4-3-40 0,3-6-30 16,5 0-40-16,3 0-64 0,1 0-53 15,3-23-146-15,-1 23-320 0,2-25-252 16</inkml:trace>
  <inkml:trace contextRef="#ctx0" brushRef="#br0" timeOffset="33161.28">7797 3930 5022 0,'0'0'34'0,"0"0"66"0,0 0 92 0,0 0 52 16,28 0-6-16,-28 0-31 0,30 0-57 15,16 0 92-15,6 0-29 16,-23 0-125-16,-2 0-22 0,-1 0-19 15,-4 0-12-15,-4 0-12 16,16 16 30-16,-30-1-28 0,-4-3-7 16,0 3 1-16,0 1-7 0,-19 3-10 0,19 2 10 15,-31 4-2-15,11 2-1 0,-16 22 1 16,5-10-11-16,20-25 3 16,11-3 11-16,-12-3 30 15,12-8-13-15,0 0 14 16,45-46-47-1,5-2-6-15,-9 3 2 16,-20 21 9-16,42-54 3 16,-43 53-7-16,12-20 4 0,-11 9-3 15,-13 16-9 1,-7 12 8-16,-1 5-2 0,0 1-2 16,0 2 6-16,-28 0-2 0,0 23 6 15,11 5-6-15,-1-13 7 0,-2 5-1 16,-8 23-3-16,-8 36 8 15,36-60-14-15,0-2 5 16,0-2 1-16,0 0-11 16,55 20-148-16,-33-24 21 0,7-5-62 15,7-2-99-15,7-2-184 0,9-2-387 16,4 0-265-16,1 0-360 16</inkml:trace>
  <inkml:trace contextRef="#ctx0" brushRef="#br0" timeOffset="33895.16">9358 3602 5139 0,'-36'2'476'0,"21"-2"-182"0,4 0-65 16,-4 0 17-16,8 0-138 16,6 0-60-16,1 0 3 0,0 0 6 15,0 0 8-15,0 0-6 0,30 0-12 16,-12 0-8-16,5 0-28 0,5 0-6 16,42 0-4-16,5-15 5 15,-39 15-11-15,-2 0 4 0,-3-7-1 16,-1 7 1-16,-5 0 4 0,-1 0-4 0,-5 0 3 15,-2-5-6-15,-4 5-15 16,-3 0-30-16,-3 0-46 0,-1 0-274 0,-6 0 34 16,0 0-299-16,0-2-310 0,0 1-335 15</inkml:trace>
  <inkml:trace contextRef="#ctx0" brushRef="#br0" timeOffset="35094.47">10357 3020 4309 0,'-13'-1'45'0,"13"1"153"0,-20 0 555 0,15-3-371 0,0 1-100 16,1 2-127-16,0 0-59 0,1 0-58 16,3 0 133-16,0 0-65 15,0 21 54-15,0-4-98 0,0-3-20 16,23 1-8-16,-23 2 2 0,20 2-10 16,5 17 17-16,-11-18-27 0,1 0 0 0,1-3-6 15,2 1-3-15,16 9 0 0,-15-13-3 16,-1-3 2-16,3-2-3 0,-4-2 2 15,2-1 0-15,15-4 3 0,-17 0-5 16,-3 0-1-16,0 0 5 0,-3-27-8 16,1 27 3-16,7-25 0 0,-11 1 0 15,-1 9 7-15,0 0 4 0,-2 0 5 16,1-12 30-16,-4 14-18 0,-2 2 6 16,0-1 2-16,0 3-2 0,0 3-7 0,0-2-13 15,0 4-20-15,0 4-7 16,0 0-2-16,0 0 2 0,0 0 4 15,0 0 8-15,0 21 2 0,0-21 0 0,0 20 1 16,0-7 0-16,0 14 2 0,0-12-6 16,0 2-1-16,0 1 1 0,0 3 1 15,13 2 0-15,-13 32 5 0,13-24-5 16,-13 0 0-16,9 0-29 0,-9-1-5 16,10-2-23-16,-4-1-34 0,8 20-216 15,4-14-230-15,-8-22 184 16,1-4-143-16,3 0-297 0,1-7-289 15,4 0-273-15</inkml:trace>
  <inkml:trace contextRef="#ctx0" brushRef="#br0" timeOffset="35693.87">11211 3257 5798 0,'-17'0'4'0,"17"0"100"0,-15 14 101 0,15-14-100 0,0 0 11 16,0 0 2-16,0 0 106 15,27 17-114-15,6-17-96 0,-11 0-7 16,-1 16-5-16,6-16 4 0,-2 0-5 0,2 16 5 16,-2-16-6-16,0 0 2 0,21 9 7 15,-3-9 17-15,-25 0 9 16,-4 0 5-16,1 0 3 0,-4-23 1 15,-1 23-7-15,7-39 66 16,-12 39-76-16,-3-21-2 0,0 21 19 16,1-17-2-16,-3 17 2 0,0-10 0 15,0 10-15-15,0-10-3 0,0 3-4 16,0 7-21-16,0 0-3 0,0 0 6 16,0 0-6-16,0 0 0 0,-16 28 3 15,16-13-2-15,0 3 0 16,0 7 3-16,-10 1 4 0,10 5 1 0,0 2 5 15,-5 43 4-15,5-34-9 0,0 3-8 16,0 2 6-16,0 3-3 0,22 4 1 16,-22 0 5-16,0 1-6 0,18 3-2 15,-18-1 1-15,0-2-3 0,0 39 13 16,0-24-11-16,0-43 0 16,0-8 8-16,-21-8 4 0,21-5-5 15,-24-6-1-15,7 0-1 0,-5 0-6 16,-3-27 2-16,-35-9-4 15,-3-10 6-15,32 20 3 0,4-2-4 16,4-3-3-16,3-2 1 0,6-4-6 0,4-4-2 16,8-1-5-16,2-4-14 0,0-2-15 15,24 0-16-15,24-44-80 0,10 17-34 16,-24 46 15-16,0 4-82 16,1 4-116-16,3 5-264 0,38-8-1585 15</inkml:trace>
  <inkml:trace contextRef="#ctx0" brushRef="#br0" timeOffset="39909.85">12325 3320 2491 0,'-14'0'744'0,"-8"14"415"0,10-14-749 16,-3 0-113-16,-17 0 87 15,-3 10-106-15,18-4-151 0,-1-6-4 16,1 7 10-16,4-7 2 0,3 5-39 16,-1-3-38-16,6 1-38 0,3-3-27 15,0 0-8-15,2 2 5 0,0-2 10 16,30 0 8-16,9 0-8 15,-13 0-2-15,7 0-1 0,3 0 1 16,5-18 0-16,-1 18-6 0,2 0-31 16,-1-15-41-16,33 6-277 15,-18 9-413-15,-36-7 74 0,-4 7-278 0,-7 0-107 16</inkml:trace>
  <inkml:trace contextRef="#ctx0" brushRef="#br0" timeOffset="40093.39">12286 3488 3776 0,'-24'14'198'0,"1"1"174"0,1-1 31 16,1 0-6-16,7-3-137 0,-10 8-63 15,16-5-153-15,8-8-26 16,0-3 10-16,0-1 5 0,57-2 13 16,4 0-40-16,-22 0-11 15,3-24-7-15,3 24-83 0,2-19-156 0,1 19-292 16,-3-19-382-16,-3 19-243 0</inkml:trace>
  <inkml:trace contextRef="#ctx0" brushRef="#br0" timeOffset="40759.71">13057 3423 5101 0,'0'-20'62'15,"0"20"72"-15,0-15 74 0,0 15 23 16,0-18-47-16,0 18-66 0,0-16-51 16,25 1 46-16,0 15-37 0,-8-13 3 15,-1 7-14-15,0-1-11 0,2 0-17 16,3 2-15-16,-2-1-8 0,1 0 2 15,-2 1 6-15,3 1 6 0,19-3 23 16,-5 4-28-16,-18 3-18 16,-4 0-1-16,-1 0 3 0,-2 0-1 0,-3 0 3 15,0 24 12-15,-4-24 8 0,-1 25-3 16,-2 8 28-16,0 10-22 16,-25-19-17-16,25 1-4 0,-29-1 0 15,10 1-1-15,-19 21-6 16,0-6-11-16,20-23 4 0,3-3 6 15,3-4 0-15,-3 2-1 16,8-6 20-16,7-6-12 0,0 0-7 16,0 0-10-16,0-18 2 0,27 18 1 0,-27-25 3 15,32 7-8-15,-11-3-4 16,6-5-5-16,0-1-11 0,5-3 10 16,31-32-12-16,-34 33 31 0,-2-2 0 0,-4 3-2 15,-4 1 5-15,2 2-1 16,-10 6 1-16,-1 1 0 0,-2 1 2 0,-4 2-1 15,-3-1 4-15,-1 9 14 16,0 5-17-16,0 0-3 0,0 2-12 16,-18 0 8-16,18 0 0 0,0 0 0 15,-18 26 8-15,18-26-1 0,-16 33 3 16,-6 9 22-16,-1 7-7 16,12-23-22-16,1-1-12 0,2-2 12 0,1 21 8 15,7-3-11 1,0-23-7-16,20-1 6 0,-20-2-5 0,34-3-32 15,-10-1-52-15,6-4-87 0,9-2-88 16,3-3-151-16,52-2-1388 16</inkml:trace>
  <inkml:trace contextRef="#ctx0" brushRef="#br0" timeOffset="41209.64">14167 2712 5121 0,'-5'-8'208'0,"3"2"59"0,-8-6 332 0,6 10-551 0,4 0-39 16,0 2-16-16,-2 0 13 0,-5 0 25 15,3 0 13-15,-13 24 79 16,-6 21-9-16,11-26-63 0,-1 3-10 16,1 2-16-16,1 1-2 0,2 1-16 0,0-2-5 15,4 2 2-15,-1-1-7 16,6-1-1-16,0-2 2 0,0 16-11 16,27-13 8-16,-27-16 3 0,27-5 7 15,7 1-1-15,1-5-2 16,-14 0 5-16,-2-25-9 0,0 25 0 15,-3-27 6-15,-1 12-1 0,-2-2 3 16,-3 2 2-16,-1-3 0 0,-5 2-8 16,-4 0-3-16,0-10-15 15,-19 9 7-15,-13 17 11 0,14 0-2 16,-5 0 1-16,5 0-16 0,-2 0-40 0,1 21-38 16,4-21-56-16,-1 25-55 0,7 4-421 15,-2 4-588 1,11-16 252-16,0-3-161 0</inkml:trace>
  <inkml:trace contextRef="#ctx0" brushRef="#br0" timeOffset="41642.9">14359 3457 5168 0,'0'11'-32'0,"-15"-2"-8"0,9 2-15 0,6-8 123 0,0-2 39 0,0 0 21 16,21-1-9-16,-21 2-48 0,32-2-5 16,-10 0-23-16,-1 0-3 0,1 0 15 15,3-20-4-15,20-1 69 16,-9-4-37-16,-25 12-66 0,3-5 8 15,-4 0-10-15,-5 1 9 0,1-1 11 16,-4-1-6-16,-2 0 28 0,0 3-1 16,0-11 53-16,-19 8-15 15,0 13-60-15,19 5-3 0,-25 1-6 16,-10 0 68-16,-7 21 20 0,19 9-70 16,-38 35 19-16,44-43-56 15,3 3-5-15,3-2 2 0,4 1 0 16,0-2-3-16,7 0 1 0,0-2 3 15,25 14-15-15,11-7-30 16,-14-19-20-16,5-2-48 0,3-4-69 16,5-2-95-16,2 0-122 0,5 0-268 15,1-19-316-15,1 19-226 0</inkml:trace>
  <inkml:trace contextRef="#ctx0" brushRef="#br0" timeOffset="42292">14779 2841 4348 0,'21'-18'642'0,"-21"7"-280"0,22 0-118 0,-22-1-87 0,25 0-29 0,-9 4-39 16,0-3-5-16,1 2-3 0,-1 1-1 16,3 2-9-16,16-3 28 15,-3 6-24-15,-17 3-36 0,1 0 4 16,-3 0-4-16,14 19 28 16,-7 1-1-16,-13 9-29 0,-1-12 0 15,-3 2-7-15,-3 27 12 16,0 7-16-16,-24-27-16 0,24 5 1 15,-27-2-6-15,11 0 0 0,-2 1 4 0,0-6-1 16,4-2-7-16,-3-1 3 16,6-6-3-16,11-4 20 0,-15-4 25 0,15-2 68 15,0-5-79-15,0 0-22 0,0 0-19 16,0-20-1-16,0 20 3 0,0-29-4 16,26 10 11-16,19-57-14 15,-24 47 4-15,3-1-2 0,4 1 1 16,2-2 0-16,-3 0 3 0,5 2-1 15,1-1 7-15,29-29-3 16,-9 11 10-16,-38 28-1 0,3 3 2 16,-7 2-3-16,-5 5 2 0,-3 2-4 15,-3 3 4-15,0 3-8 0,0 1 0 0,-18 1-8 16,-5 0 7 0,23 0 3-16,-30 19 5 0,16-19 2 0,-4 19 7 15,-15 7 8-15,3 5-9 16,19-12-5-16,-1 0-5 0,1 4-5 15,-3 27 1-15,8 2 2 16,6-22-5-16,0 0-16 0,32-1-16 16,-12 0-31-16,4 1-64 0,4-5-69 15,3-3-99-15,5 0-160 0,0-7-361 16,46 1-1694-16</inkml:trace>
  <inkml:trace contextRef="#ctx0" brushRef="#br1" timeOffset="86536.14">16186 3274 3041 0,'-27'0'13'0,"-20"0"309"0,26 0 59 0,5-19 132 0,3 19-103 15,2 0-86-15,1 0-119 0,7-11-205 16,3 11-18-16,0 0 21 0,0 0 25 0,20 0 17 15,13 0 53-15,-9 0-50 16,6 0 10-16,4-6 11 0,8 6 12 16,52-6 61-16,-44 3-85 0,6 1-8 0,3 2-13 15,4-2-11-15,2 0-3 0,71 0-6 16,-66 1-10-16,2 0-8 0,0 1 2 16,0-3-4-16,-4 0 2 0,57-3-10 15,-66 1 8-15,-3-1-8 0,-8 2-1 16,-5-2-5-16,28-7-29 0,-44 7 21 15,-1 2-5-15,-6-4 9 0,-5 2-7 16,-1 1-13-16,0-7-138 0,-10 7 20 16,-2 1-89-16,0 0-113 0,-2 1-127 0,0 0-61 15,0-5-493-15,0 5 461 16,-25-3-49-16</inkml:trace>
  <inkml:trace contextRef="#ctx0" brushRef="#br1" timeOffset="86819.01">17294 2967 3872 0,'-31'-5'531'15,"18"1"-78"-15,2 3 24 0,6-4-120 16,-3 1-99-16,5 2-107 0,2 0-67 0,1 0-45 16,0-1-17-16,0 2 7 0,21-1 3 15,24 1 84-15,-25 1-82 16,5 0 0-16,0 0 8 15,53 48 56-15,-52-31-80 0,0 3-8 16,1 4 6-16,-5 2-1 0,0 4-5 16,11 36-1-16,-14 5-13 15,-19-37 4-15,0 2-31 0,-23 1-61 16,-1-3-73-16,-9 1-100 0,-9-2-100 16,-8 0-143-16,-8 1-261 0,-5-5-241 15</inkml:trace>
  <inkml:trace contextRef="#ctx0" brushRef="#br1" timeOffset="87785.11">18759 2792 2983 0,'0'-9'186'0,"0"-1"225"0,0 3 92 0,0-2 10 0,0 1-143 0,0-2-20 15,-22 6-255-15,22 4-76 0,-14 0-4 16,14 0 16-16,-20 0 24 0,6 28 29 15,1-11 19-15,0 5 5 0,-3 9-19 16,-16 46 24 0,6 17-79-16,17-44-21 0,2 1-7 0,3-2 4 15,3-1-6-15,1-5-4 16,24 65-15-16,2-79 12 0,-10-6-7 16,3-2-10-16,-1-8-1 15,41 9-66-15,-39-22 37 0,-2 0 6 16,0 0 2-16,-5-22-9 15,12-26-57-15,-22 26 73 0,-3-28-16 16,-24-2 49-16,-5 8 12 16,9 25 2-16,0 3 15 0,1 3 22 15,0 1 22-15,4 1-3 16,-9-9 21-16,11 5-108 16,13 11 10-16,26-2-43 15,36-6-24-15,-4 0 29 16,-26 8 37-16,-1-2-8 0,32-4 16 15,-3 1 21-15,-35 6-11 0,-1-2 22 16,-4 3 19-16,-2 0 19 16,-5-1 19-16,12-1 139 0,-22 4-162 15,-1 0-5-15,-2 0-13 0,0 0-17 16,0 0-8-16,0 0-1 0,0 0-1 16,0 0 7-16,0 19-4 0,0 3 18 15,0 12 10-15,0-14-15 16,0 4-6-16,0 28 7 15,0 1-40-15,14-2-3 16,-14-26-15-16,12-3-34 0,-2 16-194 16,0-9-154-16,-5-17 109 15,-1-3-178-15,1-4-277 0,-2-3-285 16</inkml:trace>
  <inkml:trace contextRef="#ctx0" brushRef="#br1" timeOffset="88152.03">19414 3259 4837 0,'-11'0'84'0,"11"0"226"0,0 0-153 0,20 0-45 0,-20 0-66 15,31 0-29-15,-11-24-16 16,2 24 0-16,5-22 6 0,1 22-15 0,-1-25 7 15,26-8 14 1,-13-3 14-16,-25 17 14 0,-3-4 40 0,-5 3 29 16,-7-16 125-16,0 10-111 15,0 16-95-15,-34 5-4 0,15 5 6 16,-4 0 8-16,-1 0-2 0,-2 27 2 16,-1-10 1-16,0 5-7 0,0 3 0 15,3 2-4-15,-14 31 7 0,15-1-23 16,16-28-11-16,7-4-7 0,0 21-1 15,22-7-9 1,-22-24-11-16,33-3-29 0,-10-2-38 0,2-4-54 16,6-3-61-16,74-2-1132 15,-68-1 404-15,0-21-136 16</inkml:trace>
  <inkml:trace contextRef="#ctx0" brushRef="#br1" timeOffset="88819.13">19861 2995 4940 0,'0'-3'340'15,"0"3"-107"-15,0 0-63 0,0-1-58 16,0 1-44-16,0 0-53 0,0 0 0 16,0 0 14-16,0 0 13 0,21 0 15 15,1 16 33-15,4-16-44 16,-11 19-41-16,-3-19 3 0,-1 18-4 15,0-8 15-15,-3 0 4 0,-2 3 10 16,-6 2 1-16,5 1 2 0,-5 2-3 16,0 23 7-16,-24 4-27 15,24-23-8-15,-22-4-6 0,22 1 2 16,-26 1 6-16,4 8 6 0,7-11 1 16,15-12 19-16,-10-2 19 15,10-3-3-15,0 0-5 0,0 0-32 16,0-20-14-16,0 20-5 0,24-28 6 0,-24 8-1 15,45-22 9-15,-6-13-5 16,-18 29-6-16,1 0-5 0,0 2 2 16,19-15-7-16,-6 14 6 15,-22 19-3-15,-1 3 8 0,-3 3 3 16,-2 0-3-16,-2 0 9 0,-2 26-6 16,0-26 3-16,1 26-5 0,2-10-4 15,-2-1-2-15,11 14 0 0,9-19-3 16,-9 7 3-16,2-17-9 0,25 10-25 15,3-3-24 1,-21-7 42-16,-3 0 5 0,1 0 15 16,34 0 12-16,-43-23-9 0,2 23 3 15,-4-21-2-15,-2 6 0 0,0-4 6 16,-2 2 5-16,0-25 51 16,-5 2 47-16,-2 22-44 0,0 4-2 15,0 0-8-15,0 3-9 0,-21 5-15 16,21-1-22-16,-17 6-5 0,17-1-8 15,-37 2 5-15,11 27 3 16,14-27-7-16,-1 33 0 0,1-12-3 0,2 3-4 16,4 4-4-16,1-5-15 0,5 2 0 15,0 2-10-15,0-2 2 0,30 25-70 16,66 27-362 0,-65-64 189-16,3-2-260 0,4-4-360 15,3-3-287-15</inkml:trace>
  <inkml:trace contextRef="#ctx0" brushRef="#br1" timeOffset="89218.13">20757 3009 4537 0,'-6'0'102'0,"6"0"72"0,0 0 55 15,0 0 17-15,0 0-17 0,0 0-42 16,18 0-30-16,-18 0-39 0,26 0-20 16,10 18 61-16,6-18-67 15,-23 19-69-15,3-19-4 0,-3 13-2 16,-1-13 1-16,13 28 15 16,-8-5 5-16,-16-10-6 0,-3 1 4 15,-3 0-1-15,-1 1 1 0,0 1-9 0,0-2-2 16,-25 1 0-16,25-3-7 0,-25 15 4 15,1-10-4-15,5-13 10 16,19 1 11-16,-11-5 1 0,11 0-4 16,0 0-15-16,-8-30-20 15,8 30 5-15,0-25-4 0,0 8 3 16,0-1-10-16,21-4-6 0,-21-4-14 16,25 1-36-16,-10-2-31 0,1 0-55 15,3-2-46-15,21-18-360 0,2 16-519 16,-24 21 140-16,2 3-221 15</inkml:trace>
  <inkml:trace contextRef="#ctx0" brushRef="#br1" timeOffset="89902.72">21665 2939 4604 0,'0'0'158'0,"-23"-19"379"16,2-5 15-16,-1 24-405 0,11-8-69 16,-1 8-51-16,-2 0 4 0,0 0 2 0,-3 20 14 15,0-20 9-15,-2 30-13 16,0-10-7-16,-16 26-14 16,7 2-16-16,20-23-5 0,1-2 2 0,3-3 0 15,2-3-4-15,2-5 3 0,0-2-1 16,0-3-1-16,0-2 2 0,0-2 4 15,20-3 7-15,-1 0 1 16,-19-23-15-16,29 23-4 0,-12-25 3 16,2 7-5-16,1-1 18 0,17-16 48 15,-21 19-13-15,0-1 11 0,-3 4-5 16,-3 1 13-16,-3 4-18 0,-2 2-18 16,-2 1-21-16,-1 5-22 0,-1-4 3 0,0 4-14 15,-1 0 20-15,0 23 6 16,0-23-6-16,0 23-9 0,0-23 0 15,22 38-24-15,-4-16 4 16,-18-13 20-16,21 1-1 0,-7-10 0 16,1 6 7-16,2-6 1 0,2 0-3 15,3 0-2-15,2-19 0 0,3 19-6 16,30-49-30-16,-5 5-25 16,-30 21 40-16,-2-7 24 0,-5-2 7 15,-1-4 6-15,-7 2 18 0,-3-3 15 16,-2-1 17-16,-2-1 19 0,0-35 81 15,0 13-36-15,0 36-88 0,-26 4-7 16,26 5-2-16,0 1-13 0,-16 6-8 16,16 3-3-16,0 4-13 0,0 2 4 15,0 0 9-15,-13 0 4 0,13 30 5 16,-7 2-3-16,7-11 7 16,-7 4 7-16,4 2 11 0,0 3-4 15,-1 2 5-15,2 2-6 0,-1 1-3 16,1 6-1-16,1 45-11 0,1 4-9 15,0-44 14-15,0 2-15 16,0 1 1-16,0 0-23 0,0 44-124 16,0-11-184-16,0-47 71 0,0-3-121 15,0-5-286-15,15 10-1576 16</inkml:trace>
  <inkml:trace contextRef="#ctx0" brushRef="#br1" timeOffset="90418.64">22945 2519 5010 0,'0'-10'118'0,"0"0"66"0,0 3 58 0,0 0 39 0,0 1-73 0,0 4-57 16,0 1-52-16,0 1-49 0,0 0-36 16,0 0-9-16,0 0 2 0,0 0 52 15,0 0 5-15,0 19 9 0,0-19 1 16,0 22-3-16,0-5-11 0,-13 3-2 16,13 7-4-16,-13 2-8 0,13 5-6 15,-11 38 30-15,3 3-22 16,0-38-40-16,6 2-3 0,0 1 1 0,0 1-6 15,2 41 15-15,0 0-11 16,0-45-3-16,0-2-15 0,0 0-21 16,0-9-45-16,0-1-51 0,-22-3-66 15,22-5-68-15,-24-2-98 0,7-4-216 16,-22-4-1484-16</inkml:trace>
  <inkml:trace contextRef="#ctx0" brushRef="#br1" timeOffset="90834.92">22755 2909 2996 0,'19'-1'230'0,"3"0"85"0,7-2 23 16,2 1-71-16,6-1-96 0,48-2 20 16,-39 2-149-16,-2 0 14 0,2 0 8 15,-5 0 49-15,-4 0 82 0,-5 0 61 16,-7-2 45-16,-5 4-6 0,-5-2-34 15,-7-1-36-15,-4 3-52 0,-3-3 59 16,-1 4-175-16,0 0-26 0,0 0-23 16,-23 0-1-16,23 0 10 0,-22 19 6 15,22-19 2-15,-31 29-5 0,13-9-14 16,-13 24-5-16,9 7 3 0,22-23-12 16,-7-3-5-16,7-1-17 15,0-5-20-15,22 15-85 0,27-16 23 16,-28-14 75-16,4-3 7 0,1-1 2 15,1 0 1-15,1-22 4 0,-2 22 8 16,-1-33 9-16,-1 9 8 0,-4-2 5 16,10-36 53-16,-23 4 42 15,-7 29-67-15,0 5-16 0,-22 4-18 16,-21-6-22-16,-9 20-74 16,26 6-46-16,2 0-85 0,4 0-107 15,5 0-168-15,15 25-255 0,-13-25-257 0,13 19-222 16</inkml:trace>
  <inkml:trace contextRef="#ctx0" brushRef="#br1" timeOffset="91235.13">23611 2826 5320 0,'2'0'76'0,"-2"-1"22"0,1 1 48 0,1-1 53 0,2 0-33 0,-2-1-2 16,2 2-31-16,5 0-45 0,3 0-32 16,17 0 7-1,10 17-24-15,-16-2-24 0,-2-15 6 0,1 23-7 16,-2-11 0-16,16 16 8 16,-12 4 11-16,-17-17-11 0,-2-1 9 15,-4 1 8-15,-1 12 49 16,-20-1-8-16,20-17-39 0,-22 1-5 15,22-3-8-15,-29 1-3 0,12-4-10 16,2 0-6-16,-2-3 1 0,3-1-2 16,1 0-1-16,2 0-1 0,3 0 0 15,2-19 3-15,1 19-10 0,5-21-2 0,0 21-2 16,0-31-9-16,0 12 10 0,0-2-3 16,30-2 3-16,-30 0-2 0,39-1-17 15,-17 0-29-15,31-21-155 0,-2 6-134 16,-25 22 100-16,-4 1-191 15,17-12-1492-15</inkml:trace>
  <inkml:trace contextRef="#ctx0" brushRef="#br1" timeOffset="91901.27">24181 2812 5947 0,'-8'-12'133'0,"8"12"-30"0,0 0 50 0,0-9-33 0,0 9-19 16,0 0-30-16,0 0-47 0,0 0-22 15,0 0-3-15,20 0 15 0,-20 0 13 16,19 16-4-16,-5 2-13 15,-14-18-7-15,11 21 0 0,-11-7 4 0,6-1-2 16,-6 2 1-16,0 0-4 0,0 2 4 16,0-1 2-16,0 0-3 0,0 1 2 15,-24 10-16-15,10-14 15 0,14-3-6 16,-15-3 6-16,15-2 8 0,0-1 5 16,-11-1 22-16,11-3 7 0,0 0-12 15,0 0-10-15,0 0-29 16,19-22-2-16,-3-2 3 15,-16-2 2-15,23 11-4 0,9-17-7 16,6-2-1-16,-18 20 14 16,-1 0-9-16,0 3 1 0,-2 3 3 0,-2 2-2 15,-2 1 3-15,-4 4 2 0,0 1-4 16,4 0-1 0,-1 18 7-16,-8-18-5 0,-1 23 1 15,1-8 8-15,2-1-4 16,-6-14-9-16,2 14 4 0,-2-14 2 15,0 9 1-15,2-9 10 0,-2 0-6 16,1 0 4-16,1 0 8 0,1 0-8 16,-2 0 8-16,2 0-6 0,11 0-5 15,-4 0-5-15,0-20 1 0,4 20 2 16,1 0-4-16,2-20-2 0,2 20 4 0,-1-10-4 16,0 10 5-16,0 0 1 0,14 0 0 15,-11 0 16-15,-11 0-4 16,-5 22 2-16,1-22-6 0,1 29-2 15,11 8 1-15,9 2-1 16,-8-19-11-16,4-2-12 0,5-1-41 16,1-4-84-16,4-2-88 0,-1-3-188 15,3-8-444-15,2 0-258 0,-8 0-407 16</inkml:trace>
  <inkml:trace contextRef="#ctx0" brushRef="#br1" timeOffset="98167.07">7495 1600 2732 0,'-21'-4'0'0,"5"2"43"0,16 2-11 0,-14-5 30 0,14 4 9 15,0 1 8-15,-15 0-34 0,15 0 35 16,0 0-52-16,-7 0 5 0,7 0-54 15,0 0 9-15,0 0-53 16,0 0 127-16,0 0 71 0,-4 0-40 0,2 0-35 16,1 0 14-16,-1 0 86 0,-2 0-4 15,-5 20 104-15,4-2-180 16,-2-18 15-16,0 22 16 0,-1-9 17 0,1 2-19 16,-9 19 29-16,6-14-87 0,2 3-2 15,-1 3-19-15,1 3 12 0,-1 1-3 16,-8 37 8-16,8-33-31 0,2 3-14 15,1-3-20-15,1 0 32 0,-5 27-10 16,8-35-1-16,0 0-8 0,2-4-7 16,0-5-32-16,0 0-48 0,0 5-354 15,0-13 102-15,0-4 10 0,0-1 31 0,0-1 22 16,0-3 60-16,15 0-880 16</inkml:trace>
  <inkml:trace contextRef="#ctx0" brushRef="#br1" timeOffset="98567">7061 2085 2917 0,'-3'-2'33'0,"0"-1"26"0,0 3 21 0,2-3 30 0,0 2-54 0,0 0-3 0,1 1-42 16,0 0-2-16,0 0 44 0,0 0 43 15,0 0 295-15,22 0-200 0,-22 0-45 16,14 0-13-16,-14 0 8 0,18 20 17 16,0-5 209-16,-18-15-226 0,17 21-5 15,-9-8-30-15,0 2-8 0,1 2-19 16,6 20 33-16,-8-15-79 0,2 1-11 15,-2 1-6-15,1-2-12 0,7 20 8 16,-8-24-5-16,0-1 0 0,0-4-4 16,0-3-2-16,1-3 2 0,7 1 2 0,-7-8-1 15,5 0 0-15,1 0-6 0,4-25-21 16,4 8-51-16,34-31-337 0,-23 21 11 16,1 1-93-16,-1-2-38 0,-1 0-22 15,25-17-696-15,-36 28 556 0</inkml:trace>
  <inkml:trace contextRef="#ctx0" brushRef="#br1" timeOffset="102149.76">5887 2558 2947 0,'0'0'26'0,"0"0"49"0,0 0 278 0,0-17-41 0,0 17-64 15,-14 0-92-15,14 0-96 0,0 0-97 16,0 0-35-16,0 0 80 0,0 0-18 16,0 0 48-16,0 0-30 0,0 19-8 15,19-3 120-15,-19-16-43 0,20 19 41 16,-20-19-35-16,14 18-34 0,6 1 9 15,-11-10-27-15,3 1-16 0,0-1 29 16,1 0-14-16,-1-1 0 0,10 9 63 0,-11-13-49 16,-2 1 7-16,0-1 22 0,-2-3 15 15,-2 1 44-15,5-2 143 0,-6 0-176 16,2 0-25-16,-1-21-38 0,1 21-6 16,13-40 10-16,-9 23-24 0,1-5-6 15,3-3 1-15,2-2-12 0,16-30 15 16,-2 1-5-16,-13 25-8 15,14-30-12-15,-17 31-1 0,1-1-20 16,-1 2-30-16,1-5-45 0,12-24-243 16,-15 36 91-16,-3 2-93 0,0 5-89 15,-3 4-60-15,-2 4 10 0,-2 5-619 16,-2 2 500-16</inkml:trace>
  <inkml:trace contextRef="#ctx0" brushRef="#br1" timeOffset="102583.02">6011 2548 3138 0,'-2'0'10'0,"-2"-21"170"0,2 1 56 0,-2 7 174 0,3 2-50 0,0 11-43 0,1-14-101 0,-1 3-128 0,1 11-88 16,0-6-17-16,0 6-3 0,0 0 14 16,0 0-2-16,19 0 29 0,-19 0-18 15,20 0 1-15,-20 0 15 0,27 0-7 16,5 21 23-16,-16-3-19 0,0-18-14 16,-1 22 2-16,1-11-1 0,-1 3-19 15,13 9 23-15,-16-11-1 0,-1-2 9 16,-1 1-8-16,1-3 5 0,-2-2 26 15,3 2 145-15,-6-7-24 0,-1-1 9 0,1 0-25 16,-1 0-37-16,10-29-29 0,-6 29-61 16,3-34 0-16,1 10-2 0,1-2 3 15,2-1-7-15,19-30-2 0,-18 26-9 16,0 0-4-16,-2 1-11 0,1 2-27 16,-3 1-77-16,9-19-469 0,-13 27 70 15,0 5-104-15,-3 3-1 0,-1 4-210 16</inkml:trace>
  <inkml:trace contextRef="#ctx0" brushRef="#br1" timeOffset="113598.62">3626 5597 3793 0,'-23'0'0'0,"23"0"0"0,-17 0 75 16,17 0 159-16,-12 0 71 0,3 0 220 0,9 0-421 16,0 0-79-16,0 0-23 0,0 0-14 15,0 0 46-15,18 0-1 0,-18 0-3 16,23 0-20-16,-6 0-5 0,3-22-9 16,32 22 11-16,-21 0-8 0,1 0 1 15,3-18-2-15,2 18-39 0,2 0-79 16,32 0-395-16,-38-10 151 0,2 10-17 15,-3 0 51-15,-3 0-57 0,-4-5-212 16</inkml:trace>
  <inkml:trace contextRef="#ctx0" brushRef="#br1" timeOffset="113781.63">3676 5736 2917 0,'-35'15'0'0,"-29"9"565"16,17-9 390-16,26-10-655 0,4-1-129 15,8 0-133-15,5 0-32 0,4-4 0 16,23 3 26-16,-4-3-15 0,10 0-34 16,7 0-58-16,10 0-91 0,8 0-167 15,9-26-250-15,7 26-218 0,5-28-170 16,0 10-104-16</inkml:trace>
  <inkml:trace contextRef="#ctx0" brushRef="#br1" timeOffset="114064.69">3954 5373 5082 0,'0'-7'-6'0,"-7"1"19"0,7-1 57 16,0 3 38-16,27-7 147 16,10 3-103-16,-13 6-101 0,2 0 6 15,2 0-3-15,0 2 2 0,23 0 46 16,-10 0-34-16,-26 18-26 15,-2-18 7-15,-2 19 15 0,-4-5 16 0,0 3-19 16,0 7-18-16,-2 1-8 0,-3 9-18 16,0 4-5-16,-2 48 8 15,0 7-36-15,-23-47-41 0,23 1-65 16,-19-1-80-16,-17 40-533 16,-8-6-778-16,15-41 469 0,-4-2-222 15</inkml:trace>
  <inkml:trace contextRef="#ctx0" brushRef="#br1" timeOffset="115014.34">5773 4959 5093 0,'0'-13'2'0,"-19"-1"87"0,3-16 374 0,6-2 63 0,10 21-379 16,0 3-64-16,0 2-54 0,0 3-31 15,0 3-6-15,0 0 3 0,0 0 12 16,0 0 16-16,0 46 17 16,19 1-8-16,-19-19-18 0,0 2 4 15,18 36 4-15,-4-3-11 16,-14-4-11-16,0-31 4 16,7-1-4-16,-7-3-1 0,0-2 1 15,0-2-7-15,0-5 5 0,0-1-1 16,0-3 7-16,0 0 16 15,0-10-12-15,0-1-19 0,0-20-3 16,-18 20-1-16,18-27 0 0,-19-5 15 16,-6 16-1-16,9-1 1 0,2 1-6 15,-2 1 8-15,0 7-2 0,0 8 5 16,1-11 0-16,-3 11-1 0,3 0-4 16,0 0 0-16,2 0-7 0,-10 22 9 15,16 0-1-15,1-22 5 0,6 24 0 16,0-24 0-16,0 22-4 0,0-11 2 0,32-11-7 15,-14 16 0-15,5-16 9 16,5 7-5-16,34-7-2 0,9 0-9 16,-35 0 6-16,-1-23-5 0,-2 23-4 15,0-20 1-15,-4 20 6 0,-1-23 4 16,-4 9 8-16,-2-1 1 0,13-15 15 16,-11 2 66-16,-18 17-17 15,-2 1 14-15,-2 2-19 0,-2 1-7 16,0 2-15-16,0 0-20 0,0 3-9 15,0 0-11-15,0 0-15 0,0 2-8 16,0 0 3-16,0 0-8 0,0 0 23 16,0 0-9-16,0 0-7 0,24 0-5 15,-24 0-17-15,23 17-6 0,-9-17 2 16,2 0-5-16,-1 0 14 0,2 0 7 0,12 0 11 16,-2 0 24-16,-17 0-3 15,-1 0 15-15,-1 0 13 0,-1-19 28 16,-3 19 14-16,-1-12 5 0,-1 12-2 15,1-11-11-15,-2 11 14 16,-1-10-69-16,0 10-19 0,0 0 4 16,0 0 0-16,0 0-1 0,0 0 9 15,0 21-3-15,0-21 5 0,0 21-4 16,0-5-4-16,0 17 5 0,18 9 0 16,-18-22-3-16,0 4-6 15,12 1 3-15,-12 1 3 0,0 1 1 16,0 2-3-16,0-1-19 0,0 1-19 0,0 1-15 15,0-2-30-15,-27 22-140 0,-30-9-144 16,31-26 95-16,-3-2-196 16,-3-4-338-16,-34-3-1729 15</inkml:trace>
  <inkml:trace contextRef="#ctx0" brushRef="#br1" timeOffset="115315.12">5064 5891 5728 0,'-11'7'-3'0,"4"-2"12"0,1-3 43 0,2 0 20 15,4-2 101-15,36 0-41 16,-12 0-63-16,13-22 17 0,9 22 4 15,13-16 17-15,95-7 43 16,42-1-105-16,-86 11-39 0,4 1 6 0,5-1-11 16,0 2 0-16,3-1-2 15,-2 4-7-15,-7-1-12 0,-2-1-37 0,-13 1-59 16,56-9-301-16,-64 0-202 16,-69 7 108-16,-13 0-263 0,-8-1-195 15,0-1-329-15</inkml:trace>
  <inkml:trace contextRef="#ctx0" brushRef="#br1" timeOffset="115847.39">5693 5925 5769 0,'-18'2'128'0,"12"-2"51"0,1 0 34 16,1 0-35-16,1 0-63 0,3 0-74 15,0 0-37-15,0 0-2 0,0 0 26 16,0 0 16-16,19 0 60 16,-2 24-39-16,-17 4-38 0,14-6 1 15,-14 0-8-15,0 3-1 0,14 3-13 0,-14 34-3 16,0 4-6-16,0-32 10 15,-18-5 3-15,18-4-8 0,0 14 3 16,0-16-7-16,0-16 3 16,0-7 7-16,0 2 5 0,0-2-3 15,0 0-2-15,0 0-7 0,0 0-1 16,0-22-3-16,0-16-16 16,0 21 14-16,0 0 1 0,-27 0 3 15,27 0 4-15,-43-9-6 16,2 10-4-16,17 16 7 0,-1 0 2 15,-1 0-3-15,1 0 2 0,-23 18 14 16,8 3-4-16,24-21-10 16,4 27-2-16,3-12 4 0,0 14 5 15,9 2-6-15,0-14-9 0,0-1 7 16,32-2-4-16,9 8-3 16,15-3-40-16,-25-13-11 0,4-5-46 15,1-1-50-15,1 0-71 0,1 0-81 16,1-19-159-16,-2 19-306 0,3-25-262 15,-3 7-290-15</inkml:trace>
  <inkml:trace contextRef="#ctx0" brushRef="#br1" timeOffset="116347.62">6044 6079 5229 0,'0'0'104'0,"0"0"59"0,0 0 37 0,0 0 125 16,0 0-128-16,0 0-131 16,25 0-1-16,-25 0-9 0,27 0-6 15,6 0 36-15,1 0-38 16,-19 0-27-16,-3 20 7 0,0-20 6 16,-3 15 0-16,-4-15 9 0,-2 22-2 0,-3-6 13 15,0 1 1-15,0 6-11 0,-22 31 31 16,-26 4-46-16,26-27-18 15,-2-1 0-15,1-3 3 0,-15 16-10 16,11-12 13-16,17-22 9 16,10-3 1-16,-7-5-13 0,7-1-6 15,0 0-9-15,20-25-1 0,-20 25 6 16,35-39-4-16,-11 13 3 0,4-6-6 16,4-3-1-16,38-43 8 0,-36 38 0 15,-3 1-8-15,0 5 1 0,-6 0-3 16,-1 5 8-16,-4 5 10 0,-8 7 8 0,0 4 4 15,-6 5-11-15,-4 2-4 0,-2 6-16 16,-20 0 6-16,20 24 1 16,-21-24 5-16,-8 46-6 15,2-5-2-15,27-20 5 0,-20 4-4 16,20-1 7-16,0 1-5 0,0 22-10 16,39-3-26-16,-13-24-1 15,6-5-44-15,7-3-64 0,5-5-100 16,9-2-146-16,4-5-348 0,5 0-328 15,5 0-287-15</inkml:trace>
  <inkml:trace contextRef="#ctx0" brushRef="#br1" timeOffset="128512.12">7832 5850 1766 0,'-58'0'835'0,"34"6"-267"0,-4-6-89 15,2 3-133-15,4-2-8 0,6 0-154 0,1 1-75 16,6-1-78-16,2 0-8 0,6-1-13 15,1 0 13-15,0 1 9 16,24-1-7-16,-24 0-16 0,32 0 4 0,-10 0-13 16,1 0-4-16,4 0 2 0,0-19 2 15,1 19 5-15,2 0 0 0,-1-13-10 16,3 13 6-16,26-10 1 16,-5 10 14-16,-28 0-17 0,-3 0-14 15,-2 0 5-15,-2 0 4 0,-3 0 4 16,-2 0 2-16,-4 15-15 0,-2-15-8 15,4 0-124-15,-10 0-443 16,-1 0 21-16,0 0-204 0,0 0-52 0,0 0-59 16</inkml:trace>
  <inkml:trace contextRef="#ctx0" brushRef="#br1" timeOffset="128912.08">7958 5682 2613 0,'0'-4'22'16,"0"1"96"-16,0 1 138 0,0-1 60 15,0 1 25-15,0 1 157 16,0-1-295-16,0 2-173 0,0 0-28 16,0 0 30-16,0 0-51 0,0 0 46 15,0 0 51-15,0 0 20 0,0 0 6 16,0 20-6-16,0-2 31 16,0 7-19-16,0-9-62 0,0 1-38 0,0 4 2 15,0 2 7-15,0 3-11 0,0 0-1 16,0 1 5-16,0 0-16 0,0 0 11 15,0 1-7-15,0-2-6 0,0 22 20 16,0-27-20-16,0 0 16 0,0 18-49 16,0-22-32-16,0 12-469 15,0-16-93-15,0-2-259 0,17-6-144 16</inkml:trace>
  <inkml:trace contextRef="#ctx0" brushRef="#br1" timeOffset="130411.84">9402 4998 1575 0,'0'-6'62'0,"0"4"183"0,0-3 201 0,-16 4-299 0,16 1-180 16,0 0 17-16,-15 0 61 15,15 20-1-15,-13 6 348 0,-12 11 93 16,14-13-303-16,-2 2 17 0,0 5 13 16,-2 3-24-16,-12 47 102 15,-2 17-154-15,16-46-86 0,3 5 1 16,3 1-15-16,2 0-30 0,5 1 16 15,0-4-16-15,0-2 22 0,22 1-15 16,11 42 16-16,14-14-13 16,-21-45-4-16,2-2-21 0,2-4 3 15,35 23-113-15,0-14-645 16,-4-13-1087-16,-31-20 823 0</inkml:trace>
  <inkml:trace contextRef="#ctx0" brushRef="#br1" timeOffset="130845.35">9485 5523 2950 0,'-13'0'10'0,"-3"0"3"0,0 0 30 0,-2 0 27 0,-20 19 131 0,19-19-141 16,3 0-18-16,2 15-17 0,5-15 5 15,2 0 22-15,0 0 42 0,7 0-36 16,0 0 91-16,0 0-1 0,0 0 49 15,23 0-34-15,8 0-7 0,-8 0-156 0,3 0-4 16,6 0-12-16,1 0 41 16,34-16 1-16,-33 3-22 0,0 13-15 15,1-15 11-15,-3 15-9 0,-1-12 1 0,19 2 5 16,-28 5 1-16,-7 3 16 0,-2-1-34 16,-6 1 35-16,-3 1-15 0,-4-2-58 15,0 1-51-15,0 0-88 0,0 1-34 16,-24-2-85-16,24-5-338 0,-17 3 67 15,17 0-54-15</inkml:trace>
  <inkml:trace contextRef="#ctx0" brushRef="#br1" timeOffset="131378.29">10043 5076 2691 0,'0'-7'662'16,"-12"4"-222"-16,12 0-62 0,0 1-209 16,0 2-82-16,0 0-44 0,0 0-10 15,0 0 35-15,18 0-19 0,-18 17-6 16,19-17-27-16,3 14 0 15,1-14 5-15,-12 0-1 0,-2 10 3 16,2-10 16-16,0 0 14 0,10 0 63 16,-8 0-82-16,-2 0-9 0,3 0-3 15,1 0-4-15,1-21-2 0,-4 21 3 16,1-18 11-16,0 18 22 0,-1-21-8 16,-2 9 6-16,3-9 134 0,-6-2 42 15,-6 13-121-15,-1 1-24 16,0 3-5-16,0 1-10 0,0 2-33 0,0 1-20 15,0 2-11-15,0 0-3 0,0 0-3 16,0 0 5-16,0 0 0 16,0 0 1-16,0 19 0 0,0-19-1 15,0 23 3-15,0-7-1 0,0 1 12 16,0 2-9-16,0 3 5 0,16 22 1 16,-1-2-10-16,-15-19-3 15,10-2-2-15,-10-1 5 0,9 1-5 16,-9 1-2-16,9-3-3 0,-9 0-12 15,7 0-31-15,-4-2-40 0,-1 0-86 16,-1 8-603-16,0-6-990 16,-1-14 576-16</inkml:trace>
  <inkml:trace contextRef="#ctx0" brushRef="#br1" timeOffset="131661.38">9949 5532 2680 0,'-12'0'280'0,"3"8"136"0,3-8-4 0,4 0-79 0,2 0-141 16,0 0-127-16,0 0-25 0,29 0-3 0,-10 0-37 16,37-20 37-16,19 3-6 15,-31 17 52-15,7-15 20 0,7 15 4 16,3-16 17-16,4 7-65 0,76-11-8 15,-69 11-59-15,0-3 5 0,-3 1 2 16,-5 4-1-16,-9 0-8 0,-9 1-15 16,-9 1 5-16,-6 3-30 0,-9-3-80 15,-1 3-472-15,-15 0-801 16,-6 0 515-16,0 1-167 0</inkml:trace>
  <inkml:trace contextRef="#ctx0" brushRef="#br1" timeOffset="132478.1">10388 5819 3073 0,'-1'0'31'0,"-1"0"112"0,2 0 313 0,-3 0 28 0,3-20 275 16,0 6-566-16,0 14-137 0,20-12 20 15,-20 12 5-15,21-14 7 0,-5 14-26 16,-2-13-6-16,3 13 2 0,0-8-15 16,-1 8 2-16,13 0 21 15,-6 0-5-15,-13 23-34 0,-4-23-1 0,-1 27 8 16,1 6 48-16,-6 7-13 16,0-19-42-16,0 1-13 15,-28 1 0-15,5 17-5 0,-1-1-4 16,24-25-5-16,-18 0-4 0,18-5 5 15,-10-3 11-15,10-1 12 0,0-2 48 16,0-3-45-16,0 0-8 0,0 0-10 16,0-22-6-16,25 22-1 0,-25-26-12 15,32 7 3-15,-12-4-1 0,2-2-2 16,3-2 9-16,-1-2-1 0,23-31-3 16,-26 31 7-16,-4 2-10 0,-2 4 7 15,-3 2-3-15,-2 4-1 0,-5 4 3 0,-3 2-2 16,-1 4-2-16,-1 2 3 0,0 4-6 15,-20 1 13 1,20 0-3-16,0 23 3 0,-23-23 0 0,23 26-5 16,-19 7 11-16,2 6-6 15,7-21 0-15,10 1-3 0,0-1 7 16,0-1-7-16,0-3-7 0,19 2-7 16,-19-4-13-16,28 1-32 0,-8-4-31 15,25 5-261-15,13-9-336 16,-26-5 65-16,2 0-305 0,3 0-137 15</inkml:trace>
  <inkml:trace contextRef="#ctx0" brushRef="#br1" timeOffset="132860.97">11043 5067 3538 0,'-25'-10'893'0,"13"7"-409"0,5 0-151 0,1-1-147 0,5 4-93 16,0 0-62-16,1 0-5 0,0 0 29 15,0 0 22-15,0 0 19 0,46 22 67 16,1 0-23-16,-17-7-78 16,5 2-3-16,1 5-13 0,0 1-1 15,2 7-1-15,-4 4-11 0,-1 6-11 16,-3 7-4-16,-3 6-8 0,14 68 14 16,-22 14-14-16,-17-64-20 0,-2 0-10 15,0 0-41-15,-57 63-215 16,-3-6-215-16,23-70 129 0,-4 0-236 15,-1-7-237-15,0-4-268 0</inkml:trace>
  <inkml:trace contextRef="#ctx0" brushRef="#br1" timeOffset="134628.22">11845 5372 3572 0,'0'-5'8'0,"-24"2"228"0,24-4 533 0,-18 3-353 15,18 0-179-15,0 2-110 0,-13 1-65 16,13 1-68-16,0 0-4 0,0 0 11 16,0 0 13-16,0 0-9 0,0 20 3 15,0-20 2-15,0 15 2 0,16 1 7 16,-16-16 4-16,16 19 2 0,-16-19 1 15,17 12-9-15,10-4 8 0,-11-8-10 0,-1 0-5 16,2 0-7-16,2 0 6 16,18 0 34-16,-24 0-9 0,3-17 9 15,-5 17 22-15,-2 0 10 0,-1-16 3 0,2 3 129 16,-8 13-97-16,0-14-11 0,0 5-4 16,-2 2-14-16,1 0-4 0,1 0 5 15,-2 0-22-15,0 2-14 0,2 0-26 16,-2 2-12-16,0 1-11 0,2 2 3 15,-2 0-9-15,0 0 9 16,0 0-7-16,0 0 19 16,0 25 5-16,0 4-4 0,0-6-5 15,21 4 10-15,-21 2-3 0,13 5-7 0,-13 3 3 16,18 5-11-16,-18 3-8 0,27 50 8 16,-11 0 12-16,-7-47-12 15,0-3 4-15,-3-1-8 0,-1-2 3 16,-1-3 2-16,-1-3-2 0,-3-1 9 15,0-2-7-15,0-1 2 0,-29 16 5 16,-8-16 1-16,16-21-9 16,-2-7-1-16,-5-1 2 0,0-3 0 15,-2 0-1-15,1-21 3 0,2 21-2 16,3-30 3-16,1 8-4 0,2-2 1 16,-8-32-3-16,19-6-4 0,9 30-3 15,1 0 8-15,0-3-15 0,0 3-7 16,49-29-109-16,-28 34 19 0,6-1-32 15,2 3-32-15,5 3-46 0,4 2-95 16,3 1-234-16,1 4-347 0,0 0-258 16,0 3-331-16</inkml:trace>
  <inkml:trace contextRef="#ctx0" brushRef="#br1" timeOffset="134861.62">12686 5516 4917 0,'-14'0'3'0,"-3"0"131"0,10 0 5 0,7 0 22 0,-10 0-20 0,10-16-69 16,0 16-27-16,24 0-33 0,-24 0-6 15,33 0-6-15,-14 0 2 0,5 0-3 16,25 0-106-16,-26 16-113 0,-1-16-198 15,-4 0-128-15,-2 0-88 0,-5 11 14 16,-5-11-700-16</inkml:trace>
  <inkml:trace contextRef="#ctx0" brushRef="#br1" timeOffset="135011.21">12625 5729 2046 0,'-29'30'234'15,"13"-17"609"-15,16-12-183 0,0 1-116 16,0-2-132-16,27 0-164 0,-9 0-162 15,37-19-58-15,19-3-52 16,-29-7 10-16,-1 13-59 0,46-18-805 16,-2 2-1217-16</inkml:trace>
  <inkml:trace contextRef="#ctx0" brushRef="#br1" timeOffset="136427.53">13513 5402 3651 0,'0'0'-13'0,"0"-18"266"0,0 18 41 0,0-14 65 0,0 14-73 15,0-11-62-15,0 11-126 0,25-25 0 16,-3 19-49-16,5-5 19 0,-11 8-47 16,1 0-5-16,2 2-3 15,-4 0 0-15,19 1-2 0,-20 0-1 0,-2 0 0 16,-2 0 14-16,-1 0-7 0,-3 25 3 15,1 0 37-15,-7-8-26 0,0 4-6 16,0 4-5-16,0 1-5 0,-27 2-2 16,3 30 10-16,24-31-18 0,-27 1-1 15,13-2-2-15,3-3 4 0,0 14-2 16,-5-21-5-16,7-4 1 0,9-2 3 0,-8-3 4 16,8-3-2-16,-4 0 24 15,4-4-3-15,0 0 3 0,0 0-5 0,0 0-17 16,21-23-9-16,2-3-12 0,-6 7 6 15,3 0 7-15,3-5 0 0,0-1-2 16,26-29-2-16,-24 27 2 0,0 0 1 16,-2-2 3-16,-4 3 1 0,1 0-4 15,6-13 2-15,-18 23-10 0,-3 2 8 16,-1 4-6-16,-4 2-4 0,0 2 9 16,0 0-17-16,-23 5 18 0,23 1-1 0,-15 0 1 15,15 0 3-15,-21 0-9 0,0 25 8 16,21-25 0-16,-19 22 1 0,8-7-1 15,2 2 0-15,2 20-1 0,-2-15 8 16,9 0 2-16,0 0 0 0,0 0-3 16,0-1 3-16,28 21-13 0,-28-23-9 15,31-2-55-15,-10-2-83 0,4-2-145 16,30-2-758-16,-24-9 420 0,1-2-189 16,1 0 94-16</inkml:trace>
  <inkml:trace contextRef="#ctx0" brushRef="#br1" timeOffset="136894.18">14263 4759 3022 0,'-5'-2'35'0,"-1"-2"80"0,1 3 75 0,-2-1 58 0,1-1 131 16,4 2-273-16,-1 1-78 0,3 0-11 16,0 0-28-16,0 0 3 0,0 0-24 15,0 0 51-15,0 0-17 0,0 0 52 16,0 14 6-16,0-14 56 15,16 32 209-15,-7-10-161 16,-9-10-139-16,0 1 13 0,7-1 21 16,-7 0 20-16,13 13 104 0,-4-12-107 0,-2-3-12 15,4 2-18-15,5-1 5 16,13 9-3-16,-13-9-33 0,2-1-8 16,-1 0 43-16,2 0 1 0,-1-2-7 15,-3 2-1-15,-1-1-36 0,5 10 19 16,-16-1 16-16,-3-10-25 0,0 1-11 15,-29 1-6-15,29 2-4 0,-38-1 1 16,13 1-1-16,-2-3-14 0,3 2-38 16,-24 3-252-16,10-8-552 15,22-6 133-15</inkml:trace>
  <inkml:trace contextRef="#ctx0" brushRef="#br1" timeOffset="137144.07">14227 4817 2963 0,'11'-6'530'0,"-11"4"-80"0,0-2-1 16,8 2-152-16,-8-3-107 0,8 1-109 16,3-1-51-16,5 0-12 0,3-1 12 15,61-13 28-15,-47 8-43 16,-1 5-17-16,1-2 5 0,-3-1-13 15,-3 1-12-15,0 1-1 0,13-4-153 16,-13 3-431-16,-18 6 61 16,-1 1-252-16,-3-1-27 0,-2 1-164 0</inkml:trace>
  <inkml:trace contextRef="#ctx0" brushRef="#br1" timeOffset="137644">14600 5561 1702 0,'0'0'474'16,"0"0"-183"-16,0 0-67 0,31 0-108 15,-31-25-50-15,33 25 34 0,-11-26 78 16,0 8 21-16,0-2 2 0,3-1-69 0,-1-1 8 16,-1 0-50-16,20-25 17 0,-10 3-10 15,-19 22 36-15,-3 5 48 16,-4-1-16-16,-3 1-19 0,-1-5 75 15,-3 13-155-15,0 4-19 0,0 2-32 16,-20 1-18-16,-3 2 20 16,-4 0-4-16,12 26 3 0,-3-26 1 15,4 26 56-15,-4-11 4 0,5 3 10 16,-1 3 9-16,2 2-44 0,1 1 4 16,0 3-11-16,0 27 3 15,6-1-17-15,5-28-8 0,0-3 3 16,0-2 5-16,25-1-4 0,-25-2-8 0,33-4-7 15,-12-1-2-15,2-2-5 16,33 2-33-16,0-9-184 0,-28-3-25 16,1 0-198-16,-3 0-248 0,1-21-301 15</inkml:trace>
  <inkml:trace contextRef="#ctx0" brushRef="#br1" timeOffset="138261.26">15182 4824 4066 0,'0'-13'125'0,"0"1"207"0,0-1 32 0,0 4 1 0,0-5-101 16,22 4-154-16,-3-14 2 16,7 18-77-16,-8 2-5 0,-1-1 5 15,0 2 2-15,-2 2-13 0,24 0 18 16,-7 1-15-16,-20 0-12 0,-1 17 4 16,-1-17 1-16,1 16 29 15,-7 24-3-15,-4-23-16 0,0 6-10 16,0 1-3-16,-31 33-2 15,-18 3-11-15,29-31 1 0,1 1-2 16,2-4-1-16,2-2 2 0,2-2-2 16,1-5-3-16,12-1 4 0,-14-3 0 15,14-5 5-15,-7 3 39 16,7-10 24-16,0-1-46 0,0 0-9 16,0 0-13-16,48-49-13 15,-29 32 4-15,4-1 4 0,2-5 3 0,1 0 3 16,1-3-3-16,0-2 2 0,23-34-16 15,-7 0 4-15,-25 36 8 16,-4 1 4-16,3-17 7 16,-12 15 11-16,-5 19-13 0,0 0-4 15,0 1-4-15,0 4-5 0,-27 3-10 16,-16 0 2-16,27 25 9 16,0-25 9-16,-1 23-2 0,0-5 8 15,4-1 5-15,5 4-1 0,8 3 0 16,-11 1-6-16,11 2 0 0,0 29-1 15,54-3-2-15,-30-30-18 0,6-2-17 16,3-1-51-16,40 7-301 16,10-9-546-16,-40-13 15 0,0-5-199 15</inkml:trace>
  <inkml:trace contextRef="#ctx0" brushRef="#br1" timeOffset="139027.1">16641 5418 3621 0,'-9'0'0'0,"0"0"20"0,2-18 129 0,-1 18 120 16,0 0 49-16,-2-16 148 0,5 16-380 16,3 0-70-16,2-12-21 0,0 12 13 15,21 0-1-15,17 0-4 0,-10 0-3 16,10 0 14-16,7 0 1 0,9-8 24 15,75 1 63-15,-55 3-61 0,7-1-10 16,5-1-7-16,5 0-7 0,2 1-9 16,86-5-44-16,-93 5-95 0,-5 0-177 15,-8 0-145-15,87-13-1744 16,-131 12 1405-16</inkml:trace>
  <inkml:trace contextRef="#ctx0" brushRef="#br1" timeOffset="139293.73">17537 5013 3444 0,'0'0'526'0,"32"0"-93"0,-13 0 5 16,3 0-137-16,5 0-56 0,4 0-98 15,0 17-38-15,4-17-36 0,0 21-23 16,-3-21-22-16,27 45 3 15,-19-7-18-15,-28-19-9 0,-8 4 4 16,-4 2 1-16,0 1 1 0,-31 2-15 16,5 3-4-16,-8 3-54 0,-7 5-91 15,-5-3-101-15,-4 1-214 0,1 0-199 16,-45 26-1254-16,54-38 894 0</inkml:trace>
  <inkml:trace contextRef="#ctx0" brushRef="#br1" timeOffset="139827.74">18979 4821 3605 0,'-1'-20'292'0,"1"20"319"0,-1 0-357 0,0 0-98 0,-1 0-94 0,1 0-37 16,0 0-26-16,-1 0-4 0,-1 0 26 15,-1 0 0-15,1 0-14 0,-2 19 21 0,1 0 41 16,3-7 55-16,1 9-69 16,0-9-12-16,23-3 0 15,-23 2-17-15,31-1 1 0,-10 0-5 0,1 0-13 16,3 1 6-16,30 10-21 15,-6 1-3-15,-30-9 21 0,-2-1-13 16,-3 2 33-16,-4 1-13 0,-6 16 28 16,-4 6-33-16,-22-18-12 15,22 3-10-15,-35 1 20 0,-16 22-23 16,-3 1 7-16,30-25-19 16,1-4-128-16,5-3-190 0,6-3-211 15,12-5-308-15,-8-6-189 0,8 0-2 0</inkml:trace>
  <inkml:trace contextRef="#ctx0" brushRef="#br1" timeOffset="140110.45">19588 4782 4457 0,'-22'-9'165'0,"22"2"122"0,0 0 73 15,0-2 20-15,-14 2-116 0,14 4-104 0,0-1-79 16,0 4-54-16,0 0-33 16,0 0 26-16,0 23 52 0,0-23-38 15,27 21-5-15,-27-5 0 0,38 24 14 16,-12 12-33-16,-13-21-10 16,-1 3-1-16,-2-3 5 0,-1 2 0 15,-3 1-6-15,1-1 1 0,-7-2-7 16,0 2-65-16,0-2-68 0,0-1-91 15,0-3-179-15,-20 19-1120 0,20-30 370 16</inkml:trace>
  <inkml:trace contextRef="#ctx0" brushRef="#br1" timeOffset="140593.51">19628 5110 3587 0,'-17'-24'695'0,"17"14"-231"16,-15 1-101-16,15 1-117 0,0 0-89 15,0-1-96-15,0-5-40 0,33 1-24 16,-13 7 0-16,4-3-2 16,4 1 4-16,5 2-8 0,39-7 9 15,-33 7-4-15,3-1 10 0,3 1-10 16,0 1-7-16,-5 0 9 0,-3 0-14 16,-6 0 9-16,-2 1-1 0,-8 0-14 0,-6 0 11 15,-5-4-32-15,-10 1 19 16,0 5 28-16,-28 1 4 0,28 1-4 15,-27 0 4-15,9 0-10 0,2 20 9 16,-3-20 5-16,0 30-3 0,-13 14 8 16,10 5-15-16,12-25 10 15,10 0-4-15,-7-2-2 0,7-1 8 16,0-2-10-16,0-4-11 0,0-3 10 16,24-2-6-16,-24-1-10 0,20-7 0 15,23-2-3-15,-29 0 17 16,5-25-8-16,-3 25 9 0,18-46 3 15,-5 4-2-15,-17 19 7 0,-2 1 28 16,-1 0 16-16,-2 1 18 0,-3 5 11 16,-3 2-9-16,2 3-17 0,-2 2-30 15,-1 6-16-15,0 3-24 0,0 0 9 16,4 0 1-16,0 0 11 0,0 25-2 16,2-25-2-16,1 22-4 0,3-22-7 15,0 27-1-15,1-16-1 0,0 6-28 16,3-4-65-16,2-1-103 0,26 8-845 15,9-3-1050-15</inkml:trace>
  <inkml:trace contextRef="#ctx0" brushRef="#br1" timeOffset="141009.97">20564 4920 3548 0,'0'-9'199'0,"-12"2"-17"0,12-2 262 15,0 6-152-15,0 3-103 0,0 0-5 16,0 0-34-16,0 0-38 0,23 0-22 16,-23 25-27-16,19-25-2 0,-19 21-8 15,17-6-18-15,-17-1-8 0,16 0-3 16,-7 15 2-16,-9-16-19 0,0 0-6 16,0-1-2-16,0-1 8 0,0-1-2 0,0-1 0 15,0-3 3-15,0-1-7 0,0-2 4 16,0 1 0-16,0-3 68 0,0-1-7 15,0 0-61-15,0-18-3 16,19-2 5-16,0-10-9 16,-4 16-4-16,-1-1 10 0,1-1 9 15,0 3-6-15,12-5 10 16,-4 11-13-16,-15 3-8 0,-1 4 10 16,1 0-2-16,-3 0-1 0,1 18 4 0,0-18-3 15,0 21-3-15,2-21 7 16,-1 24 2-16,15 1 1 0,7 0-61 15,-10-14-45-15,3-3-60 0,4 0-109 16,33-1-937-16,3 1-940 16,-29-8 1098-16</inkml:trace>
  <inkml:trace contextRef="#ctx0" brushRef="#br1" timeOffset="141443.38">21455 4628 3965 0,'0'-26'107'0,"0"3"122"0,0 5 69 16,0 5 1-16,0 1-92 0,0 2-73 16,0 8-42-16,0 2-6 0,17 0 3 15,-17 20 6-15,19 8 59 16,-4 10-68-16,-15-14-68 0,12 1 3 16,-12 2-11-16,10 33 8 15,-2 0-15-15,0-30 0 0,-4-3-3 16,-1 0-2-16,1-6 4 0,-2 2-4 15,1-6 12-15,1-3-12 0,-2-1-3 16,-1-5 5-16,1-1-6 0,-2-3 12 0,2-3-15 16,-2-1 12-16,0 0-11 0,0 0 5 15,0-23 0-15,0 23-10 16,-25-22 4-16,25 22-1 0,-27-27-2 0,11 12 4 16,-4 15 3-16,-29-19 3 15,-7 5-1-15,30 14 4 0,-1 0-1 16,3 0 3-16,0 0 0 0,5 0-3 15,2 24 12-15,4-24-11 0,3 20 5 16,0 25 11-16,10-31-5 16,0 1-2-16,20-1-7 0,-20-2-2 15,32 2 0-15,11 3-25 16,11-4-88-16,-24-9 3 0,1-3-38 16,4-1-92-16,38 0-769 15,9-18-950-15,-36 18 809 0</inkml:trace>
  <inkml:trace contextRef="#ctx0" brushRef="#br1" timeOffset="141793.41">22063 4766 2539 0,'0'-5'254'0,"-42"4"351"0,6 1-78 0,15 0-384 0,3 0-47 0,-1 0-30 16,0 0-36-16,2 25 27 0,-9 3 79 15,17-12-63-15,2 5-26 0,4-1-28 16,2 2-15-16,1-4 29 0,0 0-14 16,0-4 17-16,0 1 35 0,22-3 38 15,-22-4 71-15,0-3 17 0,22-5 92 16,-5 0-225-16,-17 0-26 0,20 0 14 16,-7-25 10-16,3 25-3 0,-2-23 5 15,3 23-18-15,3-27 2 0,-3 12 22 16,17-14 55-16,-7 5-10 15,-16 14-63-15,0 2-15 0,-5 3-22 0,-2 0-15 16,1 5-13-16,0 0 14 16,1 0-8-16,-1 23-15 0,2-23-43 15,3 22-54-15,2-22-61 0,0 28-96 16,4-14-178-16,30 24-2622 16</inkml:trace>
  <inkml:trace contextRef="#ctx0" brushRef="#br1" timeOffset="142177.2">22290 4772 5001 0,'0'-4'124'0,"0"1"194"0,0 3-166 16,24 0-45-16,11 0-27 15,9 20-63-15,-20-20 7 0,1 16 7 16,1-16 6-16,-2 19-3 0,-3-19-10 16,-2 19-5-16,-3-19-7 0,-2 18 4 15,-5-9 1-15,-4 1-7 0,-3 9 12 16,-2 2 5-16,-26-13-14 16,26 2-7-16,-27-2-2 0,12 1-6 0,15-4 7 15,-28 0 1-15,16-2 4 16,0-2 17-16,-4-1 64 0,7 0 18 15,9-18-75-15,0 18-1 0,0-19-15 16,0 19 2-16,0-23-8 0,0 10-13 16,21-3 0-16,-21-1-7 0,21-1 9 15,8-17-47-15,4-1-177 16,-14 19 11-16,3 2-123 0,0-1-207 16,2 0-258-16,5 1-274 0,4-2-213 15</inkml:trace>
  <inkml:trace contextRef="#ctx0" brushRef="#br1" timeOffset="142643.19">23047 4442 4044 0,'0'-8'196'0,"-10"-2"147"16,10 2 72-16,0-5 271 15,-7 6-459-15,7 7-201 0,0 0 4 16,0 0 10-16,0 0 3 0,45 25 95 16,-45 5-95-16,22-12-5 0,-22 5-3 15,22 5-2-15,-8 36 5 16,-6 44-28-16,-8-71 4 16,0 0-11-16,0 26 7 15,0-12-11-15,0-28-6 0,0-6 7 16,0-3-1-16,0-6 9 0,0-1 1 15,-13-5-2-15,13-2 2 0,0 0-6 16,0 0 1-16,0-21-11 16,-9-21-15-16,-4 25 11 0,4 0-4 0,-7-1 9 15,0-1-1-15,-4 5 11 16,0 2-4-16,-5 3-5 0,0 0 2 16,-1 3-2-16,2 6 5 0,-10 0-1 15,11 19 4-15,15-19 6 0,5 24 3 16,2-8-11-16,1 31-46 15,0-34-4-15,0 3-30 0,25-4-26 16,-25 0-18-16,28-3-14 0,-10-2-17 16,3 0-62-16,2-2-120 0,0-2-213 15,23-3-1327-15</inkml:trace>
  <inkml:trace contextRef="#ctx0" brushRef="#br1" timeOffset="143209.31">24152 4353 4455 0,'0'0'113'0,"0"-11"-6"0,0 11 50 16,0-8 97-16,-21 3-39 0,21 4 6 16,-18-3-49-16,18 3-93 0,-15 1-42 15,15 0-24-15,0 0 20 0,0 0-1 0,0 22 3 16,0-22-7-16,0 26-2 0,0-7-3 15,26 2 0-15,-26 4-4 0,23 3-3 16,-8 1-4-16,15 35 7 0,-15-31-13 16,1 0-4-16,-2 1-1 0,-1 0-2 15,0-1-3-15,-3-2 6 0,-3 0 0 16,-1 0-6-16,-6-1-2 0,0-4 4 16,-25 20-84-16,-19-9-337 15,15-22-78-15,-6-2-294 0,-2-5-209 16,-4-3-296-16</inkml:trace>
  <inkml:trace contextRef="#ctx0" brushRef="#br1" timeOffset="143643.22">23994 4703 4129 0,'0'-4'52'0,"13"-1"60"0,-4-3 91 16,3 1 61-16,6-2-19 0,-1 0-53 15,8 1-76-15,3 0-54 0,7-1-47 0,45-2-3 16,1-1-31 0,-38 9 16-16,-4-3-1 0,-3 4 0 0,-5 0 10 15,18-2 22-15,-18 0 90 16,-24 4-45-16,-1 0-16 0,-6 0-27 16,0 0-11-16,0 0-11 0,0 0 1 15,-18 21 7-15,18-21-5 0,-27 28-6 16,-2 9 21-16,-1 0 8 15,30-18-33-15,-15-2 17 0,15-1-4 16,0 12 39-16,26-7-37 16,6-13-21-16,-12-3 8 0,4-2-4 15,1-3 4-15,2 0-3 0,1 0-2 16,1-22 11-16,-2 22-5 0,2-24 2 0,-4 24 2 16,14-45-2-16,-18 7-6 15,-21 19 0-15,0-4-7 16,0 4-3-16,-24 0 3 0,-26-14-3 15,-9 12 6-15,-24 11-34 16,62 10-48-16,9 0-95 0,12 0-152 16,0 19-225-16,0-19-258 0,0 0-203 15</inkml:trace>
  <inkml:trace contextRef="#ctx0" brushRef="#br1" timeOffset="144076.29">24947 4520 4986 0,'0'-5'191'0,"0"0"-10"0,0 4-12 0,0 1-20 0,23 0-38 0,-23 0-45 15,24 0-24-15,-8 0-11 16,5 0-4-16,23 18 15 0,1-18-4 16,-6 18-6-16,-24-2-18 15,9 7 17-15,-12 4 0 16,-10-10-19-16,-2 0 2 0,0-1-9 16,0 5 12-16,-25 29-2 15,5-27-11-15,-4-13 0 16,12-5-4-16,-10 1 5 15,-22-5 90 1,38-1-48-16,3-24 33 0,3 6-53 16,0-8-1-16,26-7-32 15,-26 14 5-15,36-2-2 16,-14 2 3-16,32-19-15 0,9 2-65 16,-32 19-3-16,-1 2-65 0,53-15-762 15,-58 23 189-15,-1 0-232 16,-3 1-256-16</inkml:trace>
  <inkml:trace contextRef="#ctx0" brushRef="#br1" timeOffset="144711.6">25590 4478 4893 0,'24'0'231'0,"6"-19"263"16,-13 19-289-16,2 0-65 0,0 0-72 16,2 0-20-16,-1 0-4 0,-4 0-7 15,2 0-3-15,-3 19 0 0,-1-19-14 16,7 20 29-16,-11 18-6 16,-7-21-24-16,-1-1-3 0,-2 1-4 15,0 4-1-15,0 0 1 0,0 3-3 0,-27-4-7 16,27 2-4-16,-21-3-4 0,21-1 6 15,-19 10 12-15,4-14-4 16,15-9-4-16,-8-3 0 0,8 0 5 16,0-2-5-16,0 0-3 0,0 0-4 15,20-27 6-15,-20 27 3 0,20-24-6 16,-20 9-1-16,29-1-5 0,-13-2 1 16,5-1 4-16,-1-1-5 0,3 2 6 15,25-21-9-15,-2 8 10 16,-24 17-2-16,-2 5-1 0,-4 0 0 15,-1 6-3-15,-3 0-6 0,-3 3 4 16,-3 0-4-16,-1 0 4 0,2 24-4 16,-2-2 4-16,-3-22 8 0,0 27 1 15,2-14 3-15,-3 0-3 0,3-2 1 16,-2-2-1-16,0 0-1 0,2-9 5 16,-1 9-2-16,6-9 11 15,2 0-13-15,-4 0-3 0,2-19-5 16,0 19 7-16,14-19 0 15,4-3 2-15,-12-2-6 0,3 13 3 16,0 11 4-16,0-16-4 0,3 16 2 16,0-9-6-16,0 9-2 0,0 0 5 15,-4 0-1-15,2 0 0 0,12 20 2 16,-4 23 2-16,-14-24 7 0,1 1 0 16,1 3-4-16,4 0-2 0,4-1-4 15,5 1-36-15,1-2-74 0,4 1-113 16,38 13-984-16,-2-14-1151 15</inkml:trace>
  <inkml:trace contextRef="#ctx0" brushRef="#br1" timeOffset="203233.36">2259 8535 4234 0,'0'6'8'0,"0"0"10"0,0-3 89 0,0-2 111 0,0-1 298 15,0 0-342-15,0 0-100 16,0 0-73-16,0 0-55 0,0 0 46 16,0 0 8-16,0 0 1 0,0 0 14 15,15 0 99-15,-15 0-18 16,0 0 19-16,0 0 17 0,0 0 0 15,7 0-24-15,-7 0 42 0,0 0-104 16,0 0-20-16,0 0-10 0,0 0-11 16,4 0-3-16,-2-14-1 0,2 14 2 0,0 0-6 15,0 0 2-15,0-8-3 16,6 3 3-16,-3 5 1 0,0-7 3 0,-1 2-1 16,1 0-2-16,2-1-2 0,8-8 5 15,-7 6-1-15,-1-1 1 0,2 1-6 16,-2 0 2-16,12-9 2 0,-12 8 1 15,0-1-4-15,1 3 1 0,0-3 2 16,-1 3 0-16,12-11-2 0,-12 10 2 16,1-3-2-16,-1 1 1 0,0-2 2 15,-1-1-3-15,10-12 5 0,-10 10-3 16,2 1 1-16,0-3-1 0,0 0-2 0,14-20-2 16,-13 21 1-16,1-4 0 0,-1 1 2 15,1 1-3-15,0-2 4 0,8-16 3 16,-11 19 1-16,0 1-4 0,-3 0 1 15,0 1 1-15,2-11 0 0,-6 16-1 16,-2-2-4-16,0-1 3 0,0-2 2 16,0 3-5-16,0-22 0 0,0 17-1 15,0-5 4-15,0 3 0 0,0-2-1 16,-17 3 0-16,17-13-1 0,0 20 6 16,0 0-2-16,0 5 8 0,-9 1 4 15,9-1 21-15,0 2-25 0,0 4-6 16,0-1 1-16,0 1-1 0,0 0 5 0,0 0 4 15,0-2-11-15,0 2-3 16,0 0-1-16,0-1-2 0,0 1 2 0,0 0-7 16,0 0 6-16,0 0-2 0,0 0-1 15,0 0 0-15,0 0 1 0,0 0 4 16,0 0 0-16,0 0-5 0,0 0 2 16,0 0 3-16,0 0 4 15,0 0 1-15,0 15 14 0,0-2-4 16,0-13 2-16,0 20-1 0,-17-8-4 15,17 2-2-15,0 14-4 0,-11-13-6 16,11-3 1-16,0 3 1 0,0 0-4 0,0 13 6 16,0-16-4-16,18-1 4 0,-18 0-7 15,0 0 4-15,19-1-1 0,-5 4 0 16,-14-8-2-16,15 3 0 0,-15-3 2 16,20-2 0-16,-11 0 0 0,16-3-1 15,-11-1 3-15,3 0-1 0,2 0 1 16,1 0-2-16,23-25 0 0,-21 6 2 15,3 19-1-15,-1-25 2 0,1 11-2 16,-2-1-3-16,22-19 4 0,-25 16 2 16,-1-3-2-16,-2-1 2 0,-2 3-2 15,-3-1 1-15,2-15 11 0,-9 19 1 0,-2 0 45 16,-2 3 0-16,-1 0 0 0,0 2-3 16,0 3-30-16,0-1 6 0,0-5 25 15,0 7-31-15,0 6-16 16,0 1-8-16,0-2-4 0,0 2-8 15,0 0-2-15,0 0 4 16,0 0-1-16,0 0 6 0,-12 0 1 16,12 0 5-16,0 0-2 0,0 0-2 15,-8 17 5-15,8-17-5 0,-12 19 14 16,-2 6 16-16,-4 5-11 16,9-12-17-16,0-2 7 0,2 3 1 0,-4 2 2 15,-3 23-2-15,4-20-3 0,5 1 1 16,-2 1-2-16,1 2 1 0,1 0-7 15,2 1-2-15,-2-3 3 0,3 2-3 16,1 1-1-16,1 0-2 0,0 27 2 16,0-5 9-16,0-29-5 15,20 1-1-15,-20-3-3 0,17-3 3 16,-17 0-1-16,23-2-5 0,-7-3-1 16,2-1-4-16,26 4-26 15,6-11-38-15,-22-4 14 0,-2 0-20 16,-1 0-20-16,-2 0-33 0,-5 0-33 15,0 0-55-15,-7 0-107 0,-1-17-263 0,-4 17-337 16</inkml:trace>
  <inkml:trace contextRef="#ctx0" brushRef="#br1" timeOffset="203735.66">3907 7649 3434 0,'1'-5'209'0,"-1"1"173"0,0 0 114 0,0-6 556 16,0 8-921-16,0 0-24 15,0-1-3-15,-14 2 4 0,14-1-6 16,0 2 55-16,0 0-67 16,0 0-62-16,-8 0 13 0,8 0 3 0,-16 22 76 15,-14 8 32 1,18-17-102-16,-2 2 5 0,-14 20 61 15,-2 11-40-15,13-20-44 16,0 3-13-16,0 5-2 0,3 0-15 16,-1 2-6-16,3 2-3 0,3-2 5 15,2 4 2-15,5 38 3 16,29 26-9-16,-27-73 9 16,32-1-2-16,-10-3-6 0,27 21-61 15,6-5-99-15,-26-23 32 16,0-2-51-16,0-3-58 0,-4-3-128 0,-2-2-210 15,-6-3-282-15,1-3-276 16,-4-4-238-16</inkml:trace>
  <inkml:trace contextRef="#ctx0" brushRef="#br1" timeOffset="204367">3913 8057 3916 0,'-3'0'426'0,"2"0"271"0,1-15-460 15,0 15-67-15,0 0-65 0,0-11 42 16,21-1 21-16,-6 0-83 16,-15 5 0-16,37-14 91 15,-25 14-131-15,-3 3-3 0,2-4-14 16,1 2 15-16,1 3-9 0,1-2-1 15,29-2 22-15,-29 4-46 16,0 3-2-16,-2 0-1 0,-2 0 1 16,3 0 8-16,-7 27 36 0,-3-27-10 15,-3 30 9-15,0-10-3 16,0 3-5-16,-24 29 21 0,-22 3-23 16,28-29-21-16,-1-2 3 0,2 1-14 15,-12 7 8-15,19-10-9 16,-2-16 0-16,12-1-1 0,-7-2 3 15,7-3 3-15,0 0-9 0,0 0-5 16,0 0 0-16,0-22-6 0,26 22 8 16,-26-30-2-16,29 9-2 0,13-32-30 15,-21 21 12-15,5 1 3 0,-3-2 14 16,0 1 1-16,-5 4 6 0,0 5 4 0,-5-1-8 16,-2 3 0-16,-3 4 4 0,-2 5 2 15,-1-7 31-15,-5 8 1 16,0 9-34-16,0 2 3 0,0 0-3 15,0 0 9-15,0 0-10 16,-14 0 2-16,14 22 12 0,0-22 5 16,-12 14-3-16,12-14 0 0,-11 25-9 15,11-10-5-15,-11 0-5 0,2 18-6 16,9 6 4-16,0-19 7 16,0-2-10-16,25 3 11 0,-25-2-8 15,37-1-14-15,-8-1-11 0,2 0-32 16,6-4-18-16,4-4-32 0,3-2-47 0,2-3-43 15,42-2-414-15,-47-2 92 0,-2 0-299 16,-3-29-210-16,-2 29-341 0</inkml:trace>
  <inkml:trace contextRef="#ctx0" brushRef="#br1" timeOffset="204699.79">4532 7620 5407 0,'-14'-7'18'0,"1"1"98"0,4 0 60 0,2 1-3 0,0-5-39 15,3 6-79-15,4 0-52 16,23 4 83-16,-23 0-17 0,26 0 22 16,-7 0-1-16,0 0 11 0,23 0 77 15,2 21-40-15,-23-7-79 16,-2-14-7-16,2 18-5 0,-1-6 0 15,0 2-11-15,-2 4 5 0,2 3-16 16,-2 4 0-16,0 3-1 0,12 37 18 16,-13 13-31-16,-14-35-14 15,-3 4 1-15,0 3 3 0,-22 49-32 16,-6 2-127-16,9-51 14 0,0-4-60 16,-2 0-53-16,-26 31-605 15,-1-13-1002-15,24-38 549 0</inkml:trace>
  <inkml:trace contextRef="#ctx0" brushRef="#br1" timeOffset="207049.91">1895 7303 3284 0,'-30'0'9'0,"15"0"54"0,-1-15 148 16,2 15 200-16,1-16 87 15,-16 2 580-15,19 2-946 0,-1 2 34 16,9 10-84-16,-1-8 1 0,2 8-17 15,-1-4-11-15,1 1-25 0,-1 3-4 16,2-2-23-16,0 2 0 0,0 0-9 16,0 0-2-16,0 0 5 15,0 0 0-15,22 0 17 0,-1 22 42 16,6-5 5-16,-13 6-43 0,3-7 0 16,1 0-4-16,1 3 2 0,1 2 2 15,23 25 1-15,-21-21-14 0,42 48-3 16,-43-50-6-16,-3-1 2 15,3-3 2-15,-2 3-2 0,15 15-1 16,-18-21-29-16,-2 0-35 0,-1-1-46 16,-3-5-56-16,-1-1-53 0,0 1-354 15,-7-7 132-15,0-2-71 0,-2-1-59 16,0 0-335-16,0 0 101 0</inkml:trace>
  <inkml:trace contextRef="#ctx0" brushRef="#br1" timeOffset="207333.17">2159 7366 5072 0,'0'-13'237'15,"0"2"257"-15,0 5-289 16,0 2-74-16,0 0-63 0,0 1-38 16,0 2-26-16,0 1-8 0,0 0-6 0,0 0 9 15,0 0 16-15,0 0 16 16,0 22 32-16,19-7-28 15,-19-15-15-15,19 19 0 0,-19-19-1 0,19 22-1 16,1 0 7-16,-9-10-12 0,0 1-6 16,1-1 5-16,-2 2 4 0,-1-3-1 15,1 3 11-15,-5-1 3 0,-1 2 10 16,-3-1 1-16,-1 4-6 0,-24 26-3 16,-17 9-137-16,13-24-38 15,-5 3-93-15,-2 3-81 0,-4-2-185 16,2-1-279-16,4-3-247 0,3-4-253 15</inkml:trace>
  <inkml:trace contextRef="#ctx0" brushRef="#br1" timeOffset="207982.6">870 6784 4583 0,'-5'0'28'0,"-1"0"126"16,1 0 113-16,1 0 43 0,2 0 139 16,2 0-372-16,0-17-51 0,0 17-19 0,0 0 1 15,21-21 15-15,3-1 62 0,-7 9-33 16,1-1-7-16,3-1-7 0,2-1-10 16,0-2-9-16,25-13-10 0,-25 16-11 15,0-1-1-15,-2 3-23 0,0 1-39 16,-4 2-68-16,12-5-442 0,-19 8 91 15,-1 3-94-15,-3 1 19 0,1 0 5 16,1 0-745-16</inkml:trace>
  <inkml:trace contextRef="#ctx0" brushRef="#br1" timeOffset="208483.04">1016 6650 5273 0,'-2'3'30'16,"1"0"96"-16,0 0 451 16,0-3-467-16,1 0-58 0,-1 1-34 15,1-1-11-15,0 1 6 0,0 2 29 16,0-1 21-16,0 0 13 0,0 2-2 0,19 8 58 16,-1-5-68-16,-18 0-6 15,21 4-14-15,-21 0-5 0,24 3-17 0,1 13 11 16,-11-10-26-16,26 36 7 15,-30-32-13-15,1-2-7 0,-3 2-38 16,1 2-48-16,5 21-254 0,-10-19 118 16,2-3-52-16,-3 0-97 0,1-1-151 15,-1-3-91-15,0 8-417 0,-1-15 787 16,-2-4 133-16,0-4-45 0,0 0-70 16,0-2 23-16,-21-1 107 0,1 0 327 15,20 0 1-15,-23 0-81 0,23 0 14 16,-38 0 226-16,29 0-11 0,-1 0 86 15,0 0 11-15,1 0-56 0,3 16-103 0,-1-16 26 16,7 0-223-16,-3 0-15 0,3 0-18 16,0 0 5-16,0 0-19 0,0 0 112 15,0 0-74-15,21 0-13 0,-21-23-29 16,26 23-24-16,12-44-12 0,-15 27-27 16,0-1-3-16,2-1-5 0,1 0-39 15,-3 3-46-15,18-10-267 0,-22 15 75 16,-3 0-150-16,-2 3-169 0,-2-1-124 15,0 0-126-15,6-7-746 0</inkml:trace>
  <inkml:trace contextRef="#ctx0" brushRef="#br1" timeOffset="208699.86">1452 6659 6136 0,'0'-8'116'0,"-21"0"51"0,21-3 130 0,-17 5-227 15,17 2-51-15,0 1-24 0,0 1-40 0,-11-1-50 16,11 2-284-16,0 1 45 0,0 0-173 16,0 0-142-16,0 0-124 0,0 0-992 15,0 0 1016-15</inkml:trace>
  <inkml:trace contextRef="#ctx0" brushRef="#br1" timeOffset="209366.57">1649 6334 4660 0,'-15'-17'502'15,"15"17"-147"-15,0 0-16 16,-15-17-76-16,15 17-77 0,0 0-79 16,-9 0-26-16,9 0-71 0,0 0-8 15,0-8-5-15,0 8-12 16,0 0 22-16,0 0 24 0,15 22 62 15,2-22-34-15,-17 21-11 0,22-3-3 16,-10 0-4-16,17 28 7 16,2 4-26-16,-17-21-22 0,29 47 0 15,-20-31 4-15,-14-27-1 0,-1 0 2 16,0-1-3-16,-3-3-2 0,-1-3 1 16,4 7 7-16,-6-14 4 0,0-1 27 15,-2-1 15-15,0-2-6 0,0 0-7 16,0 0-31-16,0-22-13 0,-26 22-1 15,26-24 0-15,-22 7-1 0,-8-29-6 16,14 19 5-16,0 0 0 0,0-4-1 16,1-1 7-16,1-1 1 0,-12-21 4 15,14 29-3-15,2 1-3 16,-16-29-5-16,20 42 0 0,2-3-4 0,2 0-5 16,2-7-13-16,0 10 7 0,0-2-9 15,25 1-20-15,-25-2-22 0,29 1-17 16,10-12-138-16,-21 13 81 0,5 0-56 15,-3 2-106-15,-2 2-210 0,0 2-155 16,11-4-1181-16,-19 7 990 0</inkml:trace>
  <inkml:trace contextRef="#ctx0" brushRef="#br1" timeOffset="209549.01">1700 6457 5638 0,'-17'22'72'0,"1"-3"67"0,5-7 32 0,1-6-7 0,2 0-68 16,2-3-63-16,5-1-34 0,1-2 3 16,0 0-3-16,45-29 17 0,70-46-49 15,-84 55-41 1,2 1-79-16,-1 1-110 0,-4-1-283 16,-4 3-359-16,-2-2-233 0</inkml:trace>
  <inkml:trace contextRef="#ctx0" brushRef="#br1" timeOffset="209749.05">2268 6349 6831 0,'0'0'78'16,"-23"0"237"-16,23 0-153 0,0 0-70 15,-23-17-59-15,23 17-42 0,0 0-65 16,0 0-287-16,0-12 62 0,0 12-36 15,0 0-47-15,0 0-214 0,22 0-1122 16,-22 0 508-16,0 0 258 0</inkml:trace>
  <inkml:trace contextRef="#ctx0" brushRef="#br1" timeOffset="212865.14">6384 8195 3790 0,'-28'0'0'0,"13"0"208"0,-2 0 124 15,1 0 74-15,-1 0-13 0,-13 0-2 16,19 0-321-16,2 0-34 0,1 0-19 16,4 0-18-16,2 0-4 0,2 0 19 15,0 0 18-15,0 0 21 0,30 0 0 16,-30 0-3-16,56 0 15 0,-33 0-47 16,4 0-7-16,-1 0-3 0,1 0-3 0,0 0-5 15,26-17 1-15,-28 17-5 0,-1 0-27 16,-3 0-57-16,-1 0-103 0,-3-10-162 15,12 10-785-15,-15 0 478 0,-3 0-149 16,-2 0 107-16</inkml:trace>
  <inkml:trace contextRef="#ctx0" brushRef="#br1" timeOffset="213065.1">6448 8321 4983 0,'-14'11'9'16,"-4"0"-5"-16,3-4 111 0,1 0 97 15,2-5 29-15,-9 7 126 0,14-5-318 0,4-2-47 16,1-1-6-16,2 2 3 0,0-3 5 16,30 0 7-16,-30 0-10 0,39 0-2 15,-13 0 3-15,6-24-5 0,38 7-15 16,-33 17-54-16,0-19-63 0,0 19-59 16,-4-18-167-16,-3 18-161 0,23-13-831 15,-31 1 472-15,-4 12 186 0</inkml:trace>
  <inkml:trace contextRef="#ctx0" brushRef="#br1" timeOffset="213998.28">7848 8134 3247 0,'-14'17'11'0,"-6"1"414"0,10-9 95 0,3-4 81 0,1 0-84 16,1 0-97-16,0-1 28 16,3-2-309-16,0-1-13 0,-1-1-6 0,2 0-8 15,1 1-25-15,-1-1 17 0,0 0-69 16,1 0 3-16,0 3 8 0,0-2 4 16,0 1-5-16,22 0 23 0,-22-1-43 15,24-1-2-15,-9 0-6 0,4 0-3 16,4 0-7-16,27-22-2 0,-24 1-4 15,1 21 2-15,-2-31-3 0,1 14 3 16,18-20-1-16,-26 18 3 0,-1-1-7 16,20-44 5-16,-30 42-2 0,-3 1-2 15,0-40-5-15,-4 46 1 16,0-2 2-16,-22-8-9 0,22 16 8 16,-17 3-4-16,17 3 5 0,-26 2-1 15,11-1 0-15,-17 2-1 0,16 0 1 16,-2 0 5-16,-1 27 1 0,0-27-5 15,0 25 5-15,-16 8-6 0,17-12 3 16,0 4 2-16,1 0-2 0,0 4 3 16,-10 32 1-16,17-30-3 0,0 1-2 15,5-2-2-15,2 2 1 0,3-5 0 16,0 22 1-16,22-26 2 0,-22-3-1 0,31-1 1 16,-12-3-1-16,7-1-3 0,31 5-9 15,-24-11-16-15,2-4-24 0,3-2-25 16,1-3-25-16,38 0-133 0,-39 0 98 15,0-23-33-15,-2 23-62 0,-2-19-152 16,-3 19-200-16,17-38-998 0,-27 26 594 16,-6-4 218-16</inkml:trace>
  <inkml:trace contextRef="#ctx0" brushRef="#br1" timeOffset="-214598.7">8573 6890 3551 0,'0'0'582'0,"0"0"-111"0,0-17-3 0,-15 17-136 16,15 0-94-16,0-12-3 0,-14 12-116 15,14 0-76-15,0 0-9 0,0 0-4 16,0 0-5-16,-7 0 8 15,7 0 26-15,-7 0 21 0,1 0 15 0,-2 0 4 16,-10 24 44-16,-4 10-42 16,11-19-63-16,1 0 5 0,-2-1-11 15,5 4 1-15,-7 12 11 16,4 1-4-16,7-14-20 0,3-2 1 16,0 2 4-16,0-2-5 0,0 0-1 0,0 2 2 15,0 2-15-15,0-1 4 16,0-1 0-16,22 22 19 0,-3-1 2 15,-19-19-21-15,14 1 2 0,-2 18 16 16,2 1 2-16,-7-20-24 16,-1 1 6-16,1 0-4 0,-1-3 1 15,1 19 13-15,-2-2-5 16,-3-20-8-16,-1 2-1 0,-1 1-1 16,0-3-2-16,0 1 0 0,0 3 1 15,0-3-1-15,0 2-3 0,-20 20-10 16,1 1-9-16,-10-18-16 15,9-2-26-15,1 0-38 0,-3-3-46 16,1 1-50-16,-2-4-72 0,-32 7-1085 16,44-19 447-16,4 0-181 0</inkml:trace>
  <inkml:trace contextRef="#ctx0" brushRef="#br1" timeOffset="-211149.15">9025 6160 3345 0,'0'-3'28'0,"0"-1"0"0,0-1 112 16,0-1 168-16,-20-2 456 0,20 2-488 0,0 4-124 16,0 0-102-16,0 0-45 0,0 1-10 15,0-1-16-15,0 2 21 0,0 0 21 16,0 0 48-16,0 0 44 0,0 23 145 15,0-23-144-15,0 21-15 0,0-6-13 16,18 0-8-16,-18 3-22 0,13 20 14 16,-13-17-48-16,9-1 2 0,-9 1-2 15,10 0-2-15,-4 0-3 0,9 22 17 16,-8-23-14-16,1-2-3 0,1 2-1 0,-1-2-2 16,8 9 15-16,-11-15-14 0,2-1-1 15,-2-1 2-15,0-2-2 0,-2-3 1 16,3 3 7-16,-5-4-15 0,3-2-1 15,-1-1 0-15,-2-1 0 0,2 0 7 16,-2 0-8-16,1 0 4 0,0 0 7 16,2 0 16-16,-1 0 6 0,10 0 31 15,-1 0-55-15,1-20-3 0,3 20-4 16,0-19-4-16,3 7 0 0,26-18-5 16,-19 15 0-16,-1-2 1 0,3 1 1 15,-2-2 1-15,31-10 0 0,-33 15-1 0,0 0-3 16,-1 1 3-16,-3 3-1 0,-3 0 1 15,12-6 2-15,-16 8 0 16,0 0-1-16,-3 1-2 0,1 2-2 0,-3-1 1 16,12-3-3-16,-12 5 7 0,0 1-4 15,0-1 3-15,2 3 0 0,7-2-1 16,-7 2 0-16,0 0-3 0,1 0 3 16,3 0-3-16,-2 0 6 0,13 0 0 15,-14 17-2-15,1-17-5 0,-1 0 1 16,-1 10 4-16,1-10 0 0,7 9 3 15,-8-1-6-15,-3-2 3 0,1-2-3 16,1 3 2-16,10 1-2 0,-11-2 4 0,0 0 1 16,2 0-2-16,-2 1 2 0,0 1 1 15,11 14 0-15,-10-11 0 0,-1 3-3 16,2-2 6-16,-3 4-1 0,2-1-3 16,5 18 6-16,-8-18-7 0,-1-1 0 15,0-1-1-15,-1 0-1 0,6 7-1 16,-7-12 2-16,-1-2 1 0,1 1-1 15,-2-3 1-15,-1-1-2 0,0 1 7 16,0-1-5-16,0-3 0 0,1 0-2 16,-1 1 2-16,0-1 3 0,0 0-5 15,0 0 5-15,0 0-2 0,0 0 0 0,0 0 1 16,0 0 4-16,0 0-2 0,0 0 4 16,0 0 4-16,0 0-1 0,0-15 0 15,0 15-14-15,12-12-5 0,-12 4 2 16,10-3 1-16,-10-1 1 0,18-15-2 15,-10 16 3-15,2-4-1 0,0 2 2 16,1 0-1-16,1 0 0 0,20-12-1 16,-14 12 3-16,3-2 2 0,0 3-5 15,2 1 2-15,23-10 1 0,-24 13-1 16,2 0-1-16,-2 0-1 0,2 1-2 16,-2 1 4-16,20-4-1 0,-22 5-1 15,0 3 0-15,-3 0 1 0,1-1-3 0,13 2 5 16,-18 1 0-16,1 0 2 0,-2 0 0 15,1 0-4-15,-1 0 1 0,11 18 3 16,-13-18-3-16,-1 0 0 0,2 17-1 16,-4-17-2-16,3 0 4 0,9 11 10 15,-7-11-5-15,1 9 1 0,1-9-4 16,3 6 6-16,20 0 7 0,-17-3-8 16,3 0-5-16,0-1 0 0,1-2 3 15,0 0-3-15,26 0 4 0,-26 0-5 16,-2 0-1-16,-3 0-1 0,3-17 3 15,-5 17-2-15,12 0 5 0,-17 0-4 0,-2-10 2 16,1 10-2-16,-2 0 2 0,5-10-1 16,-7-1-1-16,1 5-6 15,0 0 2-15,1-2 3 0,3 1-2 0,9-7-2 16,-11 7 0-16,0-1-10 0,-1 2-20 16,-1 4-23-16,-1-3-35 0,-1 3-164 15,-4 2 51-15,-2 0-118 0,0-2-190 16,0 1-180-16,2-6-1180 0,-1 4 1006 15</inkml:trace>
  <inkml:trace contextRef="#ctx0" brushRef="#br1" timeOffset="-208664.82">8843 7392 1805 0,'-22'10'403'0,"10"-7"-37"0,-2 1 76 16,0 0-71-16,3 0-28 0,-8 1 218 15,6-2-232-15,9 1-254 16,4-4-66-16,0 0 31 16,0 0 45-16,0 0 18 0,0 0 38 15,19 0-2-15,-19 0-15 0,15 0-48 16,-15 0-33-16,21 0-11 0,-8 0-17 15,3-18 5-15,16 18-7 16,5-14-12-16,-20 2-6 0,1 12 17 16,-2-7-9-16,0 7-2 0,-4-9 9 15,-2 9-9-15,0-3 4 0,-4 3-2 16,-2 0 0-16,-1 0-1 0,-2-1-2 0,-1 1-41 16,0 0-23-16,0 0-60 0,0 0-80 15,0 0-102-15,0 0-207 0,0 0-226 16,0 0-183-16,0 0-187 0</inkml:trace>
  <inkml:trace contextRef="#ctx0" brushRef="#br1" timeOffset="-207716.83">8905 7035 3038 0,'1'0'575'0,"-1"-13"-234"0,1 13-35 16,-1 0-79-16,0 0 23 0,0 0-29 15,0 0-43-15,0 0-23 0,0 0-30 16,0 0-28-16,0 0-26 0,0 0 46 16,0 0-98-16,0 0 8 15,-15 0 15-15,15 20 9 0,0-20 11 0,-33 44 129 16,24-31-133-1,-12 29 57-15,13-29-89 16,1 3-2-16,1 0 4 0,-2 2 7 0,-1 3-7 16,1 4 1-16,1 0-5 0,-11 32 16 15,4 5-9-15,8-31-20 16,1 4-1-16,-1-4-2 0,3 3-3 16,2-2-1-16,1 2-6 0,0-1-2 15,0 0 3-15,42 53 0 16,-42-61 3-16,30-1-8 0,-12-2 0 15,2-4-5-15,23 13-75 0,3-2-58 16,-20-19 40-16,-2-1-37 0,2-1-42 16,-1-2-71-16,25 1-623 15,-6-6-977-15,-21-1 689 0</inkml:trace>
  <inkml:trace contextRef="#ctx0" brushRef="#br1" timeOffset="-207116.3">9402 7078 3963 0,'-7'-14'362'0,"4"10"-36"0,-2 1 16 0,2 1-113 0,2 0-106 16,-1 2-74-16,2 0-11 0,0 0 21 0,0 0 34 15,0 19-8-15,0 0-5 16,22-1-45-16,-22-18-1 0,0 16-11 15,20-16-14-15,-20 11 3 0,14-11-1 16,10 8 34-16,-17-8-25 16,2 0 12-16,-1 0-11 0,2 0 2 15,0 0 1-15,2 0-14 0,-1 0 2 16,2-18 4-16,-1 18 1 0,13-19 53 16,-6-6 48-16,-14 3-54 15,0 22 1-15,-3-18-1 0,-1 6 74 16,-1 6-20-16,0 0-80 15,0 4 2-15,0-1-7 0,0 0-9 0,0 3-8 16,0 0-14-16,0-3-8 0,0 3-4 16,0 0 7-16,0 0 1 15,0 0-1-15,0 18 2 0,0-18-4 16,0 20 9-16,0 9 10 16,0 0-9-16,0-13-12 0,0 1 8 15,0-3-1-15,0 1-1 0,0 1 2 16,0 14-62-16,0-13-16 0,11-4-50 15,-11 0-37-15,0 1-31 0,9-2-37 16,-9-2-46-16,0-1-99 0,6-1-204 16,-6-1-181-16,0-1-255 0</inkml:trace>
  <inkml:trace contextRef="#ctx0" brushRef="#br1" timeOffset="-206850.26">9271 7444 4095 0,'-10'3'119'0,"-1"-1"124"0,4-2 52 0,2 0-17 0,1 0-107 15,4 0-92-15,0 0-35 16,0 0 25-16,20 0 20 0,-20 0 33 16,67 0 45-16,1-20-85 0,-27 2-60 15,4 18 3-15,47-35 22 16,-5 12-19-16,-45 12-26 0,-1 1-5 15,-2 0-1-15,-4 1-29 0,-4 1-63 16,18-5-275-16,-30 9 95 0,-4 1-29 16,-6 1-105-16,-4 1-211 0,-2-1-215 15,-3 2-179-15</inkml:trace>
  <inkml:trace contextRef="#ctx0" brushRef="#br1" timeOffset="-206315.82">9597 7545 5033 0,'0'0'158'15,"13"0"0"-15,-13 0 17 0,0 0-56 16,0 0-43-16,10 0-38 0,-10 0-4 15,12 0 3-15,-5 0 4 0,2 0 2 16,12 0 20-16,0 0-17 16,-14 0-24-16,1 0-3 0,-2 0 11 0,-1 19 19 15,0-19 5-15,-5 18 8 0,0-6-3 16,0 4-12-16,0 2-4 0,-20 1-25 16,-4 27 31-16,1-7-15 15,23-22-36-15,-18-3 6 0,18-3-4 16,-11-1 25-16,11-8 19 15,0-2-29-15,0 0-5 0,0 0-12 16,0-19-3-16,18 19 5 0,-18-24-1 16,21 9 6-16,-21-5-7 0,41-25-3 15,-10 0-1-15,-16 21 6 16,-4 4 5-16,-1 2 2 0,0 3 2 0,-3 4-4 16,-3 3 2-16,-2 2-12 0,0 3 3 15,-2 1-5-15,0 2-18 16,0 0 16-16,0 0 13 0,0 21-5 15,0-21-4-15,0 18 4 0,0-18-4 16,0 21 4-16,0-21-11 0,0 21-7 16,0-10-22-16,0-3-21 0,23 0-132 15,-2 4-67-15,-21-5 113 16,25-7-62-16,-11 0-69 0,2 0-141 0,22 0-876 16,-17-25 363-16,1 25 22 15</inkml:trace>
  <inkml:trace contextRef="#ctx0" brushRef="#br1" timeOffset="-205850.27">9987 7064 2413 0,'0'0'126'0,"0"0"238"0,18-19 136 0,-18 19 37 0,0 0-85 0,0 0-149 16,10-11-78-16,-10 11-31 0,12-8 182 16,-1 8-106-16,-6 0-179 15,2-5-29-15,1 2 0 0,-2 3 14 16,1 0-3-16,1 0-3 0,2 0-10 15,-2 0-11-15,2 0-2 0,11 16 36 16,-2-1-29-16,-6-15-32 0,-4 14 7 16,4-3 8-16,-3-1-5 0,1 2 0 15,4 1-3-15,-2 3-4 0,1 1 4 16,-4 2-3-16,1 5-1 0,6 27-1 16,-5 7-20-16,-10-28 0 15,1-3 1-15,0 1 2 0,-3 0-5 16,0 22-7-16,0-26-2 0,0-1 2 15,0-2-9-15,0-2-40 0,-22-2-45 16,22 0-60-16,-20-4-85 0,20 2-81 16,-26-5-203-16,12 0-335 0,-16 2-1636 15</inkml:trace>
  <inkml:trace contextRef="#ctx0" brushRef="#br1" timeOffset="-204250.37">10569 6928 2086 0,'0'-6'203'0,"0"0"218"0,0-6 702 0,16 1-324 16,-16 8-545-16,0-1 6 0,0 2-47 16,0-1 4-16,0 1-46 0,9 1 32 15,-9 0-153-15,0 1-24 0,0-1-7 16,0 1-14-16,0 0 1 0,0 0 22 0,0 0 8 16,0 0 17-16,0 20 5 15,0-20-10-15,0 45 39 0,0 0-15 16,0-15-44-16,0-1-7 0,17 0-2 15,-17 1-9-15,0-2-3 0,11 0-1 16,-11 0-3-16,10-2 0 0,3 18-3 16,-4-14-4-16,-6-18 6 15,1-3-2-15,-1-2 23 16,-3-6-7-16,0-1 31 16,0 0-43-16,0-22-8 15,-19 6 5-15,3-6-14 16,-2-2 2-16,5 15 9 0,2-4-5 15,-14-3-12 1,-1 12 2-16,14 4 17 0,-3 0 1 0,3 0-1 16,-3 20-2-16,4-20 0 0,0 29-2 15,1-11-1-15,1-1 3 0,4 2-10 16,0 15-11-16,5-5-6 16,0-18 13-16,20-1 4 0,-20-3-4 15,24-2-10-15,-7-5-5 0,21 4-74 16,8-4-81-16,-22-19 40 15,1 19-49-15,0-22-79 0,23-9-739 16,1-3-847-16</inkml:trace>
  <inkml:trace contextRef="#ctx0" brushRef="#br1" timeOffset="-203733.43">10815 7078 2551 0,'0'0'432'0,"0"0"448"0,0 0-493 16,0 0-54-16,0 0-81 0,21 0 147 15,1 0-126-15,-10 0-193 0,0-15-1 16,4 15-23-16,-3 0 13 0,17-13 42 16,-4 13-29-16,-15 0-53 15,-1 0-4-15,-3 0-6 0,-1 0 3 16,-4 0 19-16,1 19 10 0,-3-19 19 15,0 24-8-15,0 25 46 16,-28-30-75-16,28 4-1 0,-25-1 5 16,8-2 0-16,3 3-15 0,-14 16 2 15,5-7-16-15,23-20-8 16,-10-1 22-16,10-8 25 16,0-3 5-16,0 0-35 15,0 0-12-15,21-18-5 0,-21 18 0 0,30-26-2 16,11-11 8-16,-20 14-8 15,6-2 8-15,-1 2-10 0,-1-2 4 0,-4 0 2 16,-3 2 0-16,2 1 1 0,-7 1 1 16,-2 2 5-16,-4 2-2 0,-2-4 30 15,-5 11-21-15,0 10-17 16,0 0 1-16,-27 0-4 0,27 0 3 16,-25 27 0-16,9-27-3 0,0 29 8 15,-13 3-8-15,19 1-4 16,-3-2 4-16,13-15 5 15,0-3-5-15,34 2-13 0,10 11-122 16,19-5-192-16,-26-14 105 0,3 0-127 16,2-3-241-16,40-4-1581 15</inkml:trace>
  <inkml:trace contextRef="#ctx0" brushRef="#br1" timeOffset="-201584.04">12270 7640 4396 0,'-15'3'91'0,"-5"1"119"0,2-2 132 0,-2-2 34 0,1 1-53 15,1 1-97-15,4 0-103 0,4-1-56 0,-3 1-31 16,11-2-38 0,2 0 2-16,0 0 11 0,0 0 17 0,21 0 2 15,7 0 40-15,14 0-21 16,-19 0-37-16,3-19-8 0,1 19 0 15,-1-13-8-15,0 13 2 0,0-12 2 16,-3 12-19-16,0-13-34 16,31 2-382-16,-41 5 166 0,-3 6-175 15,-3-2-295-15,-1-1-289 0,-4 3-241 16</inkml:trace>
  <inkml:trace contextRef="#ctx0" brushRef="#br1" timeOffset="-201433.7">12140 7803 5017 0,'-13'13'27'0,"2"-5"33"0,8-3 58 16,3-5 237-16,29 0-124 15,-6 0-200-15,2 0-14 0,9-18-7 16,6 18-9-16,5-18-14 0,2 18-66 16,0-24-101-16,0 11-197 0,-3 0-342 15,33-9-1522-15</inkml:trace>
  <inkml:trace contextRef="#ctx0" brushRef="#br1" timeOffset="-198484.89">27545 1677 5089 0,'-14'3'90'0,"2"-2"19"0,-10-1 137 0,7 0-82 15,9 0-78-15,6 0-37 0,0 0-28 16,0 0-12-16,0 0-12 0,0 0 10 16,61-14 14-16,-41 14-18 15,3-10-4-15,49-11 1 16,-48 12 3-16,-4 1 6 16,25-15 1-16,-25 10 0 0,17-15-13 15,-4-6 12-15,-21 16 7 0,-2 2 9 16,7-32 73-1,-17 36-66-15,0-11 8 16,0 18-49-16,0 2 5 0,-25 2 0 0,25 0 0 16,-25 1 12-16,10 0-4 0,-6 0 1 15,-22 23 22-15,-4 23 31 16,7-5-6-16,19-19-31 16,6 2-4-16,-12 24 19 15,7 3-27-15,13-27-7 0,3-1-8 16,3 2 8-16,1-1 4 0,0 19-6 15,28-6-6-15,9-23-31 16,-12 0-36-16,7-3-68 0,6-4-84 0,8-1-136 16,2-3-265-16,9-3-312 0,3 0-250 15</inkml:trace>
  <inkml:trace contextRef="#ctx0" brushRef="#br1" timeOffset="-197434.71">28457 621 1976 0,'0'-2'209'0,"0"-8"723"0,0 5-421 0,0 0-106 0,0 2-100 16,0 1-12-16,0-2-49 0,0 1 133 15,0 2-176-15,0 1-143 0,-12-1 39 16,12 1-80-16,0 0 0 0,-12 0-5 16,7 0 8-16,-3 0 6 0,-9 0 27 15,6 0-22-15,1 0 1 0,-2 0 3 16,4 14 0-16,-1-14-3 0,-1 0-3 15,-3 12 34-15,8-2-37 16,-15 10 68-16,15-12-62 0,0-1-4 16,0 1 1-16,-2-1-3 0,2 2 0 15,-3 9 23-15,1-1 2 16,5-6-28-16,-2 8 33 0,2-9-22 16,0-2-5-16,2 3 1 0,0 0-1 0,0 0-2 15,0 1 3-15,0-1-3 0,0 0 1 16,17 16 11-16,3 2-22 15,-20-15-8-15,15-1 1 0,-15 1 5 16,16-1-3-16,-16 2 4 0,12-1-1 16,-12 1-2-16,10 2 3 0,-5-2-8 15,2 1-1-15,5 34 6 16,-7-33-7-16,0 1 2 0,0-2 1 16,3 20-3-16,-3-3-1 0,-3-16 11 15,-1-2-6-15,-1 1 3 16,0 0 6-16,0 14 8 0,-24 2-8 15,24-16-15-15,-17-1-1 0,17 0 0 16,-19 0-3-16,19-2 3 16,-22-1-5-16,9 0 6 0,0 0-6 0,-1-2 3 15,-14 4-66-15,-5-6-200 16,18-8 19-16,-4 0-114 0,-1 0-303 16,1 0-355-16,-4-18-265 0</inkml:trace>
  <inkml:trace contextRef="#ctx0" brushRef="#br1" timeOffset="-186169.67">13836 7632 4083 0,'-11'3'17'0,"0"-2"66"0,-5 1 496 15,11-2-235-15,1 0-56 0,2 0-139 16,2 0-73-16,0 0-64 0,0 0-18 16,0 0 17-16,0 0 2 0,24 0-8 15,3 0 6-15,10 0-3 16,-15 0-4-16,27-16 13 0,-24 16-10 16,-3-19 2-16,1 19 1 0,1-17-4 15,17-2 15-15,-21 9-8 0,-4 0 13 16,-2-1 12-16,-1 0 12 0,-2-1-4 15,2-10 29-15,-10 12-45 0,-1-2 0 0,-2 2-3 16,0 0-15-16,0-3 4 0,0-3 19 16,-17 7-7-16,17 3-1 0,0 0-7 15,-26 2-2-15,4 1 3 0,11 3-17 16,-5 0 6-16,0 0 0 0,-4 0 8 16,0 0 13-16,-23 27 43 0,18-5-30 15,2-9-3-15,0 4-12 0,0 0-6 16,0 0-5-16,-10 19 8 0,17-18-12 15,5 1-5-15,2-1-4 0,2 2-3 16,5 17-1-16,2-18 1 0,0 2-1 16,0-3-1-16,31 2-3 0,-31-1-1 0,57 13-20 15,-33-18-9-15,5-3-21 16,0-2-22-16,3-1-17 0,4-4-26 0,34-3-219 16,-34-1 75-16,2 0-116 0,-1 0-129 15,-3-26-113-15,29 5-934 0,-36 21 804 16</inkml:trace>
  <inkml:trace contextRef="#ctx0" brushRef="#br1" timeOffset="-182653.89">14411 6903 3144 0,'-9'0'91'0,"4"0"41"0,1 0 106 0,4 0 34 16,-2 0 30-16,2 0-48 0,0 0 111 0,0 0-202 15,0 0 29-15,0 0 5 0,0 0-7 16,0 0-31-16,0 0 35 0,0 0-141 16,0 0-16-16,0 0 3 0,0 0 5 15,0 0 48-15,0 0-61 0,25 0-13 16,-25 0-11-16,33 0 1 0,-12 0-4 15,31-19-2-15,-26 19-2 0,1 0-2 16,45-15-1-16,-56 15 1 16,0-8-2-16,-3 8 3 0,10 0 7 15,-21 0-2-15,0-2 3 16,-2 2-3-16,0 0-2 0,0 0-10 0,0 0-25 16,0 0-36-16,0 0-212 0,0 0 52 15,0 0-97-15,0 0-115 16,0 0-1166-16,0 0 1083 0,0 0-19 15</inkml:trace>
  <inkml:trace contextRef="#ctx0" brushRef="#br1" timeOffset="-182153.85">14937 6682 4183 0,'0'-4'43'0,"0"-4"307"0,0 5-81 16,0-3-6-16,0 5-92 0,0 0-62 16,0 1-67-16,0 0-23 0,0 0 19 15,0 0 21-15,0 0 18 0,20 16-5 16,-20-16 7-16,16 13-64 0,-16-13-4 16,14 0 2-16,-14 15 4 0,13-15 3 15,3 7 16-15,-7-1-18 0,1-6-12 16,2 0 3-16,-1 0-7 0,4 0-1 0,12 0 6 15,-12 0-10-15,0 0 7 0,-1 0-1 16,-2 0 0-16,12-18 28 0,-15 18 7 16,-1-20 19-16,2 20 7 0,-4-17 13 15,1 9 3-15,1-13 82 0,-5 11-80 16,-2-1-6-16,-1 3-7 0,0 0-5 16,0 1-2-16,0-5 46 0,0 9-66 15,0 2-18-15,0-2-13 0,0 2-7 16,0 1-17-16,-15 0-4 15,15 0 14-15,0 0 6 16,0 0 0-16,0 16 0 0,0 0 9 16,-17 8-9-16,17 5 0 15,0-12-2-15,-14 1 1 0,14 1-2 0,0 3-1 16,0 0 1-16,0 24 0 0,0-21-6 16,0-1-49-16,23 1-54 0,-23 1-67 15,0-1-95-15,19 22-639 0,-19-24 193 16,18-2-218-16</inkml:trace>
  <inkml:trace contextRef="#ctx0" brushRef="#br1" timeOffset="-179154.34">29243 2302 2320 0,'0'-7'97'0,"0"7"129"0,0-7 156 0,0 3 110 0,-15-1 211 16,15 3-479-16,0 2-207 0,0-1-8 15,0 1 17-15,0 0 22 0,0 0 32 16,0 0 30-16,0 0 9 0,0 0 3 16,0 0 127-1,0 0 66-15,0 0-216 0,0 0 5 16,0 0-1-16,-16 19-11 0,-4 0 17 15,-5 5-35-15,11-10-39 0,0-2 6 16,-9 19 49 0,4-1-18-16,12-16-45 0,0 4-4 0,1 0-2 15,3 1-6-15,-2-3 0 0,4 20 20 16,1-18-17-16,0 0-6 0,0 0 0 16,0-1 6-16,0 2 0 0,25 1 6 15,-25 0-8-15,18 2 0 0,-18 3 2 16,25-2-6-16,1 31 8 15,-2-1-15-15,-13-26 0 0,0-1 3 16,-2-1 1-16,-2-2-4 0,-1 1 4 16,2 39 40-16,-8-44-27 0,0-2-10 15,0 2 10-15,0-1-11 16,-26-3-3-16,26 2 2 0,-36 0-22 0,13 2-7 16,-35 13-104-16,-4-4-102 15,30-13 80-15,2-5-37 16,3-1-39-16,-10 3-601 0,16-8-960 15,15-4 536-15</inkml:trace>
  <inkml:trace contextRef="#ctx0" brushRef="#br1" timeOffset="-177737.98">28204 2877 2639 0,'-6'1'15'0,"0"-1"74"0,-6 0 607 16,-5 0 211-16,12 0-588 0,0 0-124 16,0 0-85-16,3 0-23 0,0 0-33 15,2 0 3-15,0 0 8 0,0 0-7 16,0 0 26-16,0 0 138 16,19 0 34-16,-19 0-164 0,15 0-18 15,-15 0-33-15,22 0-18 0,7-14-7 16,3 14-18-16,-15-12-2 15,3 12-4-15,-4-8-27 0,4 8-46 0,-3-6-64 16,-1 6-87-16,-4-5-116 0,0 1-180 16,-3 2-266-16,4-2-1379 15</inkml:trace>
  <inkml:trace contextRef="#ctx0" brushRef="#br1" timeOffset="-177220.32">28592 2581 4287 0,'-18'-4'-13'16,"18"3"104"-16,0 1-4 15,0 0 48-15,0 0-20 0,0 0-3 16,0 0 9-16,0 22-30 0,0-22 17 15,0 15 15-15,0-15-15 0,16 16-5 16,-16-4 31-16,19-12-89 0,-19 10-1 16,14-10-1-16,-14 0 6 0,16 0 15 15,-8 0-4-15,0 0-4 0,2 0-13 16,-1 0-21-16,0 0-5 0,2 0-3 16,14-21 6-16,-14 5-14 0,0 16-7 0,1-19 10 15,-1 9 2-15,-1-2 16 0,0 2 26 16,-2-1 15-16,-3 3 22 0,-1 2-3 15,3-6 96-15,-5 5-30 16,1 5-99-16,-3 1-17 0,0 1-23 16,0 0-2-16,0 0-15 15,0 0-4-15,0 0-2 0,0 0 4 16,0 0-4-16,0 18 9 16,0-1-1-16,0-5 2 15,0 1 2-15,0 2-2 0,0 2-1 16,-17 2-4-16,17 2 4 0,0 1 2 0,0 0 0 15,0 21-5-15,0-1-76 16,0-23-3-16,0-1-44 0,0-3-21 16,0 1-48-16,0-1-43 0,0-4-61 15,0 2-136-15,0-1-234 0,0-1-285 16</inkml:trace>
  <inkml:trace contextRef="#ctx0" brushRef="#br1" timeOffset="-176337.33">30088 2242 3920 0,'0'0'356'0,"-4"-12"82"0,4 12 17 0,0 0-144 0,-4-10 15 16,4 10-260-16,0 0-22 0,0 0-9 0,0 0-18 16,0 0-5-16,0 0-13 0,0 0-2 15,0 0 7-15,0 0 20 0,0 0 26 16,0 0 82-16,0 22-28 16,15-4-67-16,-15-18-18 0,0 23-4 15,0-10-1-15,12 0-4 0,-12-1 1 16,0 2-1-16,9-1-5 0,-4 9-1 15,1 2-11-15,-4-14 3 16,0 2-6-16,-1-1-19 0,1 1-30 16,1 0-61-16,-2 0-64 0,0 0-76 15,-1-2-141-15,1 0-231 0,-1 8-1464 16</inkml:trace>
  <inkml:trace contextRef="#ctx0" brushRef="#br1" timeOffset="-176088.36">29762 2713 4754 0,'-18'7'50'15,"-1"0"94"-15,7-4 68 0,4-1 34 0,6-2-52 16,2 0-14-16,0 0-140 16,0 0 19-16,29 0 12 0,-11 0-8 0,5 0-17 15,6-16-21-15,6 16-8 0,3-16-6 16,7 16 6-16,-1-23-2 0,44 1-2 15,-13 2-20-15,-41 12 3 16,-4 0-33-16,-4 1-32 0,-5 2-63 16,0 1-85-16,-6 1-112 0,-3 1-188 15,0-1-241-15,1 0-1410 16</inkml:trace>
  <inkml:trace contextRef="#ctx0" brushRef="#br1" timeOffset="-175421.46">29836 2994 5182 0,'15'0'27'0,"-15"-17"63"0,10 17 41 0,-10-11 18 0,13 11-24 0,7-9-22 16,7 9-77-16,-12-6-11 16,2 6 9-16,1 0 0 0,0 0 7 0,1 0 6 15,-1 0-12-15,-2 0 0 16,1 18-14-16,15-5 17 16,-26-13-7-16,-4 14 11 0,-2-3-4 15,0 1 4-15,0 3 6 0,-28 22 19 16,-27 5-22-16,31-22-25 0,-1 0-5 15,0-2-1-15,-13 9-1 16,12-12 1-16,19-8-2 0,7-4 6 16,0-1 5-16,0-2 1 0,0 0-3 15,0 0-5-15,26-21-5 0,-26 21 3 16,36-23 2-16,-13 8-1 0,28-25-2 16,0-1-10-16,-27 19 4 0,-1-2 12 15,-3 4 18-15,-1-1 21 16,10-10 107-16,-19 18-76 0,-4 3-16 0,-2 4-24 15,-2 2-13-15,-2 4-25 0,0 0-6 16,0 0-3-16,0 0 2 0,-22 19 2 16,22-19 0-16,-19 42 0 15,4-6 5-15,15-17-3 0,0 0 2 16,0-2-8-16,0-1 4 0,28 2-16 16,-8-5-38-16,7-1-55 0,4-2-76 15,48 4-502-15,11-7-1119 16,-41-7 485-16</inkml:trace>
  <inkml:trace contextRef="#ctx0" brushRef="#br1" timeOffset="-169905.61">15515 7050 3564 0,'4'2'0'0,"-1"-1"23"0,-3-1 88 0,0 0 125 16,0 0 72-16,0 0-34 0,0 0-69 15,0 0-195-15,0 0 1 0,0 0 90 16,0 0-44-16,0 0 54 0,0 0 167 15,14-11-123-15,-14 11-22 0,0 0-16 0,11 0 2 16,-11-7-28-16,9 0 44 0,-2 3-95 16,0-2-10-16,-2 1-7 0,1-4 0 15,9-7 15-15,-6 6-21 0,1-2-6 16,-1 0 0-16,3-3-3 0,-2 1-3 16,13-14 0-16,-14 13-3 0,2 0 0 15,1-4 3-15,-3 2-1 0,-1-4 0 16,9-18-2-16,-12 18 4 0,1 0 4 15,-3 1 5-15,2 2 5 16,-3-25 32-16,-2 33-37 0,0-5 2 16,0 11-11-16,0 2-1 0,0-1 1 0,0 0 2 15,0 3-3-15,-16 0 5 0,16 0-6 16,0 0 2-16,0 0 1 0,-11 0-2 16,11 0 1-16,-15 0-2 0,9 0 1 15,0 16 3-15,-2-16 5 0,-2 14 2 16,-4 6 64-16,-1 4-2 15,10-9-66-15,0-1-1 0,0 3-6 16,2 13-1-16,2 3 3 16,1-16-8-16,0 1 7 0,0-2-5 0,0 0 6 15,18 1 2-15,-18-2-11 16,19 2 1-16,-19-2-7 0,24-1 0 16,7 11-40-16,3-5-103 0,-17-12 27 15,3 1-48-15,-1-1-42 0,22 1-501 16,0-1-715-16,-20-6 398 15,-1-2-107-15</inkml:trace>
  <inkml:trace contextRef="#ctx0" brushRef="#br1" timeOffset="-169255.95">16010 6859 3954 0,'-8'-5'163'0,"8"1"161"0,-5 0 68 0,5 0 2 0,-3-4 62 16,1 2-279-16,2 2-115 0,0 2 2 15,0-1 1-15,0 1-17 0,0 2-3 16,0-1 1-16,0 0 1 0,21-3 11 16,-21 0 38-16,18 0-22 15,-6 2-48-15,-12 1-11 0,11-2-6 16,-11 3 8-16,10 0 1 0,-10 0 4 0,4 0-3 15,-4 0-9-15,4 0 4 16,1 0 24-16,-2 16 9 16,-1-16-33-16,-2 16 4 0,2-16 4 0,-2 38 13 15,0-2-25-15,0-20-4 16,0 0 0-16,-18 15 0 16,18-19-7-16,0 9 1 0,0-16 3 15,-12 1 4-15,12-2 4 0,0-2 3 16,0 0 24-16,0-2 4 0,0 0 10 15,0 0-7-15,0-18 13 16,17 2-63 0,12-53 0-1,-12 35-4-15,-6 17 12 16,1 1-1-16,0 0-3 0,1 1 4 16,11-14-7-16,-14 19 2 0,-1-1 2 0,1 3-5 15,-3 1 7-15,-3 2-5 0,0 2-6 16,-1 1 5-16,-1 2-3 0,0 0 7 15,0 0 3-15,3 0 0 16,2 0-7-16,-2 19 0 0,-2-19 11 16,1 18-1-16,1-18 1 0,-1 27-5 15,2-14-3-15,-2 3 0 0,0 1-3 16,3 12 9-16,0-1-2 16,-2-18-18-16,-3 2-16 0,1-4-16 15,-1 0-30-15,-2-1-29 0,2-2-25 16,-1-4-45-16,2 6-687 15,-1-7-290-15,1 0-1188 16</inkml:trace>
  <inkml:trace contextRef="#ctx0" brushRef="#br1" timeOffset="-168672.71">16484 6732 4911 0,'0'-4'63'0,"0"0"58"0,0 1 33 0,0-5 164 16,0 4-175-16,0 1-101 16,0 1 12-16,20 2 17 0,-20-3 14 0,20 1-7 15,17-4 101-15,-24 5-129 16,9-1 47-16,-14 2-45 16,9 0 10-16,-11 0-36 0,-1 0-17 15,0 0 7-15,-1 0 7 0,-1 0-5 16,0 0 12-16,0 16 4 0,-1-16 7 15,-1 45 103-15,-1-28-113 16,0 3-7-16,0 2-2 0,-25 3-3 16,25 1-5-16,-23-1-11 0,1 45-2 15,4-50 1-15,18-4-3 16,-13-4 5-16,13-1 2 0,0-4 0 16,-6-1 9-16,6-6 8 15,0 0-16-15,0 0 3 0,0 0-4 0,18-18-9 16,20-25-6-16,-20 23-2 15,2-4-5-15,2-1-4 0,1-2 6 16,0-2 6-16,0 3 4 0,0-2 3 16,-1 1-8-16,15-21 3 15,-9 10 4-15,-20 24 4 0,-3 1 0 16,-2 5 2-16,-2 2 0 0,-1 0-1 0,0 3-5 16,0 1-3-16,0 2 5 0,0 0-7 15,-24 0 13 1,3 24 5-16,7-24-7 0,0 23 12 0,-3-8 0 15,3 3 3-15,2 0 1 0,0 0-9 16,4 2-6-16,1-1-4 0,7 0-1 16,0 0-7-16,0 14 13 0,22-5 3 15,-22-15-10-15,31 0-21 16,11 9-116-16,5-5-184 16,-22-9 76-16,1 1-139 0,0-5-275 15,1-3-356-15</inkml:trace>
  <inkml:trace contextRef="#ctx0" brushRef="#br1" timeOffset="-164805.86">17487 7385 3270 0,'-1'0'43'0,"1"0"67"0,0 0 67 0,0 0 51 0,0 0 39 16,0 0 112-16,0 0-278 0,0 0-61 15,0 0 0-15,0 0 12 0,0 0 0 16,24-13 92-16,-24 13-72 0,22 0-15 16,-3-14-7-16,1 14-8 0,27-12 14 15,-23 0-54-15,2 6 7 0,-3 2-13 16,0 0-6-16,-4 1-43 0,8 0-389 0,-18 2 61 16,-2-1-64-16,-4 2 63 15,-1-1-35-15,-2 1-190 0</inkml:trace>
  <inkml:trace contextRef="#ctx0" brushRef="#br1" timeOffset="-164623.39">17462 7469 4121 0,'-9'9'-11'16,"-2"-1"-25"-16,8-6 66 0,3-2 75 16,0 0 34-16,0 0 65 0,0 0 1 15,20 0 101-15,-20 0-223 0,27 0-46 16,-8 0-16-16,7 0-13 0,33 0-15 15,-28 0-118-15,3-17-122 0,-3 17-160 16,-4 0-115-16,0-18 10 0,19 1-889 0</inkml:trace>
  <inkml:trace contextRef="#ctx0" brushRef="#br1" timeOffset="-163154.87">28634 4918 3925 0,'-15'16'82'0,"5"-6"67"0,2-1-6 0,3-6 0 0,1-3-46 15,2 0 80-15,2 0-52 0,0 0-9 16,0 0-31-16,25 0-31 0,5-15 6 15,-10 0-53-15,2 15 12 0,2-19-21 0,0 7 16 16,0 1 4-16,24-17 41 16,-26 13-22-16,1 0 0 0,-2-1-7 0,-1 0 6 15,1-2-10-15,19-23 17 0,-22 20-18 16,-1-2-6-16,-3 1 23 0,-4 0 9 16,6-18 63-16,-14 24-70 0,-1 3-6 15,-1-1-13-15,0 3 5 0,0 4-13 16,-26-1 1-16,0 6-20 0,6 2 6 15,-3 0 9-15,-3 0 11 0,-2 30 8 16,-33 7 59-16,28-14-46 0,1 3-2 16,3 0-8-16,2 3-7 0,-15 27 9 15,25-28-28-15,7-3-4 0,1 1-2 16,7-3-4-16,2 0 0 0,0 17-1 0,31-24-3 16,-13-1 2-16,4-2-15 0,0-1-29 15,4-5-37-15,35 0-290 0,-25-7 40 16,0 0-172-16,1 0-74 0,1-20-132 15,41-7-961-15</inkml:trace>
  <inkml:trace contextRef="#ctx0" brushRef="#br1" timeOffset="-162690.23">29267 4401 5201 0,'-13'8'-17'0,"9"-1"-23"0,4-7 41 0,0 0 56 0,0 0 17 16,25 0-9-16,-25 0-19 0,33-21-36 15,-12 21-15-15,5-19 9 0,2 4 3 0,1-2 24 16,32-26 47-1,-8-8 15-15,-31 22-44 0,-1-1 18 16,-4-4 2-16,-4 2 17 0,-2-1 10 0,-4 4-10 16,-3 4 3-16,-2 0-11 0,-2-10 34 15,0 18-61-15,0 12-45 16,-18 3-2-16,18 1-11 0,0 1-1 16,-18 0-3-16,7 0 15 15,11 26 8-15,-14-26 5 0,5 30 5 16,-3-11 3-16,3 4-7 0,1 1-2 15,-1 4 0-15,3 1-1 16,-2 62 20-16,8-63-35 0,0-1 4 0,0-2 0 16,20-4-2-16,-20 1 1 0,22-5-34 15,-5 0-41-15,19 12-251 16,-12-19 50-16,3-5-204 0,2-1-323 0,4-4-283 16,0 0-337-16</inkml:trace>
  <inkml:trace contextRef="#ctx0" brushRef="#br1" timeOffset="-162174.33">29906 4084 5449 0,'-10'0'147'0,"5"0"-33"0,5 0-2 0,0 0-12 0,0 0-6 0,0 0-36 15,0 0-15-15,0 0-5 0,0 0 21 16,24 0 88-16,-2 0-50 16,4 0-66-16,-26 0-9 0,21 0 15 15,-21 0-1-15,17 10-8 0,-17-10 7 16,7 9-12-16,-7-9 10 0,0 14 3 16,0 7 38-16,0 9-11 15,-17 5-27-15,17-18-30 0,-19 1-8 16,19-3 0-16,-21 10-4 0,5-15 10 15,16-3-1-15,-10-1 0 0,10-4 12 16,0-1 7-16,0-1 9 0,0 0 15 16,0 0-1-16,0 0-9 0,0 0-13 15,16-20-13-15,7-4-18 16,-9 7 5-16,6-3 1 0,1 0 4 16,2-5-1-16,0 1 0 0,1 2-4 15,-3 3-1-15,-2 4-2 0,10-5-4 16,-11 15 2-16,-13 5 13 15,-1 0-4-15,1 0-1 0,0 21 2 0,8 2 6 16,3 4 0-16,-5-11-15 16,-2 0-1-16,1-1 1 15,11 15-40-15,-1-3-88 0,-13-14 26 16,2 0-35-16,-2 1-27 0,7 12-317 16,-1-2-318-16,-8-12 133 15,2-1-272-15,-1-1-114 0,-1-2-229 16</inkml:trace>
  <inkml:trace contextRef="#ctx0" brushRef="#br1" timeOffset="-160705.23">30176 3928 2463 0,'7'-10'172'0,"0"1"140"0,-4 3 122 0,0-2-15 0,-3 4-50 16,0 1-114-16,0 0-115 0,0 3-82 15,0 0-36-15,-18 0 6 16,-1 22-45-16,5-22 32 0,-4 24-12 16,-4-6 13-16,-7 4 1 0,-5 3-7 15,-7 7-14-15,-4 5-36 0,-11 5-64 16,-68 54-707-16,-15 8-780 16,67-50 835-16</inkml:trace>
  <inkml:trace contextRef="#ctx0" brushRef="#br1" timeOffset="-160440.71">28969 4738 3157 0,'11'0'33'0,"-11"-3"-36"0,0 3 86 0,0 0 17 15,0 0-20-15,-32 20 29 0,7-20-138 16,-3 34-134-16,-11-12-185 0,-9 8-212 16,-71 38-922-16</inkml:trace>
  <inkml:trace contextRef="#ctx0" brushRef="#br1" timeOffset="-157174.39">18676 7225 3060 0,'0'0'13'0,"-15"0"12"0,15 0 40 0,0 0 33 0,-14 0 289 16,14 0-221-16,0 0-37 0,0 0-76 0,0 0-18 16,-9 0 162-16,4 0-52 0,5 0 39 15,-6 0 8-15,1 0-9 16,2 0 3-16,-10 0 92 0,4 0-161 0,-3 0-21 16,1 11-1-16,-33-1 173 15,28-2-195-15,0-2-10 0,-2-1 8 16,-9 2 67-16,16-5-74 0,-2 0-7 15,4-1-15-15,3 1-6 0,-1-2-3 16,7 0-31-16,0 0-5 0,0 0-1 16,0 0 1-16,0 0 5 0,30 0 14 15,-30 0-5-15,34 0-1 0,-9-14 0 16,0 14-7-16,5 0 1 0,37-15-3 16,-35 4 1-16,0 11-5 0,0-10 4 15,-2 10-2-15,26-12-3 0,-32 9 5 16,-1 0-2-16,-4 1 4 0,20-4 7 15,-32 5-1-15,-3-1 0 0,-2 2-1 16,-2 0 7-16,0 0-10 0,0 0-5 16,0 0-1-16,0 0-8 0,0 0-77 15,0 0 3-15,0 0-39 0,0 0-36 16,0 0-76-16,0 0-116 0,0 0-774 16,0 0 458-16,0 0-167 0,0 0 100 15,0 0-83-15</inkml:trace>
  <inkml:trace contextRef="#ctx0" brushRef="#br1" timeOffset="-156689.33">19197 7009 5630 0,'0'0'19'0,"0"-18"8"0,0 18 14 0,-20 0 14 16,20-13 24-16,0 13 7 0,0 0 59 15,0 16-100-15,0-16-16 0,0 21-7 16,0-21 2-16,0 27-3 0,17 0 15 0,-17-14-23 16,21-1-2-16,-8 0-7 0,2-3 1 15,15 5 5-15,-16-14 3 0,4 7-5 16,-3-7 3-16,2 0 7 0,-3 0 4 16,17 0 51-16,-16-18-31 0,1 18 0 15,-3-18-3-15,-1 18 3 0,-3-26-4 16,6-1 44-16,-10 11-37 0,-1 1 7 15,-1-1 13-15,-3 0 14 0,1-12 81 16,-1 14-92-16,0 4-6 0,0 0-7 16,0 1-2-16,0-10 67 15,0 16-98-15,0 1-12 0,0-1-9 0,0 3-3 16,0 0-3-16,0 0-3 0,0 0 4 16,0 0-5-16,0 0 10 0,0 17 2 15,0-17 0-15,0 22 5 0,0-6-3 16,0 27 9-16,0-17-10 0,0 0 5 15,0 5-5-15,0 2 1 0,0 2-3 16,0 33-2-16,0-32-1 0,0-1 2 16,0-1-1-16,41 57-49 15,-41-66-14-15,16 0-43 0,1 17-236 16,-17-26 116-16,9-1-40 0,-9-1-77 16,8-3-215-16,-8-2-167 0,3 1-1355 15,-3-9 1106-15</inkml:trace>
  <inkml:trace contextRef="#ctx0" brushRef="#br1" timeOffset="-153308.79">18034 7536 3310 0,'-10'0'20'0,"7"0"183"0,3 0 6 0,0 0 89 16,0 0-37-16,0-16-36 0,0 16-51 15,0-10 146-15,18 10-122 0,-18-10 2 16,0 10-39-16,18-12-34 0,-18 12-39 0,13-7 19 15,-13 2-68-15,10 5 1 0,-10 0 5 16,0 0 2-16,14 0 38 0,-10 0-58 16,1 0-2-16,1 0 8 0,1 0-2 15,0 0 7-15,9 17 39 0,-8-2-35 16,1-4 1-16,0 2-5 0,0 4-5 16,7 23 10-16,-10-18-29 0,-1 2 0 15,0 4 0-15,-3 0 3 0,-2 0-1 16,0 30 7-16,0-29-10 0,-19 1 1 15,19-3 7-15,-21-2 0 0,21-3-1 0,-26 18 14 16,0-22-19-16,14-5-1 0,2-3 4 16,0-1 16-16,-3 2 48 0,13-7-45 15,-7-3-11-15,7-1-11 0,0 0-3 16,0 0-10-16,0 0-12 0,0-19 1 16,0 19 3-16,16-46-9 15,-2 29 9-15,-14-1-2 0,22-6-2 16,-7-2-3-16,22-29-13 0,-16 26 14 15,0-1 3-15,2 0 5 0,-3 2 2 16,18-17 9-16,-24 26-6 0,0 2 1 0,-5 3 1 16,-2 1 0-16,0 3 3 0,-2-6 7 15,-3 10-5-15,-1 1 2 16,-1 1 4-16,0 1 9 0,0-1 2 0,0 2 20 16,0 2-33-16,0 0-6 0,0 0-5 15,-20 0-2-15,4 0 5 0,16 18 5 16,-23-18 7-16,8 24 8 0,-30 29 59 15,30-30-65-15,1 4-6 16,2 0-4-16,-7 32 5 0,13-29-7 16,1 1-6-16,5 1 0 0,0-2 0 15,19 24 1-15,-19-29-3 0,39 0-10 16,-14-2-32-16,8-4-37 0,4 2-55 0,46 10-292 16,-37-18 107-16,-2-4-248 15,83 0-2759-15</inkml:trace>
  <inkml:trace contextRef="#ctx0" brushRef="#br1" timeOffset="-142626.36">27658 7125 3663 0,'0'0'13'0,"0"0"53"0,0 0 20 0,0-25 26 0,0 10 108 16,21 2-156-16,0-2-93 0,-21 15 43 15,29-17-26-15,-14 9 10 0,2-2 6 16,3-1 23-16,17-12 29 16,-17 10 99-16,-4-1 0 0,0 0 41 0,-2-1 8 15,-1 0-88-15,-5 1 3 0,1-28 129 16,-9 31-204-16,0 0-11 16,0 3-14-16,-19 0-11 0,19 2-2 15,-25 2-3-15,-11-2 3 16,-10 6 9-16,23 0 16 0,-5 0 14 15,1 22 9-15,-2-22 6 0,2 28-9 16,0-10 4-16,0 4-1 0,2 4-11 0,3 5 0 16,2 0-15-16,-12 36 10 15,14 0-18-15,16-35-10 16,2-1-1-16,28 50 18 0,-28-58-24 16,37 1-1-16,-10-5 0 0,2-2 2 15,7-3 0-15,7-6-2 0,53 2-24 16,-44-10-48-16,3 0-51 0,2 0-82 15,0 0-117-15,-1-27-187 0,-3 27-284 16,-4-31-237-16,2 11-211 0</inkml:trace>
  <inkml:trace contextRef="#ctx0" brushRef="#br1" timeOffset="-138227.17">28148 6582 1839 0,'0'6'117'0,"0"-6"107"0,0 1 59 0,0-1 0 0,0 2-23 0,0-2-79 15,0 1-26-15,0 2-34 0,0-1 14 16,0 0 9-16,0 2 30 0,0 2 205 16,20-4-96-16,-20 1-150 15,0-1 7-15,17-1 11 0,-17-1-11 16,13 0-26-16,-4 0-32 0,-1 0-32 15,4 0-8-15,1 0-18 0,12-23 4 16,7 8 19-16,-16-5-17 0,-1 8-18 16,0-1-7-16,-1-4-8 0,2-1 6 15,-1-2-4-15,-2-2 5 0,2 0 5 16,-1-4-14-16,1-4 11 0,10-26-11 16,-13 29 6-16,-3 0 2 0,0 3 1 15,-1 0 22-15,-4 4 14 0,0 3-5 16,-2 2-6-16,-2 3-9 0,0 0-23 15,0 3 8-15,0-2-3 16,0 2 3-16,-18 8-5 0,18-1 1 16,0 0-2-16,0 2 3 0,0 0 5 15,-15 0 4-15,7 23 100 16,-5-23-69-16,5 26-4 0,-1-8 4 16,-1 3-6-16,1 4-7 0,1 1-7 0,1 3-10 15,-5 33 0-15,10-1-14 16,2-32 1-16,0-1 0 0,0-1 0 15,21 21-1-15,-4-10-57 16,4-22-7-16,-8-2-43 0,1-5-49 16,19 6-478-16,10-12-906 15,-17-3 430-15,2 0-133 0</inkml:trace>
  <inkml:trace contextRef="#ctx0" brushRef="#br1" timeOffset="-137560.95">28753 6353 4234 0,'-8'-11'193'0,"1"7"48"0,7 0 9 0,0-1-64 0,0 2-44 16,0 2-109-16,0 1-27 0,0 0 13 15,55-2 174-15,-40 0-96 16,2 1-9-16,-2-2-9 0,1 3-3 0,-3-4-10 16,1 2-6-16,-4 0-7 15,9-3 21-15,-13 3-53 0,11 36 59 47,-17-10-65-47,0-9-1 16,-38 71 2-16,22-55-16 15,16-16-1-15,-13-5 2 16,3 8 17-16,1-6 19 16,9-6-8-16,0-6 17 0,0 3 16 15,0-3 9-15,0 0 8 0,0 0 3 16,0 0-15-16,0 0-20 0,0 0-23 16,0-18-15-16,0-1-17 15,16 19 7-15,0-44 0 16,-6 28 3-16,3-2-9 0,13-20 1 15,-12 23 4-15,2 0 6 0,2 1-6 0,-4 0-3 16,5 0 4-16,33-17 1 16,-38 23-2-16,0 1 0 0,-3 1 0 15,0 2-8-15,-1 4 3 0,-3 0-1 16,-1 0 2-16,0 0 6 0,0 0 0 16,6 22-4-16,-1-3 7 15,-6 1-1-15,-2-6 3 0,2 2-1 16,-3 2-4-16,2 0 0 0,-2 2 6 15,0 0-5-15,0 2 0 0,0 0 1 0,3 15-14 16,-2-7-53 0,-2-17 18-16,0-3-18 0,-1-2 3 0,4 2-116 15,-3-2-26-15,-1-7 88 16,1 0-51-16,-1-1-98 0,0 0-229 16,1 0-1392-16</inkml:trace>
  <inkml:trace contextRef="#ctx0" brushRef="#br1" timeOffset="-135661.02">29625 6099 2358 0,'0'-15'435'0,"0"15"445"15,0-14-520-15,0 14-94 0,0 0-100 0,-17 0-60 16,17-9 44-1,-12 9-30-15,12 0-69 0,0 0-8 16,-7 0 2-16,7 0-3 0,-3 0-4 0,1 0-2 16,1 0 4-16,0 0-11 0,-1 0 6 15,1 0 7-15,0 0-30 16,1 0-12-16,0 0 3 0,-1 0 1 16,1 0-1-16,0 0-4 15,0 0-3-15,0 0 13 0,0 0-6 16,0 0 2-16,0 0-2 15,0 0 6-15,0 0-13 0,0 0-12 16,0 0 11-16,0 0 5 0,0 0 6 16,0 0 5-16,0 0-15 15,0 0 5-15,0 0-1 0,0 0 12 0,0 0-9 16,0 0-8-16,0 0-2 16,0 0 18-16,0 0 3 15,0 0-15-15,0 0 1 0,0 0-8 16,0 0 15-16,0 0-6 0,0 0-4 15,0 0 10-15,0 0-10 0,0 0-2 16,0 0 4-16,0 0-5 16,0 0 13-16,0 0 0 0,0 0-15 15,0 0 5-15,0 0 3 0,0 0 1 0,0 0 3 16,0 0-5-16,0 0 1 16,0 0 4-16,0 0-11 15,0 0-1-15,0 0 8 0,0 0 0 0,0 0 11 16,0 0 0-1,0 0-5-15,0 0-12 0,0 0 2 0,0 0 6 16,0 0-8-16,0 0-4 16,0 0 10-16,0 0 4 15,0 0-2-15,0 0-8 0,0 0-6 16,0 0 3-16,0 0 10 0,0 0 1 16,0 0 0-16,0 0-3 0,0 0-4 15,0 0 17 1,-11 0-15-16,11 0-1 0,0 15-3 15,-13-15 13-15,3 10 0 0,10-10-3 0,-7 0-8 16,4 10 7-16,-8-3-6 16,5-1-1-16,4-4 4 0,-1 2 1 15,-2-2 8-15,0 2 12 0,2 0-7 16,-3 6-36-16,4-9 18 16,1 1 12-16,1 0-1 0,0-1-8 15,0 0-1-15,0-1 11 0,0 1 9 16,0 0-2-16,0 3 14 15,0 1-6-15,0-1-5 0,15-1 2 16,-15 0 21-16,0 1 24 0,12 1 2 16,-12 0-8-16,17-3-19 0,-5 3-21 0,3-3-11 15,15 5 2-15,3 1 3 16,-18-3-7-16,-1-1-1 0,-3 0-5 16,7 6-6-16,-3 0 5 15,-11-6 5-15,-2 0 2 0,-1 1 1 16,-1 1 6-16,0 2 6 0,0 0 5 15,0 5 6-15,-24-1-1 0,24 1-5 16,-23 2-2-16,-6 17-1 16,1-1-16-16,15-18-6 0,0-1 4 0,0-2 1 15,4 1-8-15,0-6 5 16,2 3 2-16,1-4-1 0,1 1 7 16,-4-2-29-16,0-3-188 0,4 0-14 15,0 0-114-15,-1 0-80 0,0-24-226 16,1 24-187-16,1-22-113 0,2 8-131 15</inkml:trace>
  <inkml:trace contextRef="#ctx0" brushRef="#br1" timeOffset="-135444.71">29527 6078 2810 0,'0'-8'607'0,"0"2"84"0,0 3-459 0,0 3-78 0,0-2-9 0,18 0-100 15,6-2 33-15,-24 1-8 16,32 0 6-16,17-6 35 16,7-1-82-16,-28 4-21 0,3 0-7 15,3 0 2-15,-2-1-6 0,-2 1-28 16,-1 0-91-16,-3 1-98 0,-1 1-143 16,16-2-876-16,-15 4-475 15</inkml:trace>
  <inkml:trace contextRef="#ctx0" brushRef="#br1" timeOffset="-134493.92">29945 6206 1903 0,'13'0'134'0,"-13"0"69"0,0 0 112 0,0-15 37 0,0 15-96 16,8 0-89-16,-8 0-77 0,0 0-66 16,8 0 119-16,3-9 208 15,-5 9-154-15,2 0-54 0,0 0-48 16,2 0 2-16,-1 0-26 0,0 0-11 15,1 0 2-15,-2 0 2 0,-1 0 5 16,4 0 50-16,-1 0-44 16,-7 16-36-16,-1-16-2 0,-2 15-10 15,2-15 4-15,-2 21-3 0,0-9 24 0,0 2 12 16,0 1 6-16,0 2 5 0,-28 14 25 16,8 0-34-1,0-16-40-15,20 0 2 0,-21-5-6 0,10 5 2 16,1-5-3-16,-6 9 24 0,1-6-18 15,11-10-24-15,4 0 25 16,-3-1 10-16,2-2 93 16,1 0 17-16,0 0-99 0,0 0-24 15,0 0-18-15,0 0-7 0,21-20-14 16,-21 20 15-16,18-22-6 0,-4 22-1 16,21-42 9-16,6 8-19 15,-18 16 7-15,0 1-4 0,22-20 7 16,-24 20 3-16,13-16 7 15,-19 20 2-15,-4-1-1 0,-4 4 1 0,-1 1-4 16,-4 3 2-16,2 0 2 0,-4 4-10 16,0-3 4-16,0 4-7 0,0 1-8 15,-22 0 15-15,2 0-2 16,6 19 6-16,-15 0-9 16,14-19 7-16,-10 22 12 0,14 3-5 15,3-11 1-15,2 1-12 0,2 0 9 16,4 1-3-16,0 2-6 0,0-2 10 15,27 40-33-15,30-25-112 16,22 10-457-16,-51-31 162 16,4-2-221-16</inkml:trace>
  <inkml:trace contextRef="#ctx0" brushRef="#br1" timeOffset="-131695.37">27941 8172 1940 0,'0'-5'87'0,"0"-2"135"0,0-4 557 16,0 1-36-16,0 3-321 15,0 6-310-15,0-2 12 0,0-1 81 16,0 2-52-16,0 2-92 0,0 0-20 16,0 0 2-16,0 0 8 0,0 0 7 15,0 0 26-15,0 0 0 0,0 0 19 16,0 0-11-16,0 0-10 0,-16 0-14 15,-1 21 8-15,17-21-55 0,-18 0-1 16,18 18-5-16,-14-18-2 0,14 15 1 16,0-5 2-16,-8 1 1 0,8-1 0 15,0 2-6-15,0 0-2 0,0 11 8 16,17-2 5-16,-1-11-5 0,-16-2 2 16,18 7 27-1,-3-1-17-15,-2-8-20 0,-13 1-3 16,13 1 1-16,-7-2-3 0,4 4 5 15,-1 5 4-15,-7-10-7 0,-2 3 0 16,0-1-4-16,0 3 3 0,0 0 0 16,-23 0-1-16,23-1-7 0,-25 3-24 15,11-1-55-15,-23 8-301 16,-8-5-525-16,22-9 149 0,5-2-253 16,0-3-57-16</inkml:trace>
  <inkml:trace contextRef="#ctx0" brushRef="#br1" timeOffset="-131527.65">27863 8145 4827 0,'9'-2'0'0,"-9"-3"-2"0,4 3-4 0,1-2 25 16,-1 3 51-16,3-2 15 0,0 1-3 15,22 1-12-15,-7 1-70 0,4 0-62 16,4-1-124-16,6 1-206 0,0-2-356 15,2-1-220-15,-1 1-190 0</inkml:trace>
  <inkml:trace contextRef="#ctx0" brushRef="#br1" timeOffset="-131045.79">28336 8182 5629 0,'0'11'-7'0,"0"-11"-8"0,0 6-8 16,0-6 22-16,0 0 101 15,0 0-45-15,0 0-30 0,19 0-13 16,-19 25 0-16,17-25-4 0,-17 20 7 16,17-20 0-16,-17 25 0 0,14-1 33 15,-14 5 25-15,0-14-32 0,0 1-5 16,-26 0-9-16,26 3-4 0,-32-1-11 15,15-2-1-15,0-1-7 0,3-1 1 16,1-3 1-16,-4 3 16 16,17-8 33-16,0-6-30 0,0 0 0 15,0 0-10-15,21 0-3 0,-21-23-2 16,31 23-2-16,-10-27-7 0,3 12 3 16,2-3 0-16,1-5-4 0,24-19 19 15,-9 5 60-15,-27 21-8 0,-3 2 1 16,-2 4-16-16,-2-1-11 15,-8 7-54-15,0 4 3 16,0 0 0-16,0 0 1 0,0 0 5 0,-18 22-5 16,18-22-1-16,0 23 1 0,-15-9-7 15,15 36-85-15,0-33 45 16,0-2 4-16,31 2-18 0,-12-4-28 16,24 12-178-16,12-6-231 15,-28-12-51-15,2-3-337 0,2-4-210 0</inkml:trace>
  <inkml:trace contextRef="#ctx0" brushRef="#br1" timeOffset="-130228.45">29032 7624 2185 0,'0'-8'178'0,"0"3"147"0,0 0 153 0,0 0 66 16,0 0-92-16,0 2-155 0,0 2-125 16,0 0-126-16,0 1-65 0,0 0-17 15,0 0 13 1,0 0 34-16,0 17-3 0,0-17 3 15,0 20-3-15,0 12-27 0,0-11-24 16,0 2-90-16,-15 5-100 0,15 5-193 16,0 1-197-16,0 6-157 0,0-1-116 0</inkml:trace>
  <inkml:trace contextRef="#ctx0" brushRef="#br1" timeOffset="-127645.45">13544 8083 3160 0,'0'-1'0'0,"0"0"0"0,0-4 21 0,0 3-9 16,0 2 3-16,-16 0 3 0,16 0 52 0,0 0 32 15,0 0-15-15,0 23 36 16,0-2 141-16,0-21-103 0,16 26-32 0,-16-10-2 15,0-1-9-15,13 3-4 0,6 18 82 16,-8-16-138-16,0-1-8 0,0 1-19 16,-2 0 3-16,14 15 33 0,-12-21-31 15,1-2 6-15,1 1 21 16,34 6 146-16,-31-19-170 0,51 0 64 16,-40 0-52-16,0-16-6 15,4 16-3-15,39-23-1 0,-33-7-31 16,3 13-9-16,2-5 0 0,1 0 3 0,44-27 5 15,-44 22-5-15,-1-2 0 0,2-2-6 16,-2 2 5-16,-2-1 9 0,39-22 1 16,-43 28-5-16,0 5-5 0,-1 1 9 15,-3 5-2-15,-3-1-4 0,28-1 8 16,-31 11-10-16,-1-2 3 0,0 4-6 16,0 0 3-16,26 2-2 0,-24 0 12 15,1 0 0-15,3 0-1 0,1 0 5 16,1 0-11-16,40 21 10 0,-36-6-17 15,-1-15 3-15,0 20 3 0,-2-5-3 16,-1 0 6-16,22 24 21 0,-31-18-2 0,-2 2-1 16,-2 4-1-16,-6-2-10 0,6 28-1 15,-13-28-12-15,-3 0 2 16,1-3-4-16,-3-3 1 0,0 0-2 0,0 4 5 16,-2-15 11-16,1-2 26 0,-1-3 13 15,0-2 13-15,1-1-6 0,3 0-2 16,-4 0-54-16,3 0-5 0,1-24-2 15,3 24 1-15,10-38-3 0,-7 21 3 16,3-2-3-16,3-2 0 0,1-1 0 16,6-1-2-16,26-27-1 0,-21 26 4 0,5-2 0 15,3 2 5-15,3 2-3 16,44-15 0-16,-40 24-4 0,1 1 4 0,-3 4 0 16,1 2 0-16,-3 3-2 0,28-1-1 15,-37 1 0-15,-3 3 3 0,-3 0 1 16,-2 0-2-16,-2 0 4 0,13 0-1 15,-17 0-2-15,-1 0-8 0,0 0-2 16,-1 0-2-16,17 0-10 0,-17 0 15 16,0 0 0-16,3 0-2 0,-2 0 6 15,0 0-4-15,16-15-8 0,-15-7 2 16,0 8-10-16,2-3-13 0,1-1-21 16,-1-1-9-16,20-17-107 0,-21 20 55 15,2 2-71-15,-5 2-107 0,0 2-140 0,-5 3-81 16,5 6-418-16,-10 1 618 0,1 0-226 15,-1 0-87-15</inkml:trace>
  <inkml:trace contextRef="#ctx0" brushRef="#br1" timeOffset="-126645.89">17973 8484 3970 0,'15'-14'17'0,"-3"8"12"0,-12 1 101 0,11-3 83 0,-11 4 32 16,7 0 71-16,-1 2-255 15,-4 2 22-15,1 0 51 0,-1 0 33 0,1 0-18 16,4 45 106-16,-5-30-200 16,2 21 35-16,-2-17-46 0,-1 0-10 15,0 2-7-15,0 0-8 0,1-1-5 16,5 18 23-16,-2-22-13 0,-1-3-6 16,3-1-7-16,-1-4 7 0,7 0 24 15,-5-5-12-15,0-3 8 0,1 0-4 16,4 0-3-16,0 0-4 0,17-21 6 15,-12 21-21-15,0-21-3 0,40-23 10 16,-38 26-16-16,2-1-3 0,0 0 0 16,26-23-1-16,0 4 2 15,1 6-5-15,-24 19 5 0,-2 2-3 16,-1 4 5-16,-3 1-1 0,-1 2 3 16,18 0 4-16,-19 4-3 0,1 0-5 15,-2 0 4-15,1 0-2 0,4 0-1 16,21 25 9-16,-19-5-7 0,3-20 3 15,-2 26-6-15,2-9 0 0,26 15 2 16,-26-16-2-16,-4 2 0 0,0-1 1 16,-2 0-4-16,-3-1 3 0,8 9-3 15,-15-16 1-15,-2 0-2 0,-2-3 2 0,-2-1 1 16,-1-2 3-16,2 0 9 0,-3-2 2 16,1-1 13-16,15 0 72 15,-8 0-81-15,2-19-8 16,38-3 19-16,17-38-9 15,-44 42-13-15,4-1 2 0,0 1-4 16,33-20 3-16,-31 20-3 0,0-2 25 16,4 2-3-16,65-22 32 0,-67 30-61 15,35-3-9 1,-35 7 10-16,30 2 5 0,-33 2 1 16,2 2-12-16,-2-1-3 0,0 0-10 0,0-4-26 15,41-10-125-15,-49 10 100 16,9-12-244-16,-17 9-30 15,-3-1-384-15,1-13-1637 0</inkml:trace>
  <inkml:trace contextRef="#ctx0" brushRef="#br1" timeOffset="-119114.08">15930 4816 3444 0,'-20'1'0'0,"1"-1"9"0,1 0 1 0,4 0 86 15,-9 0 312-15,16 0-190 0,3 0-76 0,2 0-91 16,2 0-41-16,0 0 16 16,0 0 325-16,0 0-96 0,26-13 1 0,-26 13-67 15,32-11-24-15,14 0 63 0,-17 4-150 16,1-3-17-16,5-2-11 0,3 1-5 16,3-3-11-16,40-14 23 0,-37 12-44 15,0-1 0-15,4 0-9 0,-1 1-5 16,0-1 2-16,47-14-2 0,-47 15 35 15,2 0 1-15,2 1-8 0,-3 2 1 16,3-2-33-16,-5 2 0 0,3 1 2 16,-2 1-1-16,39-8-11 0,-15 1 2 15,-43 14 9-15,-3-2 6 16,-5 1-3-16,-3 1 4 0,-5 1 0 16,-4 0-8-16,-3 3 1 0,0-2 4 0,0 1 0 15,-1 0-12-15,-2 1-6 16,2-2-19-16,-1 2-19 0,1 0-31 15,-1-2-24-15,-1 2-25 0,2 0-39 16,-2 0-43-16,0 0-132 0,1 0-1003 16,1 0-849-16</inkml:trace>
  <inkml:trace contextRef="#ctx0" brushRef="#br1" timeOffset="-118697.48">17600 4171 4450 0,'0'-20'217'0,"0"9"11"0,0 0 74 15,0 0-25-15,0 4-55 0,0 0-66 16,0 3-74-16,0 0-40 0,0 2 17 0,0-1 14 15,20-1 112-15,-3 1-40 16,-17 3-83-16,18-2-14 16,-18 2 6-16,34 0 71 0,-24 0-88 15,-2 0-5-15,1 20-4 0,1-20 1 16,9 38 9-16,6 17-18 16,-18-35-16-16,-1 1 4 15,1 0-5-15,-2 0-1 0,4 18-6 16,-2-2 4-16,-5-20 4 15,0 0-7-15,2-2 4 0,-2-2-2 16,0 9-34-16,-1-13-20 0,0-2-38 16,-1 0-34-16,0-2-27 0,0-2-10 0,1-1-9 15,-1-1-62-15,0-1-185 16,0 0-289-16,1 0-1646 0</inkml:trace>
  <inkml:trace contextRef="#ctx0" brushRef="#br1" timeOffset="-118429.85">17565 3894 3989 0,'-8'-15'113'0,"2"3"184"0,-1-2 125 0,-1 1 10 15,4 0-71-15,0 3-126 0,0-1-36 16,3 6-177-16,1 3-24 16,0 2-11-16,0 0 9 0,0 0-2 15,0 0 2-15,0 0-34 16,0 0-31-16,0 0-215 16,0 17-260-16,0-17 58 0,0 18-243 15,0-18-205-15,0 16-218 0</inkml:trace>
  <inkml:trace contextRef="#ctx0" brushRef="#br1" timeOffset="-117964.27">17596 3750 1600 0,'-16'-8'61'0,"0"1"223"0,-1 2 234 15,-3 2 111-15,0-1-30 0,-3 4-103 16,0 0-93-16,-30 32 152 0,-3 12-183 16,30-14-220-16,-3 7-24 0,0 4-21 15,2 6 1-15,2 3-36 0,4 3-5 16,5 3-7-16,3 2-9 0,7 55 48 16,6-11-17-1,55-11-4-15,-31-51-51 0,33 29 13 16,8-14 5-16,-30-33-21 15,3-3 6-15,4-6-8 0,5-4 2 16,4-9-5-16,1 0-1 0,6 0 10 16,2-18 8-16,2 18 5 0,54-54 47 15,-17 10-7-15,-56 17-52 16,-6 2-5-16,-5-2-15 0,-5-3-2 0,-3-2 1 16,-4-4-8-16,-1 0 0 15,-5-5 3-15,-1-2-11 0,-4-6 0 0,-3-1 3 16,-4-53-27-16,-2 53 7 0,0 3-5 15,-33 1 0-15,12 3-14 0,-2 7-11 16,-7 5-17-16,-7 4-26 0,-6 6-22 16,-3 1-29-16,-5 6-40 0,-62-2-317 15,-6 8-451-15,64 8 205 16,3 0-254-16,5 0 24 0</inkml:trace>
  <inkml:trace contextRef="#ctx0" brushRef="#br1" timeOffset="-114764.7">3961 10075 3247 0,'0'0'8'0,"0"-13"7"0,0 13 68 15,0-12 120-15,0 4 136 0,0-6 458 0,0 10-473 16,-18-2-79-16,18 2-71 16,0 1-42-16,0 1-36 0,0 0-1 0,0 1-72 15,0 1-8-15,0 0-4 0,0 0-3 16,0 0 0-16,0 0-7 16,0 0 6-16,0 0 14 0,0 0 29 0,0 0 22 15,0 20 91-15,12 49-6 16,-12-7-88-16,0-26-43 15,0 2-8-15,0 3-6 0,-21 41-2 16,21-44-6-16,0-5 0 0,0-1 0 16,0-5-3-16,-13-5-1 0,13 6 5 15,0-18 13-15,0-4 26 0,0-3 19 16,0-3 8-16,0 0-14 0,0 0-10 16,0-28-43-16,0 28 0 0,0-32 0 0,0 8 1 15,0-30-1 1,0-10 2-16,0-5-6 0,0 33-3 0,0 1 0 15,0 0 4-15,0-1-4 0,0 3 5 16,0-23 31-16,0 36-10 0,0 2-4 16,0 6-14-16,0 4-7 0,0 0-18 15,0 7 9-15,0 1 2 0,0 0 5 16,0 0 1-16,0 0 5 0,19 20-2 16,-19 2-2-16,19-6 2 0,-19 0 2 0,22 2-1 15,-9 5 1-15,10 19-5 16,-10-20 1-16,-1-3-3 0,1 0 3 0,-2-2 0 15,1-3-4-15,13 5-3 0,-12-13 5 16,0-4 7-16,-2-2 1 0,2 0 1 16,15-28 0-16,-16 28-4 0,5-34 1 15,-2 13 0-15,2-2-3 16,38-56-2-16,-38 50 33 0,1 2 1 16,-1-2-4-16,10-22-1 15,-6 13-11-15,-14 22 2 0,-3 6 2 16,-1 2-5-16,-1 3-9 0,-2 3-9 0,0 2-5 15,0 0 1-15,0 0 2 0,0 22 9 16,0 5 8 0,0-9-11-16,0 30 0 0,0-23-8 15,0 32 11-15,15 0 15 16,-15-26-17-16,14 0-3 0,-14 1-2 16,31 49 4-16,-22-57-21 15,-1 0-35-15,1-3-35 0,0-2-49 16,8 10-268-16,-6-8-262 15,-6-12 93-15,2-4-299 0,-1-5-183 16</inkml:trace>
  <inkml:trace contextRef="#ctx0" brushRef="#br1" timeOffset="-113997.41">4776 10110 5541 0,'0'0'1'0,"-19"15"29"0,19-15 71 0,0 19 42 0,-16-19 22 0,16 46 78 16,0-10-148-16,0-18-61 15,0 1 0-15,24-2-2 0,-24-2 3 16,29-1-8-16,-12-1-4 0,2-4-4 0,-1-3 3 16,24 1 13-1,-3-7-7-15,-20 0-18 0,0 0 2 0,1-26 0 16,0 26 1-16,12-52 11 15,-6 7 24-15,-16 21-3 0,-3 2 18 16,-2 3-3-16,-1-11 68 16,-3 13-65-16,-1 12-52 0,0 5-8 15,0 0-5-15,0 0-5 16,0 0-6-16,0 18 11 0,0-18-1 16,0 22 0-16,0-22 9 0,0 28-2 15,0-13 1-15,26 1-1 0,-26 0 0 0,23-1 1 16,2 13-5-16,1-3-6 15,-13-15 8-15,0-2-1 16,1-3 5-16,-2 0-7 0,1-1-17 0,11 1-73 16,-2-5-70-16,-10 0 64 15,-1 0-25-15,0 0-19 0,13-24-198 16,2 0 0-16,-13 7 154 16,0-2-24-16,-2-2-71 0,-2-4-83 15,0-1-83-15,-1-2-104 0,-3-2 5 16,-2-2 92-16,0-29 122 15,-3 6 372-15,0 32 43 0,0 3 175 16,0 4 144-16,-19 2-17 0,19-6 380 16,-17 7-189-16,17 10-350 15,0 1-46-15,-11 0-37 0,11 2 3 0,0 0-22 16,0 0-11-16,0 0 7 0,0 0 0 16,0 0 5-16,0 0 106 15,0 0-64-15,0 0-108 0,0 0-8 16,0 0-14-16,-5 0-1 15,5 0-35-15,0 0 1 0,0 0 4 16,0 13 18-16,0-13 7 0,0 12 0 16,0-12-1-16,0 20-8 0,0-5-6 15,16 25 4-15,-16 5-14 16,14 10 1-16,-14-29-7 0,12 5-1 16,-12-3 6-16,8 3 1 0,-2 28-25 15,-6-32-31-15,7 0-27 0,-5-2-25 16,0-4-31-16,0-2-23 0,0-3-30 15,0-4-28-15,-1-2-13 0,1-1-23 16,0-3-626-16,-2-6-930 16,0 0 721-16</inkml:trace>
  <inkml:trace contextRef="#ctx0" brushRef="#br1" timeOffset="-113263.77">5880 9831 4865 0,'0'-16'210'0,"-18"8"38"15,18 1 52-15,0 0-25 0,0 2-65 0,-16 2-86 16,16 0-63-16,0 2-44 0,0 1-15 15,0 0-2-15,0 0 64 16,0 0 39-16,0 19-63 0,0-19 3 16,23 22-5-16,-7 12 58 15,3 7-34-15,-19-16-48 0,12 2-5 16,-12 0-4-16,13 4-3 0,-13 0-2 16,7-1 1-16,-2 1 2 0,-1-1 2 0,0-2-37 15,-1-2-35-15,0 20-204 16,-3-11-116-16,0-21 142 0,0 2-555 15,-21-7-770 1,21-9-567-16</inkml:trace>
  <inkml:trace contextRef="#ctx0" brushRef="#br1" timeOffset="-112915.08">5839 10131 4234 0,'-6'-28'335'16,"4"6"329"-16,2 13-384 15,0 4-72-15,-1 0-91 0,0 2-55 16,1 1-43-16,0 2-24 0,0-1 10 0,0-2 1 15,30 0 14-15,32-4-19 16,-32 4 0-16,2-2-1 16,3 1 7-16,2-1-2 0,38-3 24 15,-6 2 47-15,-38 3-21 0,-2 0 19 16,-6 1 14-16,11-1 140 16,-14 1 35-16,-14 2-145 0,-3-2-19 15,-2 2-30-15,-1 0-8 0,0 0-18 16,0 0-20-16,0 0-7 0,0 0-12 15,0 0-10-15,0 0 1 0,0 0-1 16,0 0 9-16,0 17 5 0,0-17-4 16,0 18 3-16,24-3-4 0,-24 0-1 0,14 4-2 15,-14-1-3-15,17 1 4 16,-17-3-3-16,14 3-2 0,-5 10-55 16,-9-5-115-16,5-16 21 0,-5-3-63 15,0 2-339-15,0-5-512 16,0-2 124-16,0 0-333 0</inkml:trace>
  <inkml:trace contextRef="#ctx0" brushRef="#br1" timeOffset="-112765.11">6429 9849 5086 0,'0'-21'67'0,"0"-13"346"16,-21 9 74-16,21 16-354 15,0 2-69-15,0 3-48 0,-14-1-28 0,14 4-52 16,0 1-53-16,0 0-57 0,0 0-100 15,0 0-877-15,17 0-1092 16</inkml:trace>
  <inkml:trace contextRef="#ctx0" brushRef="#br1" timeOffset="-112248.77">6806 9899 5848 0,'0'7'-3'15,"0"0"24"-15,0-1 70 0,0 1 75 16,0 4 32-16,0 1-7 0,0 4-46 16,0 4-53-16,0 4-26 0,0 34 36 15,0 7-30-15,20-28-49 16,-20 3-7-16,20 0-12 0,3 43-1 16,-6-2-7-16,-17-43 8 15,12-2-1-15,-12-5 1 0,0-4-5 16,0-4 3-16,0-7-3 0,0-4 7 15,0-4 3-15,0-3 3 16,-16-5-18-16,16-22 1 0,0 22-9 16,-15-37-4-16,15 12-9 0,-14-7-11 15,14-4 9-15,-11-6 2 0,11-4-6 0,0-5 12 16,-5-2-1-16,5-1 8 0,0-48 6 16,0 55 6-16,21 6 0 0,-21 6 4 15,0 6 0-15,0 7-2 0,18 5-4 16,-18 5 1-16,0 2-5 0,12 2 4 15,-12 4-2-15,24 0-2 0,3 3 3 16,-11 1 3-16,1 0-2 16,4 0 1-16,18 21 0 15,0-6 3-15,-23-15-2 0,-1 18 8 0,-3-18-6 16,-3 20 4-16,-4-9 3 0,0 1 3 16,-5 1 11-16,0 1 2 0,-30 17 9 15,-17 7-26-15,18-20-12 16,-5 1-23-16,0 0-44 0,-1-3-43 15,3 0-54-15,5-4-48 0,7-3-69 16,6-3-173-16,4-3-306 0,10-3-1623 16</inkml:trace>
  <inkml:trace contextRef="#ctx0" brushRef="#br1" timeOffset="-111965.24">7388 9635 5441 0,'0'-10'5'0,"0"3"102"0,0-2 81 0,0-3 295 0,0 8-332 0,-18 1-71 0,18 3-57 0,0 0-17 16,0 0 44-16,0 0 26 0,0 0 8 16,0 28 12-16,0-28-37 0,0 31-17 15,0 13 20-15,21 9-30 16,-21-25-23-16,13-2-9 0,-13 0-3 15,0-1 3-15,10 2-3 0,-10-4-1 0,0-2-38 16,6 0-62-16,-6 15-344 16,11-9-312-16,-8-17 194 0,5-2-244 15,-1-4-180-15,3-4-257 0</inkml:trace>
  <inkml:trace contextRef="#ctx0" brushRef="#br1" timeOffset="-111498.77">7619 9865 4931 0,'2'0'50'15,"0"0"100"-15,-2 0 73 0,0 0 23 16,1 0-26-16,0 22 30 16,4-1-130-16,-2 3-86 0,3-24-2 0,2 22 5 15,3-22 0-15,0 17 0 0,1-17-10 16,5 10-8-16,-3-10 1 16,4 0-3-16,0 0 6 0,0 0 8 0,17-19 60 15,-19-3-31-15,1 22 6 0,-2-25 1 16,-1 11-2-16,-1-3 8 0,-1 4 0 15,-3-1-2-15,-1 2-6 0,-1 1-29 16,-2 3-18-16,0-3-22 16,-4 11 0-16,0 0 5 0,1 0 5 15,1 0-2-15,2 26 3 0,1-26 4 16,1 30-1-16,2-9 12 0,3 0-3 16,8 29 9-16,3 8 0 0,-14-28-4 15,1 5 1-15,-2 3-7 0,-3 1 2 16,-1 2-15-16,-3 2-2 0,-1 2 2 15,0 2-9-15,0 0 10 0,-31 43 3 16,-5-8-10-16,13-45 0 16,-4-6-3-16,-3-1 2 0,-3-8 0 15,-3-6-3-15,1-3-8 0,-2-8-5 16,1-5-4-16,1 0 5 0,4 0 0 16,-23-59-11-16,16 6-5 0,29 21 20 15,3-4-11-15,6-42-37 16,32-2-74-16,-11 38 22 0,5 0-61 15,6 1-56-15,2 3-102 0,7 2-156 16,46-28-1202-16,-40 36 488 0,-1 3-143 16</inkml:trace>
  <inkml:trace contextRef="#ctx0" brushRef="#br1" timeOffset="-110581.77">9184 9836 5746 0,'0'10'2'0,"-11"0"197"16,7-9 171-16,4-1-240 0,0 0-68 15,0 0-44-15,0 0-18 0,26-18-4 16,-26 18 9-16,32-20-4 0,-12 20 2 15,27-41 3-15,-1 7 2 16,-27 15-4-16,-4 0 7 0,-2-2-4 0,-4 1 13 16,-2-19 27-1,-7 4 9-15,0 19-36 0,-27 4-8 0,27 6-9 16,-48 4 5-16,0 23 30 16,22-3-12-16,1 6 3 0,-2 4-12 15,0 1-3-15,3 2-11 0,3 0-6 16,6-2 4-16,5 0 0 0,1-2 6 15,9-2-7-15,0 16-25 16,25-10-65-16,17-18 11 0,-16-3-23 16,4-5-27-16,5-2-52 0,5-3-59 15,-1 0-127-15,2 0-286 0,5-18-306 16</inkml:trace>
  <inkml:trace contextRef="#ctx0" brushRef="#br1" timeOffset="-110047.87">9920 9582 4102 0,'0'-10'168'15,"0"0"131"-15,-17 1 74 0,17-1 4 0,0 2-101 16,-15 4-104-16,15-2-73 0,-10 5-36 15,-4-1 0-15,-7 2 23 16,7 0-40-16,-1 18-4 0,-1-18-7 16,0 25-6-16,-3-25-7 0,1 32-11 15,3-11-11-15,-1-4 1 0,4-1-2 16,-6 15-3-16,9-10-5 16,8-13 1-16,1-8 3 0,0 10 0 15,0-6 17-15,27-4-4 16,-2 0-6-16,-11 0 2 0,2-26 11 15,0 26 23-15,3-24 18 0,-3 24 3 0,1-18-1 16,-5 18-13-16,0-16-12 0,1 16-5 16,-6 0-20-16,-5 0 9 15,1 0 15-15,-1 0 7 0,4 21 28 16,1 31-53-16,-5-30-11 16,0 3-7-16,1 1 2 0,-3-1 4 15,1-2-7-15,3 22 2 0,1-7 7 16,-4-23-3-16,3-1 3 15,2 2 1-15,-1-8 49 16,-2-7-13-16,1-1 4 0,5 0-18 16,0 0-12-16,17-21-15 15,13-15 3-15,-16 20-13 0,-1-1-17 16,19-20-150-16,-10 0-181 16,-7 3-199-16,-4-20-1427 15,-18 38 839-15,6 2-17 0</inkml:trace>
  <inkml:trace contextRef="#ctx0" brushRef="#br1" timeOffset="-109632.28">10406 9572 5496 0,'-26'0'80'0,"10"-19"356"0,16-2 2 0,-13 21-351 15,13 0-61-15,0 0-21 0,0 0 20 16,0 0 27-16,0 0 15 0,0 0 2 16,25 19-11-16,-9 6 24 15,2 6-42-15,-18-14-34 0,12-3-10 16,-12 1 2-16,12-1 6 0,-12-5-3 16,6 2-1-16,-6-5 5 0,0-2-8 0,3 0 10 15,-1-1 28 1,0-3 22-16,-1 0-37 0,0 0-12 15,3 0-9-15,2-17-2 0,2 17 4 0,2-22 2 16,5 22 0-16,0-28 4 0,2 10-5 16,1 3 3-16,16-15-1 0,-20 18-4 15,-4 3-5-15,-2 3-6 0,-1 6 4 16,-4-7 1-16,1 7 0 0,-2 0 3 16,2 0-8-16,1 0-21 0,3 27-35 15,12-5-133-15,6 7 2 16,-10-15 121-16,-1 4 19 0,2 0-8 15,1-1-56-15,0 4-94 0,-2-3-201 16,1-1-348-16,-1-1-289 0</inkml:trace>
  <inkml:trace contextRef="#ctx0" brushRef="#br1" timeOffset="-109282.34">11646 9418 5277 0,'12'-11'194'0,"-9"7"3"0,2 1 51 0,-3-4-24 0,-2 5-32 16,3-1 7-16,-1 1-161 0,-2 1-23 15,0 1 5-15,0 0 7 0,0 0 1 16,0 0 89-16,0 0-52 0,0 0 5 15,0 0-17-15,0 18-9 0,20-18-5 16,-7 19 14-16,-13 8-25 0,15-12-5 16,-15 2-5-16,12 3-1 0,-2 24-5 15,-1-21-10-15,-9 2-5 0,6 0 0 16,-3-1-1-16,1-1-36 0,-2 18-189 16,-1-23 26-16,-1-5-44 0,0-1-46 15,0-4-89-15,0-3-117 0,0-4-813 16,0-1 484-16,0 0-45 0,0-20 132 0</inkml:trace>
  <inkml:trace contextRef="#ctx0" brushRef="#br1" timeOffset="-108898.17">11700 9197 5109 0,'-56'0'167'16,"-1"25"329"-16,32 2-238 0,0-8-30 15,-23 39 76 1,10 19-93-16,20-35-132 0,5 7-12 0,4 1-21 16,2 1-12-16,6 1-15 0,1-2-10 15,0-3-5-15,0-1 5 0,29-3-5 16,19 57 3-16,-30-77-9 16,4-4 2-16,3-5 4 0,2-4 3 15,3-6 3-15,43-4 10 16,13-25-6-16,-41 25-14 0,4-35 6 15,1 12-6-15,-2-3 2 0,2-4-2 16,-3-5 1-16,3-6 0 0,-5-4 2 0,0-5 6 16,26-58-6-1,-21 2-25-15,-36 57 16 0,-6 1 6 16,-8 7 4-16,0-28-15 0,-56 13-12 16,29 33 1-16,-3 5-21 0,-4 3-25 15,-2 5-24-15,-76 0-327 16,73 10 204-16,2 0-91 0,6 0-199 15,1 30-341-15,3-30-251 0,6 29-251 16</inkml:trace>
  <inkml:trace contextRef="#ctx0" brushRef="#br1" timeOffset="-108015.29">14154 9519 5640 0,'0'-6'2'0,"0"3"-1"0,0-6 121 16,0 7-2-16,-23-3 20 0,23 4-27 16,0 1-24-16,-14 0 1 0,14 25-63 15,0-25-5-15,-12 32-3 0,12-12-2 0,0 3-4 16,-6 26 4-16,6-23-11 16,0-1-3-16,0-3-4 0,0-1 3 0,0-2-4 15,20 13-4-15,-20-20 1 0,20-1-1 16,-20-4 3-16,15-2-1 0,-5-1 3 15,-10-4 3-15,13 0 4 0,-3 0 0 16,1-19-3-16,0 19 3 0,18-48 8 16,-9 28 5-16,-4 1 7 0,4 0 2 15,-4 3-3-15,9-9-5 0,-14 25-21 16,-4-11-3-16,-3 11 2 0,2 0 5 16,0 0-3-16,5 0 1 0,-2 0-3 15,4 0 3-15,1 23-1 0,4-23 2 0,3 13-1 16,28 1 2-16,-24-14-2 0,4 10 1 15,-1-10-3-15,-4 0 2 0,24 0 3 16,-30 0 1-16,-4 0 3 0,-2 0 1 16,-2 0 11-16,-5 0 2 0,-1-16 65 15,-4-5-41-15,0 9 0 0,0-5-11 16,0-1-14-16,0-1 7 0,0-17 20 16,-18 17-25-16,18 3-13 0,0-1-8 0,-13 4-4 15,13 2-9-15,0-4-141 16,-9 10-22-16,9 3-83 0,0 2-47 15,0 0-127-15,18 0-856 0,-18 24 261 0,29-24-79 16</inkml:trace>
  <inkml:trace contextRef="#ctx0" brushRef="#br1" timeOffset="-107782.78">15087 9487 6251 0,'0'-24'108'0,"0"12"42"0,-21 4 52 0,21-3-22 16,0 5-57-16,-18 2-59 0,18 4-79 16,0 0 17-16,0 21-1 0,0-21 1 15,21 22 3-15,-2 20 0 16,-2-25-3-16,-17 2 0 0,16 0-4 16,-16 18-1-16,11-17-35 0,-11 1-49 15,0-1-69-15,0 0-86 0,0 11-593 16,-25-16 154-16,25-3-162 0,-17-4-223 15,17-1-56-15</inkml:trace>
  <inkml:trace contextRef="#ctx0" brushRef="#br1" timeOffset="-107599.77">15171 9230 4987 0,'-47'-34'-10'0,"47"27"34"15,-14 0 19-15,14 1-17 0,-14 5-21 16,14 1-106-16,0 0-90 0,0 0-109 16,0 0-111-16,0 19-76 0,23-19-836 15,-3 22 578-15</inkml:trace>
  <inkml:trace contextRef="#ctx0" brushRef="#br1" timeOffset="-106832.74">15436 9151 5980 0,'5'-2'-12'0,"-3"2"23"0,2 0 50 15,-3 0 47-15,2 0 15 0,3 21-12 16,10 8 16-16,-4-10-88 0,2 1 3 16,0 4-3-16,2 1-1 0,-1 3-7 15,14 31 6-15,-19-28-31 0,-1-1-2 16,-1 4-2-16,-3 0-5 0,-5 31-107 15,0-34-10-15,0-2-58 0,0-1-40 16,-26-2-90-16,26-4-75 0,-21 10-598 16,-1-22 509-16,22-3 62 0,-24-4 165 0,12-3 104 15,0 0 52-15,-10-27 123 0,11 27-37 16,4-32 12-16,-1 13 25 0,-1-2-46 16,-2-23 177-16,4 24 31 0,0-1 108 15,-15-27 788-15,14 35-774 16,3 5-65-16,0 4-62 0,2-1-63 15,2 0-55-15,1 4-47 0,0 0 18 16,24 1 9-16,-5-2-8 0,40-7-7 16,-21 5-27-16,6-3 2 0,4 0 0 0,4-2 1 15,1-2-8-15,53-12 6 16,-51 11-5-16,-2-3 3 0,-3-1-6 0,1-2 2 16,-5-2-4-16,32-21 10 0,-49 20-10 15,-6-2 1-15,-7 0 1 0,-4 3 4 16,-9-18 35-16,-3 20-22 0,0 3-2 15,-32 2-3-15,32 1-1 0,-32 3-1 16,-1 2 13-16,17 6-17 0,3 1-2 16,13 0-5-16,-18 0 4 0,18 0 11 15,-10 19 47-15,10-19-23 0,0 16 6 16,0-16 13-16,0 25 4 0,0 11 71 16,0-16-70-16,0 5-4 0,0 3 0 0,0 3-6 15,0 4-11-15,0 37 20 16,0-33-50-16,0 1-5 0,0 0-3 0,-22-1-3 15,22 0 4-15,-16 27-7 0,16-32-4 16,-11-7-2-16,11-2 1 0,0-7 1 16,0 7-2-16,0-18 4 0,0-5 3 15,25 2 2-15,-25-4 3 0,19 0-3 16,10-29-6-16,-7 29 0 0,3-32 1 16,2 14-1-16,3-2 0 0,0-1 2 15,31-15-1-15,-35 21-1 0,-4 3-3 0,-2 12-2 16,-3-12 1-16,-3 12 3 0,8 0-10 15,-14 0-6-15,0 0-19 0,3 22-22 16,-4-22-33-16,9 21-170 0,-8 1 98 16,-1-10-35-16,1 0-68 0,3-3-149 15,0 1-179-15,15-3-881 0,-10 4 566 16,3-11 169-16</inkml:trace>
  <inkml:trace contextRef="#ctx0" brushRef="#br1" timeOffset="-106349.45">17760 9293 5921 0,'0'1'3'0,"-2"-1"23"0,2 0 105 0,0 0-19 16,0 0 5-16,0-22-15 0,0 22-16 16,29-17-36-16,8-2 1 0,-13 19-35 15,4-20 5-15,4 20-9 0,4-15-3 16,33 7 0-16,-36 8-8 0,-1 0-1 15,-1 0-20-15,-2 0-35 0,-2 0-40 0,19 0-231 16,-25 0 102-16,-3 0-70 0,-2 0-94 16,-3 0-140-16,-3 0-53 0,3 0-391 15,-10 0 520-15,0 0-104 0,-3-19-96 16</inkml:trace>
  <inkml:trace contextRef="#ctx0" brushRef="#br1" timeOffset="-106132.85">18219 9143 3333 0,'-18'0'228'0,"4"19"67"15,7-19 158-15,7 0 18 0,-8 19-29 0,5-19-70 16,-1 28 84-16,2-16-311 0,2 1-21 16,0 2-17-16,0-3-3 0,0 2-16 15,0 11 43-15,0-12-71 0,20 0 1 16,-20 1-1-16,16 1 0 0,6 20 28 16,-11-17-63-16,-1 6-11 0,1-2-8 15,-1 2-3-15,7 26-26 16,1 41-477-16,-16-69 313 15,-1-3-73-15,0 22-1307 16,-1-30 882-16,0 3-629 16</inkml:trace>
  <inkml:trace contextRef="#ctx0" brushRef="#br1" timeOffset="-105932.67">18039 9787 4295 0,'-20'0'134'0,"0"21"126"0,-10-7 401 15,21-14-402-15,2 9-96 0,3-9-65 16,2 0-9-16,2 6-11 0,0-6 68 16,31 0-101-16,-12 0-29 0,3 0-13 0,6-19-5 15,37 2-33-15,-30 17-9 16,1-19-50-16,2 19-82 0,-2-20-131 16,-2 9-218-16,31-12-861 0,-33 9 425 0,-2 1 194 15</inkml:trace>
  <inkml:trace contextRef="#ctx0" brushRef="#br1" timeOffset="-105766.36">18813 9535 6252 0,'-23'0'8'16,"23"0"12"-16,-22 0 9 0,6 0 43 0,16 0-72 15,0-17-83-15,-15 17-93 16,15 0-113-16,0 0-782 0,21 0 368 0,-21 0-283 15,21 0 47-15</inkml:trace>
  <inkml:trace contextRef="#ctx0" brushRef="#br1" timeOffset="-105315.7">19343 9147 5985 0,'-15'0'-11'16,"15"0"-2"-16,0 0 7 0,0 11 154 0,0-11-16 15,0 14 1-15,0-4-42 0,18 4-10 16,-2 26 63-16,-16-15-74 0,16 1-12 16,-16 5-13-16,17 1-11 0,-17 1-8 15,11 31-2-15,-2-33-19 0,-9-2-3 16,5-1-2-16,-5-3 1 0,0 14 4 15,0-12 2-15,0-10 5 16,0-13-8-16,0-2 3 0,-16-2-4 16,16 0-1-16,0 0-1 0,-14-23-5 0,1 23-3 15,5-23-8 1,-16-22-50-16,19 27 47 0,0-4 4 0,1-2-5 16,0-31-5-16,1 26 16 0,3-6 5 15,0 0 3-15,0 1-4 0,0 0 6 16,18-24 6-16,-18 32-1 0,16 3-2 15,-16 2-5-15,20 3 2 0,-6 4 0 16,16-10-4-16,-12 14 2 0,3 2 0 16,7 1 0-16,2 1 2 0,41-2-10 15,-33 6-15-15,5-1-15 0,-2 2-57 16,0 0-75-16,-4 1-80 0,-3 0-152 0,-4 0-261 16,-5 0-316-16</inkml:trace>
  <inkml:trace contextRef="#ctx0" brushRef="#br1" timeOffset="-105149.39">19520 9295 5578 0,'-29'20'65'0,"1"-2"48"0,-19 8 240 0,19-10-141 16,16-10-189-16,7-1-22 0,2 1-12 15,3 1-50-15,29-7-57 0,-10 0-97 16,7 0-180-16,6 0-359 0,56-23-1574 15</inkml:trace>
  <inkml:trace contextRef="#ctx0" brushRef="#br1" timeOffset="-104983.04">20383 9225 6576 0,'3'0'222'0,"-3"0"108"16,0-21-221-16,0 21-42 0,0 0-34 15,0 0-18-15,0 0-19 0,0-11-28 16,0 11-36-16,0 0-67 0,0 0-109 0,0 0-149 16,0 0-1456-16</inkml:trace>
  <inkml:trace contextRef="#ctx0" brushRef="#br1" timeOffset="-76503.92">5312 12254 3872 0,'0'-13'59'0,"0"3"170"0,-17 10 107 0,17-15-13 0,0 7-27 16,0 0-143-16,0-8-81 0,0 9-66 15,0-1 10-15,0 1 9 0,21-1 13 16,-3-6 29-16,-18 8-36 0,24-1 0 15,-14 1 13-15,4 1-5 0,-3 1-6 0,10-1 14 16,-13 2-29-16,0 2 3 0,1 1 0 16,0 0 0-16,5 0 50 0,-6 0-38 15,-1 19 4-15,-1-19-7 0,0 25 3 16,-3-7-5-16,-1 27 0 0,-2-16-23 16,0 1-3-16,0 3 1 0,0-1-2 15,-21 0 0-15,4 28 5 0,17-33-2 16,-22-3-2-16,22-4 1 0,-18-3 2 15,1 8 13-15,17-17 2 0,-12-2 22 16,12-2 7-16,-6-3 3 0,6-1-21 16,0 0-32-16,0 0-17 0,0-24 7 15,0 24 0-15,19-26 1 0,4-14-4 16,7-9 0-16,-13 21 8 0,19-31-7 16,-19 29 10-16,1-1-1 0,-1-1 2 15,0 2 2-15,13-26 0 0,-19 32 1 16,-1 3-1-16,-2 3 6 0,-4 3-2 15,-2 5 5-15,-2-2-4 0,0 11-9 16,0 0-2-16,0 1 2 0,0 0 2 16,-25 0 5-16,7 22 12 0,18 2 3 15,-25-9 1-15,13 4 9 0,0 0-3 16,0 24 13-16,-3-1-22 0,7 1-11 16,8-22-4-16,0-2 2 15,0 0-3-15,23-2 0 0,-23 0-8 0,56 11-79 16,-32-18-15-16,7-1-61 0,6-5-105 15,3-1-148-15,48-3-820 0,-42 0 533 16,3-22-119-16,-2 22 134 0</inkml:trace>
  <inkml:trace contextRef="#ctx0" brushRef="#br1" timeOffset="-76121.01">5887 11816 4209 0,'-22'6'84'0,"12"-6"196"0,1 0 107 0,2 0 16 0,-2 0-93 16,5 0-152-16,0 0-91 0,3 0-70 15,0 0 6-15,1 0 1 0,0 0 16 0,0 0 3 16,22 0 34-16,1 0-42 0,-3 0-4 16,3-17-7-16,3 17 0 0,34-16 1 15,-30-4-1-15,-4 20-6 0,3-16-1 16,-5 16 3-16,-5-12-1 0,4 6 7 16,-16 6-1-16,-3 0 0 0,-3 0-2 15,-1 0 0-15,0 0-4 0,0 0-21 16,0 0-13-16,0 0-26 0,0 0-43 15,0 0-80-15,0 0-460 0,0 0 153 16,0 0-28-16,-12 0 41 0,12 0-107 16,0 0-59-16</inkml:trace>
  <inkml:trace contextRef="#ctx0" brushRef="#br1" timeOffset="-75654.8">6375 11610 4380 0,'0'0'247'0,"-20"0"143"0,20 0 5 16,-14 0-88-16,14 0-150 0,-10 0-123 16,10 0-36-16,0 0 6 0,0 0 8 0,0 0 4 15,17 24 27-15,2 17 25 16,-2-20-32-16,-17-11-27 15,17-1-1-15,-7 1-1 0,8 6 3 16,-1-6-2-16,3-2 1 16,-10-7-5-16,1-1 1 0,0 0-3 15,1 0-2-15,0 0 2 0,11-19 2 16,-14 0 1-16,2 19-3 0,-3-24 4 16,1 11 5-16,-3 0 7 0,6-16 135 15,-4 1 28-15,-5 14-119 0,-2 5 2 16,-1-11 63-1,0 6-14-15,0 9-75 0,0 0-9 0,0 3-16 16,0 0-18-16,0 1 0 0,0 1-4 16,-17 0-1-16,17 0 11 0,0 0-1 15,0 0 0-15,0 22-6 16,0 14 3-16,0-19 6 0,0 2-3 16,0 1 2-16,0 1-27 0,19 4-28 15,-19 0-51-15,0 3-66 0,13 3-68 16,-13 31-625-16,14-2-1057 15,-6-32 542-15</inkml:trace>
  <inkml:trace contextRef="#ctx0" brushRef="#br1" timeOffset="-74554.64">7948 11409 4158 0,'5'-16'485'0,"-5"-1"239"16,0 9-482-16,0 1-102 15,0-3 12-15,-17 4-57 16,17 1-45-16,-12 5-43 0,0 0 6 16,-10 0 47-16,-7 25 34 15,12-25-51-15,-4 24 5 16,-20 6 21-16,20-10-44 0,-18 13 14 16,21-14-26-16,1-1 0 0,3 2-4 15,3-2 6-15,1-1-8 0,5 0-4 16,3-1 2-16,2-2-6 0,0 0 6 15,0 0 12-15,32-3-5 0,9 10 20 16,-17-11-25-16,33 3 9 16,-27-7-4-16,2 0-6 0,28 6 18 15,-7 6 19 1,6 22 24-16,-47-23-44 0,-1 4 4 0,-4 0 10 16,-4 3 0-16,-3 3-8 0,0 3-6 15,-27 37-10-15,-10 1-5 16,13-34-7-16,-5 0 7 0,-3-2-4 15,-2-5 1-15,-37 23 1 16,3-14 25-16,41-25-10 0,1-3 6 16,7-5-4-16,5-3-4 0,3 0-2 15,-5 0-13-15,14-22-12 16,2 22-4-16,0 0 3 0,0-14 2 16,0 14 5-16,19 0 4 0,-19 0-3 15,37 0-2-15,-2 27 9 16,3 11-4-16,-22-13 1 15,3 6-4-15,12 45 10 16,-1 14 9-16,-1 10-9 0,12 52-21 16,-29-104 5-16,0-2-12 15,0 1-19-15,-1-2-49 0,-1 1-31 16,0-5-52-16,1-1-59 0,0-3-50 16,12 21-552-16,-11-39 144 0,3-5-244 15,2-7-136-15,4-5-303 0</inkml:trace>
  <inkml:trace contextRef="#ctx0" brushRef="#br1" timeOffset="-73455.36">8990 11257 3316 0,'0'-7'274'0,"0"0"206"0,0-2 51 0,0 1-37 16,0 1-183-16,-16-5-10 0,16 6-227 15,0 5-20-15,0-1-29 0,0 1-19 16,0 1-5-16,0 0 16 0,0 0 15 15,0 0 24-15,0 21 12 0,0-21-2 16,19 41 72-16,-1 7 3 16,1-18-88-16,-19 1-11 0,27 33-2 15,-9 1-22-15,-11-33-14 0,0-1-1 16,0-2-3-16,0 0 1 16,5 18-1-16,-5-11 0 0,-5-20 8 15,-1-7 6-15,0-2 28 16,-1-4 13-16,0 0-15 0,0-3-3 15,0-21-36-15,-23 21-6 0,23-21 1 16,-24 21-20-16,8-26 3 0,-3 10-1 16,-2 4-1-16,-3-2 14 0,-25-6 5 15,1 11 10-15,25 9-14 16,0 0 5-16,0 0-7 0,-15 25 2 16,3 1 6-16,21-10 0 0,4 0 4 15,2 1-4-15,6 1 1 16,2 1 2-16,0-2-5 0,0-2 3 0,27 2-5 15,-27-5-2-15,37 1-6 0,-14-5-15 16,26-2-50-16,-22-5 22 0,-2-1-16 16,2 0-31-16,-1 0-52 0,1-25-83 15,-1 25-155-15,-2-20-307 0,0 20-291 16,-1-28-248-16</inkml:trace>
  <inkml:trace contextRef="#ctx0" brushRef="#br1" timeOffset="-73004.89">9292 11486 4864 0,'0'0'23'0,"0"0"185"0,-15 0-10 0,15 0-155 0,0 0-11 15,0 0 11-15,0 0 9 0,0 17-4 16,25-17-12-16,-25 0-7 0,21 16-17 15,-6-16 0-15,0 0-5 0,16 12 24 16,-1-12 38-16,-17 0-1 0,0 0 20 16,6 0 99-16,-3-22-15 15,-9 6-91-15,-2 16 13 16,-1-22 1-16,0 10 4 0,-1 1 19 0,4-9 93 16,-7 10-119-16,1 4-27 0,-1 0-22 15,0 6-11-15,0-5-21 0,0 5-5 16,0-2-7-16,0 2-3 0,0 0 4 15,0 0-4-15,0 0-1 16,0 15-2-16,0-15 6 0,0 14 1 16,0-14-1-16,19 39 7 15,2-5 2-15,-21-16-3 0,18 4-5 16,-18 1-1-16,17-3-1 0,-8 4-2 0,1-1 2 16,-1 1 3-16,-2-1 0 15,-1 0 1-15,-1 1-8 0,-1 18-90 16,-4-6-143-16,0-18 58 0,-27-2-78 15,27-2-74-15,-34 0-212 0,-14 8-1387 16,21-16 548-16</inkml:trace>
  <inkml:trace contextRef="#ctx0" brushRef="#br1" timeOffset="-72671.8">8499 12196 5506 0,'-24'7'-3'0,"5"-2"87"0,1-1 89 0,7-1 21 0,-7-3 72 16,13 1-239-16,5-1-4 15,21 0 7-15,31 0 58 16,38 0 59-16,-32-20-61 0,10 20-2 15,10-19-22-15,9 19-10 0,103-34 25 16,14 10-24-16,-102 12-39 0,-4-2-14 16,-6 1-3-16,-7-2-6 0,-14 0-7 15,-11-1 4-15,-14 3-5 0,-6 0-8 16,-12-2-14-16,1-6-108 16,-22 7-112-16,-7 11 63 0,0-1-94 15,0 3-174-15,-20 1-1445 16</inkml:trace>
  <inkml:trace contextRef="#ctx0" brushRef="#br1" timeOffset="-71655.11">9093 12268 4711 0,'0'-3'137'0,"0"2"143"0,0-3 63 0,0 2 4 0,0-4 33 16,0 6-300-16,0 0-26 0,0 0-14 16,0-1 7-16,0 1-5 0,0 0 8 15,0 0 19-15,17 0 15 0,-17 0 14 0,0 0-3 16,18 20 45 0,-2 23-62-16,0-24-52 0,-16 4 0 0,13 2-5 15,-13 3 1-15,8 4-6 0,-8 0-2 16,6 4 0-16,-1 70 11 15,-5-74-22-15,3-1-6 0,-3-3 2 16,2-3-2-16,-2-5-1 0,0-5 6 16,1 9 4-16,1-12 8 15,-2-12-11-15,0 0 3 0,0 0-9 16,0 0 0-16,0-28-4 0,0 28-10 16,0-28-3-16,-24 7-5 0,24 1-5 0,-41-26-3 15,3 10 21 1,17 21 4-16,0 4 7 0,0 3 3 0,0 2-6 15,1 6 0-15,-1 0 2 0,2 0 0 16,-1 25 7-16,2-25-1 0,1 29-2 16,-11 6 0-16,17-17-4 0,2 0 6 15,2-1-14-15,5-2 5 0,2-1 6 16,0-2-12-16,0 0 14 0,0-1-9 16,32-4-6-16,-32-2-13 0,60-5-144 15,-2 0-197-15,-26 0 110 16,4-24-128-16,-1 24-246 0,1-21-344 0,3 21-274 15</inkml:trace>
  <inkml:trace contextRef="#ctx0" brushRef="#br1" timeOffset="-71155.3">9445 12456 5436 0,'5'-4'20'0,"0"-1"55"0,1 2 60 16,1 0 35-16,2-1-5 0,-1 0-28 16,19 4 58-16,-13 0-109 0,2 0 0 0,0 0-4 15,1 25-6-15,-3-25-3 0,-1 23 0 16,-3-10-8-16,-2 3 5 0,-3 4-6 16,-4 4-15-16,-1 30 35 15,-21 4-39-15,-6-28-35 0,27-1-3 16,-32-3-3-16,17-5-4 0,15-3 1 15,-19-3-6-15,19-4-2 0,-12-5 6 16,12 0-3-16,0-6 1 16,0-19 2-16,29 19-4 0,-29-29 6 15,29 9-14-15,11-33-36 16,1-14-6-16,-21 32 35 0,0-2 4 0,-3 2 15 16,-3 1-8-16,-1 6 15 15,-3 1 11-15,-4 8 3 0,-2 2 17 0,-2 5-4 16,-2 3-6-16,0 3-9 0,-26 6-5 15,26 0 6-15,-29 19 4 16,10-19-2-16,-1 26 0 0,-18 10 0 16,23-15-18-16,0 0-5 0,7 2-1 15,8 0 3-15,0 2-1 0,0-2 1 16,0 0 4-16,23 0-13 0,-4-2-17 16,5 0-15-16,34 9-216 15,8-9-241-15,-30-19 47 0,-1-2-377 0,3 0-274 16,-4 0-444-16</inkml:trace>
  <inkml:trace contextRef="#ctx0" brushRef="#br1" timeOffset="-70405.49">10805 12055 3656 0,'-15'3'188'0,"3"-2"198"0,-4 1 139 0,2-1-9 15,-16 1 99-15,15 0-474 0,1 0-35 16,3 1-5-16,1-2-2 0,-4 2 59 16,10-3-111-16,-1 2-14 0,3-1-18 15,1-1-6-15,1 0-8 0,0 0-1 16,0 2 1-16,0-2 6 0,0 1 0 15,30-1 0-15,6 0 4 0,-13 0-6 0,7 0-4 16,7-22 2-16,2 22-4 0,1-16-2 16,42-1 2-16,-44 17-1 0,-1-14 0 15,-5 14-26-15,-7-9-25 0,14 2-96 16,-25 7 83-16,-9 0 12 0,1 0-5 16,-6 0-24-16,0 0-55 0,0 0-332 15,0 0 93-15,0 0-126 0,0 0-23 16,0 0-93-16,0 0-894 15</inkml:trace>
  <inkml:trace contextRef="#ctx0" brushRef="#br1" timeOffset="-69905.39">11761 11479 5824 0,'-19'-6'185'0,"19"1"43"0,-11 1-17 16,11-3-43-16,-8 7-182 16,8 0 14-16,0 0 2 0,0 0-4 0,0 24 2 15,27-24-5-15,-27 20 1 0,21-20 1 16,-4 25-6-16,-4-12 0 0,19 5-29 15,3-6-1-15,-19-12 34 16,-2 0 3-16,2 0 2 0,-1 0 6 16,1 0-2-16,-3 0 0 0,1-22 1 15,-3 22-3-15,3-22 5 0,-6 8 20 16,8-12 93-16,-4 5 38 16,-10 12-85-16,-2 1 6 0,2-4 44 15,-2 7-65-15,0 5-45 16,0-2-8-16,0 2-9 0,0 0-3 0,0 0-7 15,0 0-3-15,0 0 20 0,0 0 1 16,0 20-2-16,0-20 4 0,0 24-6 16,0-9 2-16,0 2 0 0,0 1 0 15,0 2-5-15,0 0 6 0,16 18-5 16,-3 1-3-16,1-20-1 16,-14 1-19-16,12-1-31 0,-6 2-43 15,-2 0-58-15,-2-2-45 0,1 1-52 16,-3-1-87-16,2 18-885 0,-2-10-1057 15</inkml:trace>
  <inkml:trace contextRef="#ctx0" brushRef="#br1" timeOffset="-69571.56">11563 12078 5708 0,'-14'7'38'0,"2"-1"90"16,-3 1 227-16,12-7-223 0,2 0-57 0,1 0-67 15,0 0 8-15,36 0-4 0,-12 0 4 16,8-17-9-16,8 17 3 0,6-16 48 16,10 16 36-16,5-21 5 0,6 10-9 15,78-14-32-15,-1 0-50 16,-69 14-7-16,-7 1 4 0,57-11-5 15,-29 6-14-15,-57 8-7 16,-8 3-14-16,-6-2-28 0,-7 0-22 16,-9 0-28-16,-2-7-181 0,-7 5 98 15,0 1-57-15,0-1-79 0,-26 3-176 16,26 0-222-16,-29 2-245 0,14 2-186 0</inkml:trace>
  <inkml:trace contextRef="#ctx0" brushRef="#br1" timeOffset="-68822.23">12098 12290 4851 0,'-6'0'138'0,"3"0"121"0,-2 0 52 0,3 0 212 0,2 0-320 16,0 0-143-16,0 0 7 0,0 0 10 15,20-13 80-15,-1 0-65 16,2 13-60-16,-7-8-1 0,-1 8 1 15,1-6-3-15,-2 6 3 0,0 0-4 16,0 0-1-16,-3 0 5 0,-1 0-2 16,2 29-3-16,-3-29 3 0,-3 52 9 15,-4-31-25-15,0 1-1 0,0 1-7 0,0 1-3 16,-25-2 0-16,25 1-6 0,-22-2 4 16,22-2 6-16,-20-4-4 0,20-3 0 15,-14 2 7-15,14-10 0 16,0-4-11-16,0 0-3 0,0 0 1 15,0-18-4-15,0 18-6 0,23-27-6 16,-23 10-16-16,24-3-6 0,8-30-17 16,-1 0 38-16,-19 27 17 15,2 0 7-15,-4 3 3 0,-1 4 6 16,-9 4-4-16,9 3 11 0,-9 3 5 16,0 0-1-16,0 4-2 0,0 0-15 15,0 2-6-15,0 0 1 0,0 0-6 16,-18 19 10-16,18-19-1 0,-13 22-2 15,1 8 6-15,12-14-14 0,-9 1 2 16,9 1-1-16,0 0 1 0,0 0 1 16,0-5-16-16,0 2-18 0,27-3-31 15,-27-1-19-15,34-2-26 0,18 0-333 16,15-8-766-16,-28-1 115 16,8 0-203-16</inkml:trace>
  <inkml:trace contextRef="#ctx0" brushRef="#br1" timeOffset="-68188.68">13082 11849 6220 0,'0'0'0'0,"0"0"45"0,0 0 176 0,0 0-79 0,0 0-43 0,0 0-51 15,0 0-28-15,0 0-21 0,0 0 8 0,0 0-2 16,21 0-2-16,-21 22-1 0,23-22-2 16,-23 0 0-16,46 19 1 0,-31-19 0 15,3 11 2-15,-2-11-1 0,0 0 0 16,9 0 5-16,-14 0-4 0,-1 0 3 15,-2-18 0-15,1 18-6 0,-3-23 4 16,10-7 3-16,-11 14 17 0,-1-2 20 16,0 2 25-16,-2 2 18 0,-1 1 11 15,3-5 75-15,-4 12-108 0,0 2-22 0,0 4-22 16,0-3-12-16,0 3-23 16,0 0 6-16,0 0 4 0,0 0 6 0,0 0 1 15,0 17 10-15,0 6 13 0,0-6-7 16,0 4-4-16,0 1 3 0,0 4 4 15,0 4-2-15,16 33 12 0,-1-28-20 16,-15 0 2-16,19 1-1 0,-9 0 2 16,9 33 3-16,-11-38-13 0,1 2 0 15,-3 0 1-15,-2-2-1 0,0-2 1 16,-1 28 2-16,-3-27-8 0,0-5 3 16,0 0 0-16,0-3-1 0,-19 14 0 15,19-21-1-15,-27-1-1 0,27-6 1 16,-22 1 2-16,10-5-4 0,-17-2 3 15,14-2-4-15,-3 0 1 0,2-17-3 0,0 17-2 16,-11-45-14-16,16 24 5 0,2-2-9 16,3-5-11-16,1-3-18 0,5-2-24 15,0-41-141-15,0 34 68 0,25 2-38 16,-25 1-44-16,33 4-61 0,10-23-565 16,-19 34 226-16,6 3-118 0,-1-1-210 15,2 7-95-15</inkml:trace>
  <inkml:trace contextRef="#ctx0" brushRef="#br1" timeOffset="-66905.66">13728 11101 3759 0,'0'-4'113'0,"0"-1"163"0,1-3 111 0,-1 2 16 16,0 0-89-16,2-6-50 0,0 9-237 15,2-1-6-15,1 1 27 0,-1 1 23 16,10 0 103-16,-5 2-98 0,-3 0-12 0,4 0-3 16,1 0 12-16,0 19-6 0,14-1 52 15,-17-18-74-15,4 26 3 0,-3-9-1 16,-3 1 1-16,2 3-4 0,0 22 25 15,-5-18-45-15,-1 1-2 0,0-1-9 16,0-1-3-16,3 25 1 0,-1-27-7 16,1 0-1-16,2-2-1 0,4-2 1 15,0-1-1-15,18 8-1 0,-11-13 2 16,2-4-3-16,0-1 0 0,5-1 0 16,-2-5 0-16,26-1 2 0,-26 0 0 15,-1 0-2-15,-1 0 4 0,-4 0 2 16,15-19 90-16,-26 19-23 0,1-15 197 15,-7 15-201-15,0-9 23 16,-22 5-36 0,1 4-34-16,21 0 1 0,-27 0-2 15,10 19 1-15,-21 3 16 0,21-9-22 16,-1 4-4-16,3 2 1 0,4 3 0 16,2 1-4-16,-2 30 3 0,11-24-9 15,0 4 2-15,0 0-1 0,22 2 1 16,-22 1-2-16,49 36 4 0,-28-33-3 15,3 1-2-15,3 1-4 0,-2-2 2 16,29 39-3-16,-29-43 5 0,-2 2-1 0,-4-3 3 16,-1-2-2-16,-7-4 3 0,-5 25 3 15,-6-30 0-15,0 1-5 0,0-2 1 16,-35-1-4-16,-30 40-133 16,40-41 6-16,-19 12-297 0,21-19 113 15,-31 14-1293-15,41-22 767 16,0-1-204-16,-1-3-24 0</inkml:trace>
  <inkml:trace contextRef="#ctx0" brushRef="#br1" timeOffset="-66055.67">15273 11401 4747 0,'-12'3'134'0,"-3"-2"131"0,4-1 53 0,0 0-19 0,4 0-108 15,-5 0-90-15,12 0-108 0,0 0 5 16,0 0 4-16,0 0 7 0,23 0-8 16,12 13 5-16,-12-13-6 0,3 0 2 15,2 0-1-15,3 0-2 0,33 0-1 16,-36 0-22-16,48 0-426 16,-57-15 54-16,-3 15-131 0,-4 0-111 0,-2-17-296 15,-1 17 15-15</inkml:trace>
  <inkml:trace contextRef="#ctx0" brushRef="#br1" timeOffset="-65887.26">15294 11596 5685 0,'-7'4'5'16,"6"-1"-1"-16,1-3 14 0,0 0 52 15,23 0-39-15,-23 0-11 0,40-21-15 16,-11 21-9-16,6 0 2 0,44-24-82 15,-38 9-97-15,0 15-184 0,-2-13-201 0,-4 13-123 16,-3-11-278-16</inkml:trace>
  <inkml:trace contextRef="#ctx0" brushRef="#br1" timeOffset="-64405.92">16477 11371 4840 0,'0'-7'80'0,"0"-1"142"0,18-1 95 0,-18-12 298 0,0 13-435 16,0 0-84-16,0 1-52 0,0 1-21 15,0-4-25-15,0 5 4 0,17-1 2 0,-17 1 4 16,23 0 2-16,-9 0 3 15,18-2 23-15,-14 4-16 0,1 2 3 0,-4 1-5 16,1 0 7-16,-3 0 7 0,10 19 39 16,-14-19-33-16,-1 21 2 0,-2-6 9 15,-2 3 2-15,-3 27 33 0,-1-19-56 16,0 6-4-16,-22 2-4 0,22 2-4 16,-27-1-6-16,-2 34 1 15,-14 23-6-15,32-51-7 16,-3-27 0-16,14-2-4 0,0-3 3 15,-6-2 1-15,6-7 8 0,0 0-1 0,0 0-3 16,29-25 2-16,-29 25-6 16,47-54 5-16,-27 29-4 0,1-3 0 15,38-62-7-15,-42 59 7 0,1-1-4 16,-4-1 2-16,-1-2 2 0,5-23 1 16,-13 31 3-16,-3-30 10 15,-2 45 1-15,0 3 0 0,0 6 1 16,-20-2-4-16,20 5-7 0,-24 0-7 15,24 0 0-15,-19 0 2 0,19 23 1 16,-17-23-1-16,3 40 3 0,14-26-3 16,-6 3-2-16,6 2 4 0,0-1 0 15,21 21 4-15,-21-20-7 0,28-1-2 0,-11 0 3 16,5-1-5-16,2-2-25 16,20 7-100-16,-21-13 4 0,3-4-31 0,1-2-57 15,0-3-110-15,0 0-178 0,31-21-949 16,-30 21 451-16,0-30 99 0,-3 10 124 15</inkml:trace>
  <inkml:trace contextRef="#ctx0" brushRef="#br1" timeOffset="-64138.65">16751 10999 5296 0,'-9'0'58'0,"-2"0"192"0,8 0-124 0,3-16-43 16,0 16-46-16,0 0-9 0,28-13-2 0,18 0 15 15,-20 13-11-15,8-14 3 0,2 14-4 16,2-13-7-16,34 1-12 0,-42 9-9 16,-4-1-2-16,-1 0 1 0,-7 2-1 15,-4 1-13-15,0 0-72 0,-12-1-29 16,-2 1-81-16,0 1-113 0,0 0-144 0,0-1-85 15,-19-2-552-15,19 1 466 16,0 0-33-16,-16 0-48 0</inkml:trace>
  <inkml:trace contextRef="#ctx0" brushRef="#br1" timeOffset="-63656.52">17280 10767 5553 0,'0'0'90'0,"0"-18"95"16,0 18 84-16,0 0 11 0,0-18 20 16,0 18-265-16,0 0-41 0,0 0 6 15,0 0 1-15,0 0-3 16,20 0 6-16,1 0-7 0,-21 20 4 0,26-20-1 16,-12 17-2-16,-1-17 4 0,1 15 3 15,-1-15-9-15,-1 14 6 0,1-14-2 16,-2 10-2-16,-2-10 7 0,9 0-1 15,-2 0-1-15,-10 0 0 16,1-16-3-16,9-3 5 16,-1-3-1-16,-7 9-4 0,2 0 0 15,-1-1 4-15,-2 3-5 0,8-14 27 16,-7 6 82-16,-4 13-28 16,-3-1-9-16,-1 3-11 0,0 0-14 0,0 2-15 15,0 2-18-15,0 0-10 0,0 0-6 16,0 0 0-16,0 0-2 15,0 17 8-15,0-17 4 0,0 17 1 16,0-5-2-16,0 19-4 16,0 4-3-16,19-15 5 0,-19-2-5 15,14 3 4-15,-14-2-3 0,17 2 1 16,-17-2-4-16,13 0-5 0,-13 3-18 16,11 0-36-16,-11 0-40 0,8 20-250 15,-8-5-164-15,0-19 152 16,0-3-269-16,0 8-1502 0</inkml:trace>
  <inkml:trace contextRef="#ctx0" brushRef="#br1" timeOffset="-62990.22">18318 10687 5477 0,'2'-5'108'0,"-2"1"84"0,0-6 324 15,0 0-195-15,-26 8-240 0,26-1-27 16,0 1 1-16,-21 2-6 0,21 0 3 15,-16 0-2-15,16 0-16 0,-22 19-1 16,-5 1 27-16,-3 4-18 16,15-12-33-16,0 2 1 0,3-1-4 15,-1 0-1-15,6-1 3 0,1 1-8 0,2-1 5 16,2 0-4-16,2-1-2 0,0 14 6 16,30-4-11-1,-30-11 3-15,26 0-1 0,-11-1 6 0,2-1 1 16,-1 1 0-16,19 3 4 0,-17-8-4 15,-3 2-3-15,0-2 0 0,-2-1 0 16,-2 1 2-16,-3 1-1 0,-3-1 1 16,-1 3 1-16,-2 0-3 0,-2 3 2 15,0 15 1-15,-22 9 10 16,-3-17-9-16,25 1-2 0,-30 1-7 16,13-2 4-16,3 0-2 0,1-1-2 15,1-1 1-15,1-1 0 0,-7 13 4 16,11-5 5-16,0-12-6 0,1-1 4 15,4-2-1-15,0-1-3 0,2 5 2 16,0-3-3-16,0-3 4 16,0-2-3-16,27 3 5 0,4 11-3 15,83 72 27 1,-89-62-17-16,-2 6-4 16,-1 0-4-16,0 3 3 0,-3 3-2 15,-2 0-3-15,-4 2 5 0,-1 4-5 16,-5-8-5-16,-3 34-80 0,-4-18-140 15,0-32 37-15,0-7-53 0,0-5-64 16,0-3-134-16,0-6-1339 0,30 0 459 16</inkml:trace>
  <inkml:trace contextRef="#ctx0" brushRef="#br1" timeOffset="-62239.34">18804 11073 5529 0,'0'-25'186'0,"0"9"-29"0,0 16 19 0,0-18-50 0,0 18-41 0,18-15-21 15,-18 5-58-15,23 10 6 0,-8-8 6 16,5 8 9-16,0 0-2 0,23 0 25 16,-21 0-26-16,-3 0 8 0,-1 0 6 15,-1 18 14-15,-5-18 8 0,8 19 66 16,-14 6-66-16,-3-10-3 0,-3 3-3 0,0 5-3 15,-22 29 13-15,22-22-47 0,-25-1-9 16,25 4-2-16,-31-2-5 0,31-2 0 16,-27 21-4-16,9-31 2 0,18-2-6 15,-9-5-2-15,9-2-3 0,0-5-3 16,0-3 1-16,22-2 24 16,0-25-6-16,-22-2-4 15,29 8 3-15,-15-3-4 0,16-28 2 16,11-36-3-1,-20 27 1-15,-13 33 3 0,-3 4-3 0,-2 0 4 16,0 8 0-16,-2-10 9 16,-1 18-10-16,0 2-2 0,0 1-5 0,0 3-4 15,0 0-3-15,0 0 9 0,0 19 3 16,-18-19-1-16,18 22 2 0,0-22-1 16,0 44-1-16,0-26-2 0,0 0 1 15,0-1 2-15,0 2 1 0,28-2-4 16,-1 18-41-16,-10-21-24 0,-2-1-45 15,2-2-39-15,1-5-50 0,22-2-346 16,-20-4 100-16,3 0-154 0,3-19-91 16,2 19-110-16,-2-33-78 0</inkml:trace>
  <inkml:trace contextRef="#ctx0" brushRef="#br1" timeOffset="-61890.03">19423 10579 5566 0,'-14'-5'244'0,"8"1"-69"0,4 1 3 0,0 1-98 0,0 0-34 0,0 2-40 0,2 0 1 16,0 0 31-16,0 0 20 0,0 0 14 15,25 0 7-15,-3 21 70 16,10-4-20-16,-15-17-85 0,3 0-4 15,-1 17-11-15,-1-17-2 0,0 10-7 16,0-10-4-16,-6 12-3 0,0-5 1 16,5 9 10-16,-10 2-5 15,-5-7-20-15,-2 0 6 0,0 2-4 16,0 2-6-16,-25 13 10 16,1 6-84-16,7-19-31 0,1 2-45 15,-2-3-33-15,-15 12-287 16,4-7-188-16,15-12 109 0,1-2-284 15,4-2-185-15,-1-3-256 0</inkml:trace>
  <inkml:trace contextRef="#ctx0" brushRef="#br1" timeOffset="-61690.3">19466 10604 5765 0,'10'-5'93'0,"-10"1"50"0,0-2 199 16,0 2-217-16,0 2-118 15,0 1-9-15,0-2 21 0,26 0 8 16,-7-1 11-16,4 0 4 0,2-2-13 0,5-1-6 16,5 1-9-16,34-10-12 15,-9 4-48-15,-33 7-54 0,-5 2-81 16,-1-1-125-16,-1 4-211 0,-3 0-337 16,0 0-258-16,-2 0-287 0</inkml:trace>
  <inkml:trace contextRef="#ctx0" brushRef="#br1" timeOffset="-61273.15">19709 11147 4512 0,'0'25'263'0,"0"-15"-8"0,0-3 68 15,19-6-41-15,-19-1-78 0,41 0-5 16,0-18-96-16,-18 18-37 16,-1-23 2-16,0 23-26 0,1-30-2 15,-2 12-7-15,0-1 10 0,-4-3 14 16,1 1 2-16,-5 0 13 0,7-23 71 16,-10 10-36-16,-10 22-74 15,0 2-12-15,0 1-12 0,-26 3-3 16,-4 6 14-16,13 0 4 0,-4 0 8 15,-1 27-6-15,-23 3 35 16,2 11-22-16,24-17-25 0,3 1-4 16,4 1-4-16,3 2-4 0,9 0 0 15,-5 32 4-15,29-2-10 16,-24-30 3-16,35-3-2 0,-11-2 7 16,1-2-6-16,35 8-18 0,-28-18-43 15,5-5-58-15,4-5-85 0,2-1-100 16,3 0-136-16,-1-26-301 0,-1 8-298 15,4-6-263-15</inkml:trace>
  <inkml:trace contextRef="#ctx0" brushRef="#br1" timeOffset="-60707.15">20271 10582 5663 0,'-6'-4'89'0,"4"0"32"0,2-2 17 0,0-2 31 0,0 1-50 15,0-1-15-15,22 3-8 0,9-4 65 0,-13 4-89 16,4 3 2-16,3-3-15 0,0 2-17 16,-1 1 0-16,0 1-17 0,-2 0 2 15,-3 0-6-15,-2 1-8 0,-1 0-2 16,-5 0-4-16,3 19 14 0,-11-19-7 15,0 20 4-15,-3-7-8 0,0 3 4 16,0 4 0-16,0 0-9 0,-22 2 3 16,22 2-3-16,-27 1-3 0,10 0 5 15,-20 24-9-15,3-10-8 16,22-24 10-16,1-4 1 0,11-3 4 16,-10-3-2-16,10-3-4 0,0-2-2 0,0 0 1 15,0 0-6-15,22-19 8 16,33-23-4-16,-31 24-8 15,2-3 6-15,1-2-1 0,2-1-4 0,-1-3 11 16,-2 1-8-16,-3-2 1 0,0-1 5 16,-2 1-2-16,-4 3 10 0,-4 3 14 15,2-14 37-15,-12 26-25 0,-1 2-14 16,-2 4-10-16,0 4-4 0,0 0-9 16,-24 0 2-16,24 0 6 0,-22 31-3 0,22-31 3 15,-25 34 2-15,2 9-4 16,23 4-9-16,-11-24 5 15,11 1 2-15,0-2-1 0,0-1-11 0,27-2-23 16,-1 31-234-16,2-36 130 16,7 4-189-16,9-6-271 15,12-7-816-15,-24-5 406 16,4 0-343-16</inkml:trace>
  <inkml:trace contextRef="#ctx0" brushRef="#br1" timeOffset="-60207.06">20918 10303 5061 0,'0'-20'203'0,"23"11"-17"0,-23-3 4 0,31 3-17 0,19-9 100 15,11 9-54-15,-28 8-105 0,1 1 3 16,2 0-16-16,-2 0 0 0,-2 0-12 15,-6 29-13-15,1-29 0 0,-7 26-4 16,-1-11-3-16,3 24 45 16,-17 6-35-16,-5-21-55 0,0 4 2 0,-21 1-10 15,-6 36 4 1,-6 1-2-16,17-32-13 0,1-2-1 16,0 1-3-16,3-1-3 0,12-1 4 0,-13-2-4 15,13 1 1-15,0-2 4 16,0 0-1-16,0 0-3 0,25-3-1 0,12 19-6 15,-13-25 8-15,4-2 3 0,0 0-3 16,1-3 2-16,-2-3-5 0,-3-1 1 16,-3-4 1-16,17 16 51 15,-38-18 7-15,0 1 15 0,0 2 8 16,0 2-4-16,0 3-14 0,-18 2-18 16,-2 22 7-16,3 16-27 0,17-21-18 15,0 2 0-15,-11 5-6 16,11 1 0-16,0 3 0 0,26 51 1 0,-26-46 0 15,28 3-1-15,-13 1-2 0,1-1-4 16,-1 2-8-16,0-4-32 0,-4-2-42 16,0 0-40-16,-11-6-36 0,9 28-285 15,-38-21-548-15,6-33-51 16,-4-5-247-16</inkml:trace>
  <inkml:trace contextRef="#ctx0" brushRef="#br1" timeOffset="-59373.08">5160 14514 5775 0,'-31'2'47'0,"25"-2"36"0,4 0 72 0,2 0-113 0,0 0-42 0,21-19-2 15,-21 19 1-15,33 0 1 0,20-20 1 16,-22 7-3-16,4 13-14 0,4-15-60 15,0 15-87-15,40-13-467 0,-41 4 212 16,-2 9 5-16,0-5 77 0,-3 5-27 16,-4 0-272-16</inkml:trace>
  <inkml:trace contextRef="#ctx0" brushRef="#br1" timeOffset="-59189.96">5370 14699 4055 0,'-36'19'11'16,"1"-2"40"-16,2-3 80 0,-26 8 504 15,35-14-279-15,4-3-65 0,4 1-143 16,5-3-61-16,8 0-74 0,3-3-26 16,22 0 13-16,-2 0-4 0,7 0 1 15,6-17-6-15,54-4-104 0,-39 21-43 16,6-26-94-16,2 10-83 0,0 2-83 0,-1 1 16 16,47-14-867-16,-59 17 499 0</inkml:trace>
  <inkml:trace contextRef="#ctx0" brushRef="#br1" timeOffset="-58924.24">5531 14384 5439 0,'-30'-18'74'0,"18"10"90"15,1-1 53-15,6 0-25 0,0 2-57 16,2 1-81-16,3-3-50 0,27 6 12 15,-7 2 22-15,4 1 10 0,6 0 14 0,5 0-7 16,74 23 30-16,-40 24-68 16,-39-27-7-16,-7 2-4 0,-1 3-1 15,-6 2 1-15,-4 4-6 0,-5 39-5 16,-7-33-32-16,0 5-33 0,-29 4-46 16,6-1-60-16,-4 4-64 0,-38 51-546 15,28-51 209-15,1 2-34 0,2-3 55 16,1-4-220-16</inkml:trace>
  <inkml:trace contextRef="#ctx0" brushRef="#br1" timeOffset="-57040.81">7620 14662 4541 0,'-4'0'91'0,"3"0"118"0,-3 0 122 0,-1 0 335 16,1-15-458-16,2 15-92 0,1 0-53 15,0 0-18-15,1 0 10 0,0 0-41 16,0-10-9-16,0 10-4 0,0-10 15 16,20 10 4-16,-4-13 21 0,-16 8-30 15,18 1 0-15,-6 3 4 0,-1-1 5 0,3 2 6 16,10 0 26-16,-11 0-26 0,0 0-6 15,3 19 3-15,-2-19 1 0,17 19 17 16,-17 7-28-16,-1-9-3 0,0 2-1 16,-4 0 5-16,-1 1 1 0,-1 25 36 15,-7-21-19-15,0 1 5 0,0-1-4 16,-22 4 1-16,-9 22 21 0,11-25-30 16,-2-3 2-16,2 2 1 0,-2-8-1 15,3 1 10-15,-7 0 57 0,16-11-51 16,10-2-19-16,-8-4-26 0,8 0-6 15,0 0-7-15,0-28-12 0,30-7 10 0,-30 12-10 16,30-4 0-16,-12-1-9 0,28-33-24 16,-24 33 41-16,0-1 7 0,2 1 7 15,-2 1 3-15,-2 3-1 0,15-15 6 16,-23 24 3-16,-2 3 2 0,-2 2-4 16,-3 3 6-16,-3 3 5 0,-2 1 35 15,0 3-19-15,0 0-4 0,0 0-7 16,0 0-7-16,0 0-5 0,-19 0-7 15,19 0 0-15,-32 37 16 0,32-37-6 16,-19 25 8-16,9-9-1 16,10 3 1-16,-12 21-4 0,8-19-17 0,4 2 1 15,0 1-2-15,0-1-1 0,23 17-101 16,4-23-3-16,-9 1-46 0,0-6-17 16,4-1-50-16,2-5-65 0,30-6-703 15,-25 0 335-15,2 0-345 0,1-31 67 16</inkml:trace>
  <inkml:trace contextRef="#ctx0" brushRef="#br1" timeOffset="-56773.74">8060 14429 5239 0,'-17'0'119'0,"3"0"118"0,1 0 58 0,-6 0 178 16,10 0-387-16,4 0-69 0,2 0-23 16,3 0 0-16,0 0 5 0,22 0 15 15,-22 0-9-15,28 0-2 0,-10 0 2 16,5 0-5-16,25 0 0 0,-25-15-1 16,-1 15 1-16,0 0-1 0,-5-15 1 15,-2 15-4-15,6 0-66 0,-16-10-21 16,-1 10-72-16,-1 0-90 0,-2 0-149 0,2-6-761 15,0 0 234-15,-3 4 9 0</inkml:trace>
  <inkml:trace contextRef="#ctx0" brushRef="#br1" timeOffset="-56356.43">8434 14187 5253 0,'0'-4'106'15,"0"1"112"-15,0 1 43 0,0 1-11 0,0-1-104 16,-15 2-80-16,15 0-67 16,0 0 9-16,0 0 8 0,0 19 1 0,22-5 9 15,-2-14-21-15,-20 14-4 0,26-14 1 16,-8 11-1-16,0-11 2 0,23 7-3 16,-19-7 0-16,-4 0 2 0,32 0 40 15,-38 0-2-15,-2-18 19 16,-1 18 15-16,-2-19 6 0,6-5 75 15,-8 11-88-15,-3-2 3 0,1 1 16 16,-1 0 5-16,-2-7 76 0,0 12-102 16,0 2-2-16,0 1-10 0,0 2-8 0,0 0-12 15,0 2-7-15,0 2-22 16,0-1-11-16,0 1-5 0,0 0 8 0,0 0-3 16,0 0 11-16,0 22-7 0,0-22 5 15,0 24-1-15,0 33-1 16,0-34 0-16,0 0-9 0,20 27-83 15,-8-27-24-15,-12 4-54 0,11 0-45 16,-11 2-53-16,21 23-421 0,-13-29 164 16,1 3-125-16,0-4-332 0,-3-3-162 15</inkml:trace>
  <inkml:trace contextRef="#ctx0" brushRef="#br1" timeOffset="-55307.76">9611 13968 5876 0,'0'-4'29'0,"0"-9"321"0,0 6-92 0,0 2-43 0,-16-1-88 0,16 3-83 15,0 1-46-15,0 2-1 16,0 0 14-16,0 0 13 0,0 24 10 0,23 9 28 16,0 15-24-16,3-22-24 15,-14 2-6-15,1 0 0 0,-2 0-3 16,-2 1 3-16,0-5-5 0,-9-2 0 15,10 0-4-15,-4 6-10 16,-6-12 22-16,0-11-5 0,0-5 9 0,0 0-13 16,0 0-1-16,-28 0-5 15,28 0-10-15,-30 0-5 0,11-23 1 0,-3 23 5 16,-24-14-1-16,5-6 9 16,20 6 4-16,1 14-2 0,2 0-2 15,1 0-2-15,-1 0 11 0,2 22 0 16,0-22-2-16,2 32 4 0,3-13-6 15,4 4-5-15,2 15 1 0,5-6 1 16,23-17-6-16,-23-3 5 16,33-5 3-16,-13-7-6 0,28 9 6 15,5-9-29-15,-26 0 5 16,30-22-55-16,-3 1 3 16,-26 21 46-16,-1-27 0 0,-1 13 5 15,-3-2-2-15,0 0 11 0,15-19 10 16,-10-4 6-16,-18 20 0 15,-2 0 18-15,-3 0 25 0,-2 3 20 16,-2 1 19-16,-1 3-1 0,0 3-2 0,0 2-28 16,0 1-19-16,0 5-49 15,0 1 15-15,0 0 5 0,0 0 0 16,0 16-5-16,0-16-5 0,0 16 1 16,0-16-5-16,0 20-9 0,16-20 1 15,7 21-32-15,5-10-5 0,-11-11 32 16,-3 8 10-16,3-8 12 15,13 0 2-15,-4-26 1 16,-15 26 0-16,-1-23 3 0,1 9 6 0,-5-2 23 16,1 4 14-16,-3 0 11 15,2 0-4-15,-3 1-13 0,-1 3-12 0,-1 8-6 16,0-10-7-16,1 3-17 0,-2 7-5 16,0 0-1-16,0 0 4 0,0 0 3 15,2 0 1-15,0 0 8 0,0 0 7 16,1 22 0-16,3-22 11 0,-1 26-5 15,7 14 17-15,-2 11-23 16,-6-25-12-16,0 1-2 0,1 30-1 16,-2-6-5-16,-3-28-20 15,0 1-30-15,0-4-47 0,0 1-62 0,-20 13-355 16,5-6-497-16,-15-17 94 16,10-1-247-16,-5-2-183 0</inkml:trace>
  <inkml:trace contextRef="#ctx0" brushRef="#br1" timeOffset="-55007.81">9260 14872 5742 0,'-28'7'243'0,"16"-6"-44"0,5-1-14 15,1 0-39-15,6 0-149 16,0 0 9-16,25 0-5 0,-7 0 12 16,39-15 33-16,28 2 31 15,-33-7-34-15,7 9 12 0,5-2 6 16,7-2-5-16,6 1-17 0,7 1-24 16,4 1-14-16,7 1 2 0,5 0-8 15,95-6-68-15,-19 6-117 16,16-3-296-16,-153 10 275 15,-11 2-24-15,-9-1-80 0,-8-1-203 0,-5-1-256 16,-6 1-252-16,0-2-203 0</inkml:trace>
  <inkml:trace contextRef="#ctx0" brushRef="#br1" timeOffset="-54474.56">9965 14909 5605 0,'-9'2'151'0,"2"-1"33"15,2-1 56-15,3 0-52 0,-1 0-69 16,1 0 33-16,2 0-13 0,0 0 6 15,0 21 0-15,0 6 18 16,24 11-103-16,-4-15-54 0,-20 1-5 16,25 1 2-16,-13 2-1 0,1-1 3 0,-1-2-9 15,2 3 5-15,-4-3-6 16,0 0 5-16,8 12-2 0,-8-14 6 16,-7-15 1-16,-1-3-1 0,-2-4 3 15,0 0-1-15,0 0-2 0,0 0-1 16,0 0-11-16,0-20-3 0,0 20-4 15,-21-20-7-15,2-2-17 0,-6 1 0 16,9 21 23-16,-4-12 4 16,-2 12-4-16,-4 0 8 0,-25 0-10 15,25 0 15-15,-1 0-4 0,3 16 6 16,2-16-3-16,3 17 2 0,3-17-4 0,5 17 1 16,1-17 9-16,3 22-6 15,2-7 1-15,3 11-5 16,2 2-4-16,0-14 6 0,21-2-1 0,-21-2 1 15,22 0-6-15,-22-5-21 0,32 0-32 16,-13-5-31-16,5 0-39 0,35 0-296 16,10-27-618-16,-32 2 51 15,-1 9-266-15</inkml:trace>
  <inkml:trace contextRef="#ctx0" brushRef="#br1" timeOffset="-54007.41">10245 15046 5517 0,'0'-3'81'0,"0"1"33"0,0-1-4 0,0 1 2 0,0 0-40 16,16 1 88-16,20 1 11 16,-18 0-104-16,4 0-8 0,-1 0 6 15,1 0 15-15,0 0-2 0,-5 0-4 16,0 0-11-16,-3 0-22 0,6 13 89 15,-13 3 8-15,-7-3-99 16,0 3-20-16,0 5-6 0,-27 3-1 0,27 3-8 16,-30 3-4-16,15-1-5 0,-3 1 4 15,3-3 1-15,2 10 0 16,-2-16-5-16,15-17 2 0,0-4-5 16,0 0 8-16,0-19-3 0,30 19 4 15,-30-34-1-15,35 12-3 0,-14-5 2 16,1-4-6-16,1-2 1 0,21-35-4 15,-6-4 5-15,-23 41-3 16,-2 2 10-16,-4 6 7 0,-3-9 30 16,-2 17-18-16,-4 14-18 15,0 1 1-15,-23 0 3 0,23 21 6 16,-28-21 1-16,28 33 0 0,-32-12 2 0,16 2-14 16,3 23-11-1,-4-3 10-15,17-22 0 0,0-4-4 0,0 0-6 16,25-3-21-16,-25 0-34 0,35-5-51 15,-12-4-97-15,3 0-105 0,4-3-166 16,39-2-1412-16</inkml:trace>
  <inkml:trace contextRef="#ctx0" brushRef="#br1" timeOffset="-53340.54">11658 14618 5354 0,'-16'3'111'0,"-7"-2"379"0,12-1-198 0,1 0-72 0,2 0-83 15,1 0-33-15,3 0-1 0,3 0-79 16,1 0-12-16,0 0-9 0,0 0-2 16,0-13 8-16,21 13 29 0,7-12-19 0,-9 12-8 15,8-12-9-15,2 4 1 0,37-8-1 16,-31 8 0-16,1 1-3 0,0 0 0 15,-2 1-4-15,-3 2-2 0,17-1-88 16,-28 4-5-16,-9 1-36 0,-1 0-8 16,-6 0-10-16,0 0-166 0,-4 0 85 15,0 0-115-15,0 0-111 0,0 16-112 16,0-16-321-16</inkml:trace>
  <inkml:trace contextRef="#ctx0" brushRef="#br1" timeOffset="-48524.08">13075 14266 4110 0,'-7'0'116'0,"0"0"156"0,1 0 109 0,4-16 40 15,-3 16-71-15,5 0 63 16,0 0-303-16,0 0-20 0,0 0-13 0,0-10-12 16,0 10-13-16,0-5-15 0,0 0-36 15,0 2-5-15,0-1-1 0,17 1 6 16,2-3 10-16,-6 0-4 0,3 3 3 15,1-1-5-15,2 0 2 0,-1 2 3 16,18 1 5-16,-19 1-7 0,0 0 0 16,-4 0 2-16,1 0 11 0,5 26 45 15,-11-26-18-15,-2 26-2 0,-3-6-7 16,-1 5 0-16,-2 4-15 0,-21 72 19 16,21-64-35-16,-27 34 2 0,-4-39-5 15,15-2-2-15,0-3-2 16,1-2 0-16,-8 16 2 0,8-9 24 15,7-26 22-15,8-6-30 16,0 0-7-16,0 0-11 0,0-17-6 16,23-12-5-16,-23 11 7 0,27-7-2 15,-12-3-3-15,4-5-7 0,21-42-12 16,-17 36 19-16,0-4 6 0,-1 2-1 16,-2 1 4-16,-2 2-2 0,9-25 3 15,-16 38-1-15,-2 4 2 0,-5 0 0 16,-1 8 0-16,-1 3 2 0,-2-4-2 0,0 10-7 15,0 3-3-15,-22 1-2 0,22 0 7 16,-19 19 1-16,-2-19 7 0,4 28 11 16,4-9 9-16,-1 0 5 0,-1 5-2 15,-7 30 2-15,13-26-24 0,1 2-1 16,8 0-1-16,-4 53-9 16,4-58-3-16,23-1-26 0,8 16-125 15,-10-22 26-15,6-3-23 0,2-4-32 16,2 2-87-16,1-7-117 0,33-2-748 15,-34-4 492-15,1 0-200 0,-3-19 67 16</inkml:trace>
  <inkml:trace contextRef="#ctx0" brushRef="#br1" timeOffset="-46359.49">12405 14176 4195 0,'0'-14'73'0,"0"-2"98"0,0-9 529 0,0 12-371 16,0 0-47-16,-25 1-98 0,25 1-39 15,-18-10 72-15,3 10-133 0,15 0 1 16,-14 1-2-16,14 0 1 0,0 1-4 0,-11-4 38 16,11 9-90-16,0-1-16 0,-6 4-14 15,6-1-9-15,0 2 0 16,0 0 4-16,0 0 11 0,0 23 0 0,0-23 2 16,0 27-4-16,0 10 6 0,17-16-4 15,-17-1 2-15,0 2-3 0,17-1 0 16,-17-1-5-16,28 13 1 0,-16-16 2 15,1-3 3-15,1-4-1 0,1-2 0 16,19 2-4-16,-18-9-1 0,4-1 4 16,-2 0-1-16,0 0 3 0,0-20-1 15,11-3 5-15,-17 23-6 0,0-27 1 16,0 10-1-16,-5 2 1 0,9-20 17 0,-12 19 12 16,-2 0 12-16,0 0 9 0,-2 4 4 15,0-1 0-15,0-3 41 0,0 9-59 16,0 3-14-16,0 0-9 0,0 2-7 15,0 1-11-15,-16 1-44 16,16 0 48-16,0 19 0 16,0 6 5-16,0-5-1 0,0 4 11 15,0 6 16-15,17 1 0 0,-17 7-3 16,19 47 0-16,-19-39-23 0,14 3 1 16,-14 0-6-16,15 0 3 0,2 45-3 15,-6-50-2-15,0-3-1 0,2-2 0 0,4-3-1 16,-4-6-11-16,12 20-74 0,-14-32 9 15,0-3-19-15,-4-5-5 0,0-5-18 16,3-1-164-16,-8-4 90 0,1 0-79 16,2 0-156-16,-3-19-157 0,5 19-140 15,4-42-1292-15</inkml:trace>
  <inkml:trace contextRef="#ctx0" brushRef="#br1" timeOffset="-45692.66">13440 13818 4483 0,'-13'0'446'0,"7"0"-106"0,2 0 21 0,1 0-130 15,-2 0-46-15,5 0-58 0,-2 0-38 16,2 0-22-16,0 0-20 0,0 0-24 16,0 0-32-16,0 0 8 0,0 0 2 15,16 0 5-15,-16 0-4 16,25 0-3-16,-8 0 1 0,0 0 0 15,4-17 0-15,2 17-2 0,25-15 1 16,-10 15 6-16,-23-13-4 0,-1 13-1 16,-3 0-15-16,0-9-108 15,-10 9-228-15,-1-5 49 0,0 5-155 16,0-4-229-16,0 1-292 0,0-2-195 16,0-1-94-16</inkml:trace>
  <inkml:trace contextRef="#ctx0" brushRef="#br1" timeOffset="-45292.78">13895 13570 4966 0,'0'-6'175'0,"0"0"71"0,0 1 35 15,0-1-12-15,0-4 50 16,0 10-249-1,0 0-39-15,0 0-3 0,0 0 82 16,0 0 19-16,0 15-67 16,0-15-16-16,0 0 2 0,0 0-2 15,0 12-14-15,0-12-2 0,0 8-5 16,0-2-6-16,22 2-5 0,-7 9-2 16,8 4 0-16,-23-10-8 0,21 0 1 15,-10-1-6-15,1 0 6 0,0 0 2 16,-1 1 2-16,1-1 8 0,1 1 6 15,1 2 2-15,10 11 8 16,-1-1-12-16,-15-12-6 0,-2 0-2 16,-2-2-3-16,-2 3-3 0,-2 9 3 15,0 0-13-15,-25-10-35 16,25-1-55-16,-24 1-74 0,-1 8-401 16,12-7-305-16,-8-7 168 0,21-4-296 15,-13-1-169-15</inkml:trace>
  <inkml:trace contextRef="#ctx0" brushRef="#br1" timeOffset="-45158.83">13944 13635 4873 0,'-6'-14'465'0,"5"5"-267"16,1 0-119-16,0-1-79 0,27-3-8 16,-3-2-17-16,6 1-68 0,6-4-120 15,7-3-233-15,4 0-359 0,49-23-1529 16</inkml:trace>
  <inkml:trace contextRef="#ctx0" brushRef="#br1" timeOffset="-43692.72">5650 11598 4297 0,'0'-18'10'0,"24"18"129"0,-7-38 384 16,9 5-67-16,-9 18-348 15,6-3-20-15,2 0-5 16,3-1 8-16,1-2-4 0,1 3-7 0,3-1-12 16,1-3-18-16,0 2-6 0,35-22 15 15,-3 2-22-15,-32 19-28 16,0 2-3-16,1-3-7 0,-1 2 3 15,0 1-3-15,39-23 7 0,-33 21-3 16,3 0-1-16,1 2 1 0,4 0-2 16,2 3-6-16,104-34 24 15,-100 33-2-15,2 5-2 0,0-2 10 0,2 0 0 16,-3-1-1-16,2 1-4 16,3 0-8-16,1-3-2 0,1 1-5 15,60-16 1-15,-3 5 0 0,-60 15-8 16,0-1 2-16,-1 2 0 0,-1 2-3 15,-4 2 4-15,2-2-1 0,0 3-1 16,1-2 6-16,-1 4-2 0,2-1 0 16,55-6 0-16,2-1-7 15,-56 8 7-15,3-2-2 0,67-4 5 16,8 1-6-16,-67 6 6 16,7 0-3-16,-1 3 3 0,0 0-4 15,-2 0 0-15,-2 0-4 0,0 0 2 0,-1 22-1 16,1-22 1-16,-3 0 4 0,57 19 1 15,-13-4-3-15,-61-15-3 16,-5 0 0-16,-2 10 1 0,-5-10 1 16,-2 6-1-16,-3-6 2 0,1 6-1 15,-1-2-2-15,28 4 1 16,-2-1-7-16,-31-3 7 0,-4-1-6 16,1 2 8-16,0-2-5 0,3 0 3 15,3 1 3-15,1 0 1 0,4 3-4 0,4-2-4 16,46 9 3-1,0 2 1-15,-47-9 4 0,-2-1-6 0,-2 1 4 16,28 6-1-16,-4 0 3 16,-31-7-4-16,-1-1 1 0,-2 0-1 15,19 4 2-15,-11-1-5 16,-21-5 5-16,-2 0-2 0,-3 2 4 16,0-2-3-16,-2 1-4 0,0-1 3 15,1-1 0-15,0 3 0 0,0-2 5 16,4 4-5-16,0-2-6 15,-4-1 10-15,0-1-1 0,0 0 1 16,3 0-4-16,39 17-11 16,-27-12 15-16,2 0-7 0,4 3 3 0,4 2-1 15,0 0-1-15,37 12 5 16,3 1-6-16,-38-14 1 0,-3 0-1 16,-1-4 3-16,-4-1 0 0,-5-1 0 15,-5-1 0-15,-2-3 8 0,-5 0-4 16,-1 0 49-16,-8-2 15 15,0 0-45-15,0 0-16 0,0 0-5 16,0 0-4-16,0 0 6 0,0 0-2 16,0 0 1-16,0 0-1 0,0 0-17 15,0 0-77-15,0 0-192 16,0 0 58-16,0 0-113 0,0 0-191 16,0 0-312-16</inkml:trace>
  <inkml:trace contextRef="#ctx0" brushRef="#br1" timeOffset="-43292.55">11167 10795 3927 0,'-26'-19'658'0,"6"-2"191"0,16 11-600 0,2 3-96 0,2 1-59 16,0 2-18-16,0 1-21 15,0 2-23-15,0-1-4 0,0 2 15 0,0 0 43 16,0 0 23-16,0 0 139 0,0 0-152 16,20 0-21-16,-20 18-11 0,14-18-6 15,-14 0-7-15,23 19-4 0,-10-19-6 16,2 17-10-16,0-6-7 0,2 1-2 16,2 1-4-16,22 20 4 0,-21-14-15 15,4 1-4-15,-2 2 2 0,1 0-2 16,-1 1 4-16,-1 1-6 0,0 0-2 0,-2 1 4 15,-2-5-7-15,10 18 8 16,-11-12-9-16,-11-15 4 16,-2-4 4-16,0-2 8 0,-3-2 4 0,0 10 12 15,-30 4-13-15,8-6-19 16,-6 3 6-16,-11 3-34 0,-5 2-51 16,-9 3-66-16,-5 2-97 0,0 2-89 15,-100 49-1963-15,116-51 993 16</inkml:trace>
  <inkml:trace contextRef="#ctx0" brushRef="#br1" timeOffset="-39876.96">14564 14129 4386 0,'0'-5'91'0,"0"1"138"0,-18-1 118 16,18 4 7-16,0-3-91 0,0 4-67 16,0 0-198-16,0 0-9 0,0 0 6 15,0 0 31-15,0 0 99 0,0 15-50 0,0-15-10 16,0 14-10-16,18-14-3 16,-18 19-4-16,11 2 10 0,3-10-42 0,-14 1-11 15,13 0-3-15,-7-3 1 0,11 9-5 16,-8-9 1-16,3-4 1 0,0-1 1 15,3-1 1-15,1-3-2 0,16 0 2 16,-15 0-1-16,-1-21 3 0,1 21-1 16,0-23-1-16,-1 8 1 0,14-19 42 15,-17 16 4-15,1 1 30 0,-3-1 12 0,-2 2 17 16,4-10 118-16,-8 18-119 16,-3 0-11-16,-2 2-16 0,2 3-21 0,-2 1-20 15,0-1-21-15,0 3-25 0,0 0-3 16,0 0 1-16,0 0 3 0,0 0 5 15,0 22 8-15,0-22 1 0,0 24 5 16,0-8 2-16,0 3 11 0,22 28 20 16,-22-24-18-16,14 4-6 0,-14 3-2 15,21 1 3-15,-11 4-9 0,8 36 14 16,-11-32-19-16,0 1-4 0,-3 1-2 16,1 1-2-16,0-3-1 0,0 36-2 0,-3-41 4 15,0 0-1-15,-2-3 2 16,0-4 2-16,0 15 1 0,0-26-4 15,0-4 3-15,-23 4 4 0,9-16-18 16,14 0-5-16,-24 0-8 0,10-27-9 16,-18-5-38-16,15 10 27 0,0-3 2 15,1-5 5-15,0-1 1 0,-12-39-7 16,18 34 19-16,3-2-5 0,0-2-10 16,1 4-8-16,4-1-10 0,2-27-83 15,0 35 56-15,0 3-20 0,25 7-29 16,-25 0-39-16,32 2-40 0,18-10-339 15,-21 14 160-15,7-3-72 0,4 4-14 16,4 0-182-16,40-11-969 0</inkml:trace>
  <inkml:trace contextRef="#ctx0" brushRef="#br1" timeOffset="-39443.79">16170 13978 5230 0,'-3'3'5'0,"1"-1"52"0,1-2 67 0,-1 0 31 0,2 0-17 0,0 0-48 16,0 0-46-16,25 0-26 0,-25 0 3 16,36-15 1-16,-11 15-8 0,4 0-5 15,4-13-12-15,1 13-36 0,1-11-63 16,-1 11-98-16,-2-11-141 0,-5 11-202 16,13-15-1018-16,-26 12 557 0,-5 2 143 15</inkml:trace>
  <inkml:trace contextRef="#ctx0" brushRef="#br1" timeOffset="-39293.5">16305 14070 3488 0,'-14'10'130'0,"4"-1"140"0,0-1 21 15,5 0 289-15,5-5-288 16,24-3-212-16,-24 0-34 0,42 0-16 16,25 0-109-16,21-22-684 15,-37 1-56-15,3 5-256 0,-4 16 21 16</inkml:trace>
  <inkml:trace contextRef="#ctx0" brushRef="#br1" timeOffset="-36410.49">19461 10144 1310 0,'-4'-13'134'0,"-2"13"130"0,0 0 45 0,1 0 19 0,-1-16-95 0,-1 16-86 16,1-9-30-16,-1 9-52 0,-8-13 76 16,0 4 40-16,6 6-82 15,-3 0 7-15,-3 1 45 0,-5 0-58 0,-1 0 24 16,-5-1-17-16,-2 2-30 16,-5-2 9-16,1 0-25 0,-39-2 88 15,-1-2-21-15,38 1-62 0,-1 4-18 16,1-2-1-16,-1 0-9 0,-1 1-13 15,0 0-13-15,-2 1-10 0,0 2 12 16,0 0-14-16,-84 0-27 16,81 18 26-16,-80-3 8 15,79 4-10-15,-36 3-7 16,-2 4 34-16,8 4 10 16,35-17-22-16,-1 0-7 0,-32 16 15 15,7-4-58-15,33-12 39 16,-1 0-14-16,4 0 44 0,0 0 5 15,-31 11-29-15,4 1-38 0,27-13 6 16,4-2 1-16,1 0-11 0,5 0 0 16,-8 3-175-16,14-4-121 15,8-7 183-15,1 0-4 0,2-2 6 16,0 0-3-16,0 0-11 0,0 0-55 16,0 0 6-16,0 0-19 15,21-21-383-15,-21 21 380 0,0-13 9 16,15 13-123-16,-15-12-115 0</inkml:trace>
  <inkml:trace contextRef="#ctx0" brushRef="#br1" timeOffset="-36010.89">17482 10247 1310 0,'0'0'93'0,"0"0"91"0,0 0 73 0,0 0 84 0,0 18 291 0,0-1-226 15,0-17-267-15,0 25 68 0,0-10-19 16,0 2 47-16,0 1-5 0,0 1-114 16,0-1-6-16,0 3-42 0,0-1-31 15,0 1-22-15,0 12 7 16,18-7 36-16,-18-17-29 0,16-1 11 16,-5-2-20-16,4-2-21 0,3-2 22 15,3-2-32-15,8 0 11 0,2 0-59 16,51-18-329-16,18 1-530 15,-46 17 287-15,3-21-123 0,2 21 9 0</inkml:trace>
  <inkml:trace contextRef="#ctx0" brushRef="#br1" timeOffset="-35227.21">19277 9988 959 0,'0'0'165'0,"0"0"169"0,0-17 132 0,0 17 73 0,0-13-45 0,-18 13-106 0,18-13 160 16,-16 3-103-16,16 1-221 15,-11 9-87-15,11 0-62 0,0-4-49 16,0 4-30-16,0 0 57 0,-5 0 26 0,5 0 41 15,-5 17 84-15,1-17-68 16,3 20-64-16,1-20-18 0,0 15-2 16,0-15 8-16,0 19-8 0,0-9-10 15,20 2-4-15,-20 1-12 0,16 3-6 16,-16 2-6-16,23 1-4 0,1 18 21 16,-10-18-13-16,2-3 1 0,0 5-8 15,3-3-3-15,-3-2-7 0,2 1 3 16,-1-2-6-16,-2 1-2 0,-3-3 10 15,6 10 2-15,-15-7 14 16,-3-9-14-16,-26 2-10 0,1 1-59 0,-11 5-79 16,-68 18-562-16,-24 9-790 15,61-22 434-15,7-1 13 16</inkml:trace>
  <inkml:trace contextRef="#ctx0" brushRef="#br1" timeOffset="-33210.93">17192 13808 4137 0,'-9'-9'409'0,"3"6"-62"0,2 0 19 0,1-1-111 0,-1 2-84 0,3 1-87 16,1 0-34-16,0 1-22 0,0-1 4 16,0 0-4-16,0-1 27 15,23-1 43-15,-23 2-38 0,20-1-8 16,-20 1-15-16,26 1-1 0,-11 0-2 16,0 0-2-16,1 0 2 0,0 0-13 15,-2 0-1-15,2 27 2 0,11 0 31 16,-15-12-27-16,-3 4-1 0,0 3 0 15,-2 2-9-15,-5 1 0 0,-2 1 6 16,0 2-3-16,0 3 0 0,-20 0 1 0,20 1-6 16,-48 31 14-16,10-6-12 15,21-35-9-15,1-2-4 16,4-5 17-16,12-7 11 0,-15 0 15 0,15-5 4 16,0-3-19-16,0 0-13 0,0-22-27 15,27-10-6-15,4 11 8 16,-10-4-8-16,3-2-3 0,2-3-9 15,27-37-42-15,1-3 18 16,-29 33 42-16,-1 2 8 0,-5 2 2 16,0 2 2-16,-5 5-1 0,-1 1-4 15,-8 4-1-15,0 4 3 0,-3 2 2 16,-2 5-4-16,0-5-1 0,-23 11-9 16,23 4 8-16,-18 0 4 0,18 0 3 15,-23 0 4-15,-5 27 16 0,15-2-13 16,-1-8-1-16,0-1-2 0,3 3-5 15,2-1-1-15,3 1-1 0,2 1-1 16,4 2 4-16,0 2-33 0,0-1-37 16,32 29-247-16,6 1-300 15,-10-28 19-15,4 3-348 0</inkml:trace>
  <inkml:trace contextRef="#ctx0" brushRef="#br1" timeOffset="-30261.82">18192 13949 4687 0,'-13'13'25'0,"-1"-1"69"0,0-1 108 0,1-1 44 16,1-3-8-16,0-1-61 0,3 0-97 16,2 2-30-16,7-6-40 0,0-1 15 15,0 0 2-15,0-1 12 0,25 0 14 16,-25 0 5-16,27 0-4 0,-9 0-10 15,1-16-16-15,2 16-9 0,21-17 28 16,-3-12 15-16,-23 16-40 16,0 2 5-16,-2-1-3 0,0-1-3 15,-4 1 6-15,0-1-3 0,-2 0 2 16,-2 1 2-16,3-12 30 16,-9 4 0-16,0 11-28 0,0 1-10 0,0 3-2 15,0 2-5-15,-24-2-7 0,24 5 2 16,-21 0-1-16,6 0 2 0,-3 0 13 15,-3 20 9-15,-20 5 35 0,-3 7-12 16,27-13-33-16,1-1-1 16,4 1-4-16,1 1-2 0,1 19 10 15,9-19-23-15,1 1 3 0,0-4-5 16,0 4 0-16,28-6-4 0,-28 1 3 16,32-6-1-16,-11 1-2 0,2-3-19 15,4-3-41-15,33-5-189 0,4 0-148 16,-31 0 128-16,35-19-817 15,-7-2-1073-15</inkml:trace>
  <inkml:trace contextRef="#ctx0" brushRef="#br1" timeOffset="-29612.25">18569 13246 4769 0,'0'0'96'0,"0"-19"103"0,0 19 48 0,20-17 13 0,-20 17-78 15,0-14-81-15,13 14 1 16,13-15 17-16,-12 15-51 0,-1-9-7 15,5 9-13-15,2 0-1 0,24-6 22 16,0 6-12-16,-24 0-32 16,-1 0 2-16,-1 0-11 0,5 0 16 15,-6 15-12-15,-11-15 1 16,-2 0 4-16,-1 15 13 0,-1 4 52 16,-2 7-29-16,0-8-43 0,0 2 2 15,-18 2-3-15,18 2-4 0,-23 1-1 16,23 2 2-16,-28-3 0 0,14 0-1 15,0-2-1-15,-12 11 0 16,17-13-3-16,-2-16-5 0,11 0 10 16,-4-3 15-16,4-1 1 0,0 0 4 15,0 0-14-15,0 0-18 0,0 0-9 16,23-22-7-16,8-10 7 0,13-13 7 16,-19 17-5-16,3-4 5 15,-1-2-4-15,-1 3 1 0,25-36 0 16,-10 8 2-16,-26 33 1 0,-4 5 6 15,-3 5 0-15,-2 2 2 0,-4 5-4 16,-2 4-5-16,0 2-3 0,0 2-2 16,0 1 6-16,-23 0-3 15,0 19 0-15,-3-2 6 0,26-17-1 16,-27 25 0-16,16 4 2 16,-3 1-2-16,5-13 2 0,9 0 0 15,0-1-3-15,0 2 1 0,22-1-1 16,-22 0-4-16,33 1 3 0,-11 0-24 0,5 0-34 15,4 0-60-15,41 11-309 0,8-4-322 16,-38-18 16-16,-1-1-294 16</inkml:trace>
  <inkml:trace contextRef="#ctx0" brushRef="#br1" timeOffset="-28095.47">5962 16512 3367 0,'-13'3'0'0,"-2"1"39"0,-1 0 114 0,-15 7 413 0,12-5-250 16,1 0-57-16,-1 0-48 0,4 0-14 0,-8 1 130 15,16-6-216-15,2-1-33 16,3 0-37-16,2 0-23 0,0 0-7 0,20 0 15 16,-20 0-11-16,31 0-10 0,-7-17 0 15,5 17-8-15,5-14 1 0,42-4-1 16,-36 18 3-16,-1-17 0 0,-1 17-2 15,-1-13 3-15,28 1-2 0,-36 12-15 16,-2-7-66-16,-3 7-80 0,-2-3-126 16,-4 3-142-16,4 0-561 0,-13 0 603 15,-5 0 117-15,-1 0 84 0,-3 0-214 16,0 18-168-16</inkml:trace>
  <inkml:trace contextRef="#ctx0" brushRef="#br1" timeOffset="-27862.21">6078 16624 3564 0,'-63'27'343'15,"30"-13"18"-15,2-3 97 0,1 0-58 16,1-2-56-16,2 1-103 0,-17 10 22 16,25-10-195-16,5-3-22 0,4-1-27 15,2-1 1-15,6 4 32 0,2-6-19 16,22 0-10-16,-2-3-11 0,2 0-1 16,9 0-9-16,47 0-1 0,-35-19-2 15,4 19 0-15,-1-20 1 0,-1 20 0 16,-1-21-4-16,32 4-72 0,-45 17-22 0,-2-13-77 15,-7 13-84-15,-1 0-138 0,11-8-656 16,-21 8 509-16,0-6 111 0,-1 6-140 16,1-6-108-16,-2 1-73 0</inkml:trace>
  <inkml:trace contextRef="#ctx0" brushRef="#br1" timeOffset="-27561.99">6278 16355 3653 0,'-7'-3'120'0,"1"0"177"16,2-3 576-16,3 0-574 0,1 2-131 15,0 1-93-15,0-1 6 0,23 1 39 16,8-2 134-16,-12 3-161 0,2 2-22 16,2 0-4-16,2 0-2 0,45 17 79 15,-49-17-116-15,15 19 18 16,-20 9-21-16,-4-9-2 0,-4 3-3 15,-3 5-2-15,-3 5-10 0,-2 44 7 16,0-28-14-16,-34 2-17 0,14 2-42 16,-7 6-44-16,-33 57-251 0,28-58 112 15,-2-3-36-15,2-1-39 0,1-5-68 16,2-6 17-16,-20 29-295 0,25-44 404 16,4-3 27-16,-1-6 5 0,-1-4-215 0,1-5-110 15</inkml:trace>
  <inkml:trace contextRef="#ctx0" brushRef="#br1" timeOffset="-17563.5">8019 15343 2185 0,'0'8'18'0,"0"0"-13"0,7 1 4 0,0 16 241 16,-5-16-151-16,1 1-30 16,2 1-5-16,2 10 68 0,-2-10-80 15,-2 0-11-15,3 4 2 0,-1 0 15 16,-1 1-7-16,5 17 24 0,-4-16-42 15,-2 3-12-15,1-3 23 0,-2 2-9 0,5 19-26 16,-5-20-32-16,0-1 35 0,1 1 8 16,0 2 14-16,1-3-3 0,3 21 33 15,-3-18-10-15,-1-3 15 0,3 2-23 16,-3-1 15-16,1 3-49 0,3 19 28 16,-4-20-55-16,0-3 27 0,-1 4-24 15,0-3-3-15,3 10 3 0,-3-17 12 16,1-2 12-16,10 7 13 15,-8-14-25-15,0-1 15 0,1-1 9 16,0 0 0-16,6 0 14 0,-7 0-38 16,1 0 0-16,-1 0 0 0,2 0-12 15,2 0 36-15,-5 0-1 0,3 0 12 0,0 0-14 16,1 0 1-16,1 0-13 16,16 0-29-16,-11 0-3 0,2 0 23 0,2 17 43 15,3-17-54-15,20 11 0 0,-18-11-23 16,3 0 34-16,4 9 0 0,1-9 11 15,4 6-11-15,41-2 11 0,-35-4 1 16,3 0-12-16,3 0-12 0,-2 0 24 16,3 0-14-16,44 0 35 0,-45 0-55 15,2 0 13-15,0 0 18 0,-4 0-20 0,55 0 11 16,-51 0 0-16,2 0-21 16,-3 0 55-16,1 0-45 0,-5 0-1 0,40 0 46 15,-47 0-34-15,-2 0 0 0,-3-21 0 16,-1 21-20-16,28 0 52 0,-32-15-32 15,2 15 9-15,0 0-7 0,-2-12-4 16,2 12 13-16,29-9 11 0,-27 1-33 16,2 3 11-16,0 0 0 0,2 0 2 15,0-1 29-15,40-4-9 0,-36 5 0 16,0 1-22-16,-2 2 0 0,4-1-22 16,-3 2 22-16,35 1-20 0,-37 0 29 0,2 0-9 15,0 0 11-15,0 0-11 16,40-5-11-16,-35 4 22 0,1-2 0 0,4-1 10 15,2-1-10-15,1-1-9 0,56-6-8 16,-53 5-5-16,4 0-8 0,-3 0 10 16,3-1 0-16,-2-1 22 0,50-6 20 15,-53 6-21-15,-2 2-9 0,-3 1-14 16,2 0 11-16,36-4-24 0,-51 6 24 16,1-1-13-16,0-1 0 0,-2-1-22 15,0 0-12-15,40-6-96 0,-36 3 54 16,6 3 4-16,6-1 2 0,2 0 41 15,105-17-18-15,-106 14 22 0,53-8 18 16,-55 9 12-16,-4 1 19 16,-4-1-30-16,2 2 27 0,-1-3-5 0,32-3 36 15,-37 6-59-15,-6 1 40 0,3 4-20 16,-3-2-28-16,3 3 39 0,27-2-50 16,-26 4 5-16,-1 0-9 0,0 0-10 15,3 0 17-15,34 0 24 0,-38 0-3 16,-1 0-10-16,-1 0 13 0,-2 0-25 15,-1 0 34-15,18 0-39 0,-23 0 42 16,35 0-35-16,-42 0 12 16,0-13 23-16,1 13 13 0,1 0-3 0,0 0 16 15,27-8-17-15,-24 8 4 16,5 0-22-16,1-6 18 0,0 6 16 0,25 0-25 16,-29 0-12-16,1 0 15 0,-1 0-3 15,-5-5-35-15,-1 5 48 0,11 0-26 16,-17 0 45-16,-2 0-42 0,-3 0 45 15,-1-2-57-15,-1 2 22 0,0 0-3 16,-3 0 15-16,2 0-21 0,-1 0-4 16,2 0 4-16,3 0 18 0,4 0 4 15,2 0-13-15,-6 0-13 16,-1 0 26-16,-1 0-13 0,4 0 9 16,7 0-18-16,-12 0-4 0,1 0 13 15,2 0 4-15,-5 0 5 16,1 0-18-16,-2 0 31 0,0 0-44 0,1 0 22 15,0 0 12-15,0 0 1 0,-2 0-1 16,0 0 1-16,3-10 2 0,-3 10 37 16,2 0-28-16,-2-9 32 0,0 9-12 15,0-7 10-15,0 1 4 0,0 1 2 16,0-1-33-16,0 2-17 0,0-1 17 16,0 0 1-16,0 0 13 0,0-6-10 15,-16 4-21-15,16 0-20 0,0-1 32 0,-11-1-9 16,11-10 19-16,-11 9-32 0,11 0 0 15,-5-1 0-15,5-26 32 16,0 26-23-16,0-2-28 0,0 2-5 16,0-8-41-16,0 11 39 0,18 3 39 15,-18-1-31-15,0 2-49 0,0 3-26 16,11 0-176-16,-11-1 107 0,0 2-143 16,0-1-219-16,0 1-129 0</inkml:trace>
  <inkml:trace contextRef="#ctx0" brushRef="#br1" timeOffset="-15030.72">9195 16566 3255 0,'0'-10'0'0,"-12"0"47"0,12-1 13 0,-9-12 204 15,0 15-126-15,2-3 54 0,2 1-40 16,1 0 14-16,-1 2 36 0,-1-11 201 16,4 10-221-16,2 1-35 0,-1 0-26 15,0 3 3-15,0 1-25 0,1 0 27 0,0 2-96 16,0 2-3-16,0 0-9 0,0 0-11 15,0 0-5-15,0 0-4 0,0 0 31 16,0 0 21-16,0 0 21 0,0 0 32 16,0 25 53-16,0 5-95 0,0-10-20 15,0 5-4-15,14 5-4 0,-14 1-4 16,9 32 7-16,-9-28-29 0,10-1-1 16,-5 0 0-16,2-3-4 0,5 29 1 15,-4-30-5-15,1-5 3 0,-2 0 0 16,0-5 0-16,1 1 1 0,2 9 0 15,-6-17-3-15,1-3 0 0,-3-4 0 0,-2-1 4 16,2-2 5-16,-1-2 12 0,-1-1-14 16,0 0-1-16,0 0 0 0,0-21-4 15,-21-3-8-15,21 7-4 0,-23 0 2 16,6-1 2-16,0 0 1 0,-5-1 4 16,-25-12-8-16,22 20 5 0,-2 4 1 15,0 1 3-15,-1 6 1 0,-23 0 8 16,25 0-10-16,1 21 0 0,2-21-12 15,4 20 6-15,2-20-4 0,-2 22-8 16,14-1 12-16,4-9 4 0,1-1 1 16,0 1-2-16,25 11-5 0,13-13 3 15,-11 1 5-15,5-3 2 0,4-1-4 0,6-3 2 16,42 2-15-16,-39-6 5 0,-4 0-18 16,-5 0-34-16,-5 0-53 0,-4 0-77 15,8 0-458-15,-25 0 166 0,-6 0-74 16,0 0-75-16,-4 0-241 0</inkml:trace>
  <inkml:trace contextRef="#ctx0" brushRef="#br1" timeOffset="-14647.18">8480 17229 3160 0,'-23'0'54'0,"-2"0"54"0,2 0 87 0,5 0 83 0,6 0-16 0,-3 0 75 16,11 0-320-16,4 0-27 0,0 0-16 15,0 0 8-15,23 0 53 0,24 0-7 16,-22 0-26-16,42 0 61 0,-24 0-16 16,5 0 39-16,3 0-24 0,8 0 2 15,68-17 30-15,-60 17-72 0,5 0-1 16,-2-13-12-16,1 13 12 0,1 0-17 16,65-12-10-16,-72 6 0 0,-5 1 0 15,-8 2 1-15,-3-3-68 0,-8 1-98 16,23-3-470-16,-39 3 249 0,-5-2 41 15,-4 2 4-15,-5-1-220 0</inkml:trace>
  <inkml:trace contextRef="#ctx0" brushRef="#br1" timeOffset="-14014.33">9078 17362 3135 0,'-3'-15'31'0,"-6"-1"513"0,7 16-271 0,1-12-71 0,1 12-55 0,0 0-101 16,0 0-46-16,0 0-26 0,0 0 127 15,0 0 47-15,0 0 67 0,18 0 1 16,-18 22 151-16,17 7-230 0,-17-10-20 16,14 4-38-16,-14 2-17 0,13 4-16 15,0 30 2-15,-7-28-39 0,-1-1 0 16,2 1-1-16,-3 0-1 0,3-3-1 0,4 20-5 15,-7-25 0-15,1-5-1 0,-2-2-4 16,2-3 3-16,-2 4 9 0,-1-14 6 16,0 0 6-16,-2 0-3 0,0-3-2 15,0 0-9-15,0-19-10 0,0 19 4 16,-24-22 5-16,24 22-7 0,-25-30-1 16,11 14-2-16,-22-13 5 0,15 16 1 15,0 3-3-15,-2 10-1 0,-1-8-4 16,-21 8-3-16,22 0 4 0,1 0 7 0,2 25 0 15,0-25-2-15,6 16-5 0,-6 1-19 16,13-17 8-16,4 14 5 0,3-14 4 16,0 16-2-16,0 2-1 0,28-10 8 15,-28 3 3-15,26 0 4 0,-10 1-4 16,2 0 0-16,18 11-10 0,22 8-108 16,-23-19-137-1,-16-7 46-15,-2-4-60 0,2-1-17 16,20 0-323-16,-19 0 388 0,-1-18 3 15,2 18-272-15,0-26-159 0,-3 10-190 16</inkml:trace>
  <inkml:trace contextRef="#ctx0" brushRef="#br1" timeOffset="-13447.82">9348 17470 3322 0,'0'0'37'0,"0"0"51"0,0-14 86 0,0 14 14 16,0 0 92-16,18 0-174 0,-18-10 16 15,17 10 59-15,-6 0-7 0,0-9-29 16,18 3 95-16,-15 6-141 0,1-1-16 0,-1 1-23 16,-3 0 7-16,-1 0-2 0,11 0 75 15,-14 21-69-15,0-21 18 0,-2 17 11 16,1-17-3-16,1 43 64 0,-7-25-112 15,0 1-14-15,0 4-4 0,0-2 0 16,0 2-6-16,-22 18 14 0,22-22-33 16,0-2-1-16,-19-3-4 0,19-3-1 15,0-2 1-15,-12 2 9 0,12-10 2 16,0 0 1-16,0-1-5 0,0 0-6 16,0 0-23-16,0-25 7 0,0 25 1 15,0-28-6-15,0 6-2 0,19-2-2 0,-2-33-1 16,-17 28 29-16,17-1-1 0,-17 1-2 15,16 1 3-15,-16 3-3 0,9-12 14 16,-9 24-7-16,0 1-1 0,0 2 0 16,0 5-5-16,0-2-4 0,0 4-3 15,0 3 3-15,0 0-3 0,-16 0 3 16,16 0-1-16,0 0-10 0,-11 0 5 16,11 0-1-16,-7 18-10 15,7-4 16-15,0 20-2 0,0-24 2 16,19 25 1-1,-19-25 0-15,18 2-4 0,-18 1 2 16,40 15-22-16,-23-15-10 0,45 26-223 16,-38-28 104-16,2-4-64 0,0 0-81 15,4-2-69-15,32-2-352 0,-28-3 464 16,3 0-92-16,-1 0-259 0,0-21-100 16</inkml:trace>
  <inkml:trace contextRef="#ctx0" brushRef="#br1" timeOffset="-11864.14">10894 16656 3193 0,'5'-7'0'0,"-2"0"15"0,-2-2 21 0,0-9 129 16,-1 11-7-16,0 4 65 0,0-1 20 15,0 1 23-15,-19 0-33 0,19 0 124 16,0 1-218-16,0 2-31 0,0-2-28 15,0 2 9-15,-14 0 66 0,1 18-69 16,2-18-2-16,0 25 1 0,-4-7 5 16,1 3-10-16,-18 32 98 0,15-21-90 15,1 6 5-15,1 5-20 0,0 5-19 16,1 5-22-16,-10 64-7 0,14-56-24 16,3 3 1-16,4 0-5 0,3-1-1 15,0 54 2-15,24-64 0 0,-24 0 3 16,36-6-7-16,-11-6-19 0,4-3-15 0,35 21-211 15,-28-36 9-15,-3-6-97 0,2-6-73 16,-1-3-41-16,31-8-282 0,-34 0 409 16,-1-30-267-16,-2 13-100 0</inkml:trace>
  <inkml:trace contextRef="#ctx0" brushRef="#br1" timeOffset="-11263.1">11087 17123 3319 0,'-6'-15'-11'0,"-5"-13"45"15,5 3 332-15,4 14-102 0,-1-4 137 16,3 9-317-16,0 1-62 0,0 0-5 15,0 3-10-15,0-3 9 0,20 3 6 16,-4-4 36-16,4 3 38 16,-20 3-42-16,22 0 81 0,-3 0-81 15,-8 0-5-15,-2 0-17 0,0 0 12 0,-2 17-2 16,1-17 13-16,5 22 89 0,-4 0 47 16,-7-9-94-1,-2 18 74-15,0-11-111 0,0 2-23 0,0 1-14 16,-24 2-8-16,24 1-10 0,-24-2-3 15,3 22-5-15,3-13 2 16,18-21 2-16,-10 2 18 0,10-10 0 16,0-4-12-16,0 0-10 15,0 0-3-15,0-27-3 0,22 27 9 16,-22-35-3-16,22 12 0 0,-8-3 2 16,18-32-12-16,0-5-2 15,-16 33 13-15,21-49 21 0,-28 59-10 16,-4 3 5-16,3-10 29 0,-6 19-23 15,-2 2-5-15,0 0-7 0,0 5-9 16,0-1-4-16,0 2 1 0,-19 0-9 16,3 24 23-16,16-24-3 15,-14 43 18-15,1-25-18 0,13 5-2 16,-9-1 4-16,9 0-7 0,0 2-2 16,0-1 3-16,0 19-10 15,27-5-12-15,-2-21-8 0,6 6-151 16,1-10-333-16,-14-9 108 15,20-3-570-15,-19 0 489 0,3-22 20 0,2 22-143 16,-3-31-71-16</inkml:trace>
  <inkml:trace contextRef="#ctx0" brushRef="#br1" timeOffset="-10931.37">11340 16662 3520 0,'-6'0'21'0,"-2"0"173"0,3 0 122 0,0 0 21 0,1 0-60 16,1 0-144-16,3 0-246 15,0 0 86-15,27 0 37 16,-1 0 14-16,-12 0-10 0,25 0-13 15,-20 0-6-15,3 0 12 0,0 0-16 16,-4 0 21-16,0 0 13 0,-3 0-20 16,8 0 48-16,-10-14-7 15,-10 14-34-15,-3-10-54 0,0 10-234 16,0-8-5-16,0 0-401 16,-19 3 365-16,19 3 6 0,0 2-207 0,-12-6-108 15</inkml:trace>
  <inkml:trace contextRef="#ctx0" brushRef="#br1" timeOffset="-10431.89">11711 16415 3628 0,'0'-3'269'15,"-15"0"58"-15,15 3-281 0,0 0-72 16,0 0-19-16,0 0 0 0,0 0 37 16,17 0 65-16,-17 18-20 0,16-18-17 15,-16 0-12-15,23 14-14 0,-1-14 16 16,-11 8-10-16,1-8 25 0,-1 0 1 16,1 0 22-16,-2 0 7 0,4 0 115 15,-8 0-87-15,-1-18 25 0,-4 18-8 16,0 0 2-16,2-16 0 0,1 3 29 15,-4 13-99-15,0-12-13 0,0 12 21 16,0-14 4-16,0 1 71 0,0 6-40 16,0 3 32-16,0 0 16 0,0-1-12 0,0 2-19 15,0 0 32-15,0 2-84 0,0-1-11 16,0 1-16-16,0 1-6 0,0 0-19 16,0 0 2-16,0 0 1 0,0 0 7 15,0 0 4-15,0 0 5 0,0 21 4 16,0 0 1-16,0-7-3 0,0 3 0 15,0 1 1-15,0 1-8 0,0 19 5 16,0-15-7-16,0-3 4 0,0 1-2 16,0 1-1-16,0 16 0 0,0-20-2 0,0-2 0 15,0-1 1-15,0-1-11 0,0-1-58 16,9 10-320-16,-9-11-3 0,7 1-126 16,-7-2-78-16,4-3-69 0,-2 0-180 15</inkml:trace>
  <inkml:trace contextRef="#ctx0" brushRef="#br1" timeOffset="-8881.95">12282 16822 3442 0,'0'0'-33'0,"0"0"0"0,0 0 55 0,0 0 113 0,0 0 69 0,0 0-14 16,15 25 101-16,-15-2-182 0,0-9 29 15,0 1-21-15,0 1 0 0,14 10 30 16,-5-16-89-16,-4 1 10 0,3-3-1 15,-1-3 19-15,0 0 37 0,8-5 110 16,-7 0-117-16,2 0-29 0,-1 0-4 16,1 0 11-16,1-24-15 0,10 2 49 15,-11 22-67-15,-1-23-9 0,1 10-10 16,-4-1 6-16,8-8 15 16,-3 3 3-16,-7 6-28 0,-4 13-26 0,1-6-4 15,-1 6-5-15,0-3-2 0,0 2-2 16,2 0-4-16,-2 1 2 0,0 0-2 15,0 0-2-15,2 0 2 0,4 0 3 16,-3 0 7-16,3 0 2 0,0 22 4 16,2-22 14-16,-1 18 7 0,11 10 45 15,-12-13-48-15,1 3 1 0,-2 3 2 16,1 0 5-16,-1 4 6 0,-2 24 17 16,-3-23-41-16,0 2-9 0,0-1 1 0,0 0-1 15,0 25 7-15,-17-28-12 16,17 1-2-16,0-3 2 0,-24-1-2 15,24-3 4-15,-16 13 3 0,-6-19-4 0,13-3-2 16,-3-2 2-16,-1-2-2 16,2-5-3-16,-16 0 1 0,15 0-3 0,-1-22-3 15,2 22-1-15,-1-29-4 0,-5-13-21 16,9 17 11-16,4-3-3 0,0-1 1 16,3-2-8-16,1-2-16 0,0-24-85 15,25 29 54-15,-25 2 6 0,32 4 7 16,-11 0-14-16,0 2-27 0,29-12-269 15,-25 20 45-15,2 0-154 0,-3 2-90 0,3 0-80 16,18-5-1033-16</inkml:trace>
  <inkml:trace contextRef="#ctx0" brushRef="#br1" timeOffset="-8531.55">12677 16420 4048 0,'-2'-5'75'0,"2"-4"451"0,0 7-212 0,0-6-70 0,0 6-140 0,0 0-53 0,0 2 23 16,22 0 198-16,-22 0-95 0,23 24-20 15,33 25 215-15,-31-27-288 16,-1 3-11-16,1 6 3 0,25 35 91 16,-27-29-79-16,-2 1-13 0,0 7-22 15,-1 1-12-15,-5 1-23 0,8 54 8 16,-16-48-20-16,-3 2-1 0,-2 2-3 16,-2 1-4-16,0 0-9 0,-29 54-103 15,10-56-22-15,-4-1-75 0,-9-1-97 16,-6 1-203-16,-51 49-1074 0,38-57 405 0,-5 3 106 15</inkml:trace>
  <inkml:trace contextRef="#ctx0" brushRef="#br1" timeOffset="-1983.16">8232 16694 3605 0,'-17'0'16'0,"0"0"-16"0,-25-21-23 0,18 2 53 16,2 19 91-16,1-16 66 0,-5 16 10 16,-19-33 92-16,24 24-190 0,-4-3 7 0,1 2-39 15,-1-3 47-15,-2 0-25 16,-26-14 34-16,23 12-102 0,-1 1-12 0,-1 1 30 16,0-4 54-16,1 0 1 0,-35-18 96 15,33 16-154-15,1 0 20 0,2-3-9 16,-1 1-1-16,-33-27 61 0,32 23-58 15,-1 0-2-15,-1 0-8 0,1-1-4 16,1 0-9-16,-28-24 13 0,31 23-33 16,1 1-3-16,2-1-3 0,0 1 4 15,4-1 25-15,-23-26 67 0,26 24-48 16,0 1-21-16,3-2-20 0,2 1-2 16,-9-35-3-16,15 34 2 0,0-4 0 15,2 1 3-15,-2 2 10 0,3 0-9 16,-4-24 9-16,5 29-18 0,2 1 1 0,1 2 4 15,0 3-4-15,1 1 1 0,0-13-2 16,0 16 1-16,0 2-2 0,20 2-1 16,-20-2 0-16,18-11-5 0,3 11 8 15,-9 1-1-15,0-2 1 0,3 0 2 16,-1 0-5-16,13-9 4 0,-14 12-1 16,-3 4-1-16,0 0-2 0,1 0 4 15,-4 2 1-15,5-2 3 0,-8 4-5 16,0 2-2-16,0-1 2 0,-1 1 0 0,0-1 2 15,-2 2 0-15,-1 1 2 16,1-1-2-16,-1 1 1 0,0 0-1 0,0-2-1 16,0 2-1-16,0 0 1 0,0 0-3 15,0 0 2-15,2-1 3 0,-2 1-2 16,0 0-3-16,2-3 0 0,-2 2 2 16,2-4-4-16,1-1 8 0,-1 4-5 15,1-2 2-15,-3 4-2 0,2-4 2 16,-2 4 0-16,0 0 4 0,0-1-5 15,0 1-4-15,0 0 2 0,0 0-4 16,0 0-3-16,0 0 6 0,0 0 0 0,0 0 4 16,0 0-3-16,0 0 3 15,0 0-2-15,0 0 2 0,0 0 1 16,0 0 1-16,0 0 1 0,0 0 4 0,0 0 5 16,0 0-3-16,0 0-5 0,0 0-3 15,-12 0-5-15,12 0-5 0,-12 0 4 16,12 0 4-16,-17-11-5 0,8 11-1 15,-2 0 0-15,-10-9-1 0,8 9 1 16,2 0 4-16,1-7 0 0,-1 7-2 16,0-3 4-16,-10-6-13 0,10 2 10 15,-1 1 1-15,0-3-1 0,1 1 4 16,-14-11-10-16,11 11 12 0,1-2-6 0,-1-2 2 16,-1 2 2-16,1-3 0 0,-12-8 3 15,13 11 0-15,1-1-6 0,0 2 0 16,1-1 4-16,1 1-4 0,-11-7 3 15,12 8-2-15,0 1 3 0,0 3-2 16,2-2 2-16,-5-2 1 0,8 6-1 16,-1 0-1-16,2 0-2 0,1 1-2 15,2 0-4-15,-1 1-8 0,1 0 6 16,0 0 1-16,0 0 1 0,0 0 0 16,0 0 1-16,0 0 3 0,0 0-1 15,20 0 4-15,-20 0 3 0,16 18-2 0,9-4-3 16,-10-14-1-16,0 17 2 0,4-7 2 15,0 3 2-15,3-3-2 0,20 14 0 16,-19-11-1-16,2-2 3 0,1-1 1 16,1 1 0-16,0 0-4 0,24 10-3 15,-21-10 3-15,-1 2 4 0,-1-1 0 16,2 2-4-16,45 35 4 16,-56-33-1-16,12 15-3 0,-19-16-1 15,-4 0 4-15,-1-1 2 0,-3-2 1 16,-1 1 1-16,0 13 2 0,-3-12-12 15,0 0-13-15,0 2-34 0,-25 0-51 16,-4 26-252-16,10-19 58 0,-1 4-96 0,1 1-95 16,1 2-66-16,5-1 62 15,1 26-576-15,2-29 387 0</inkml:trace>
  <inkml:trace contextRef="#ctx0" brushRef="#br1" timeOffset="11298.65">7978 13314 3310 0,'-6'-12'-2'0,"-1"3"27"0,2 5-22 0,0 0 39 15,-1 2 52-15,3 2 32 0,-4 0 80 16,5 0-194-16,0 0-35 0,-1 0 11 16,2 0-12-16,-4 16 24 0,-2 1-22 15,2-5 10-15,-4 7 2 0,-1 3 39 16,1 3 101-16,-3 3 25 0,-11 37 119 16,12-28-250-16,-2 3-40 0,2-1 12 15,0-1 0-15,-4 43 24 0,9-41-30 16,1-1 10-16,-2 0 2 0,5-2 0 15,0-2 13-15,2 31-11 0,0-34-15 0,0-2-1 16,0-2 10-16,0-3-10 0,0 17 8 16,16-12-135-1,-16-11-77-15,0-12 146 0,0-3-20 0,0-3-10 16,0-1-43-16,0 0-134 0,-20-18-867 16,6 18 355-16</inkml:trace>
  <inkml:trace contextRef="#ctx0" brushRef="#br1" timeOffset="11664.71">7503 13924 3356 0,'-10'-2'0'0,"2"2"25"16,-4-1 52-16,6-1-26 0,1 2-4 16,3 0-11-16,-1 0-25 0,0 0 14 15,3 0-5-15,0 0 15 0,0 0-12 16,0 0 20-16,0 0-9 0,0 0-8 15,0 0-35-15,0 0 21 0,0 0-12 16,0 0 23-16,0 0 12 0,15 14 15 16,-15-14-14-16,14 0 22 0,-14 16-24 15,14-8 11-15,4 12 28 0,-9-10 11 16,4 3-29-16,-1 1-3 0,2-2-21 16,-2 3-22-16,15 16 81 0,-13-12-17 0,2 0-27 15,-3 3-11-15,2-2-16 0,0 3-42 16,16 18 46-16,-18-24-13 0,0 0 10 15,-1-5-33-15,4-2 26 0,29-3 44 16,-25-7-37-16,31-19-12 16,51-70-271-1,-13 17-238-15,-39 35 208 0,0-4-308 16,3-2-78-16</inkml:trace>
  <inkml:trace contextRef="#ctx0" brushRef="#br1" timeOffset="13564.2">10342 13254 2947 0,'0'-6'0'0,"0"1"-13"0,0-1 29 0,0-1 24 16,-18 4 43-16,18 1-27 0,0 0 5 15,0 2-13-15,-14 0-48 0,4 0-39 0,-13 49 30 16,-7-5-18 0,12-17 30-16,0 3 178 0,-5 2-30 15,-27 38 146-15,24-35-367 0,3-1 33 16,-1-1-23-16,0-3-25 0,2-4-11 16,-12 20-213-16,21-28-5 0,2-4-212 15,4-4-64-15</inkml:trace>
  <inkml:trace contextRef="#ctx0" brushRef="#br1" timeOffset="13848.13">9887 13497 3006 0,'0'-6'-253'0,"0"6"101"0,0-2-11 0,0 0 147 15,19 0 11-15,-19 2 18 16,14 0 112-16,3 0 19 0,-8 0-57 0,1 0-80 16,0 24 130-16,7 0-120 0,-10-24-27 15,3 31 46-15,-3-12-46 0,-1-2-3 16,1 1 0-16,5 13-393 0,-5-16-79 15,-1-5-186-15</inkml:trace>
  <inkml:trace contextRef="#ctx0" brushRef="#br1" timeOffset="15230.8">13778 16493 3442 0,'-3'6'21'0,"3"-4"98"0,-4-2 72 0,2 0 23 0,-9 0 149 16,8 0-354-16,-2 0 9 0,1 14-36 16,4-14 16-16,0 0-34 15,0 0 43-15,23 0 13 0,-23 0-3 16,27 0 0-16,-7 0 8 0,8-17-20 16,36-1-21-16,-28 18-7 0,4-24-18 15,-2 10-49-15,-2 2-69 0,-1-1-77 16,18-6-227-16,-35 11 260 0,-5 3 54 15,-3 5-76-15,-8 0-289 0,-2 0-59 0</inkml:trace>
  <inkml:trace contextRef="#ctx0" brushRef="#br1" timeOffset="15414.51">13865 16654 3952 0,'-4'7'-14'15,"2"-2"30"-15,-1-1 312 0,3-4-105 16,0 0-38-16,0 0-95 0,0 0-67 15,0 0-39-15,16 0 6 0,-16 0 5 0,20 0 13 16,-3-20-1-16,2 20-3 16,31-20-54-16,-23-4-45 0,7 11-122 15,-1 3-95-15,1-3-85 0,-1 2 5 0,32-9-895 16,-35 8 549-16</inkml:trace>
  <inkml:trace contextRef="#ctx0" brushRef="#br1" timeOffset="18480.5">15146 16179 3409 0,'0'-8'0'0,"0"-1"11"0,12 2 57 15,-12-2 65-15,0-6 211 16,0 9-205-16,0 2-212 0,0 2 42 16,0 2 9-16,0 0 31 0,0 0-9 15,18 0-11-15,1 0 0 0,-19 0 20 16,27 0 13-16,-8 14-22 0,34-3 112 15,-38-11-43-15,2 11 73 0,12 3 209 16,-18-4-128-16,-1 1-52 0,-2 3 10 16,-4 2-1-16,-1 2-53 0,-3 24 25 15,0-18-127-15,0 2-5 0,-29 0-10 16,29-1 0-16,-27 0-2 0,1 18-1 16,26-24-5-16,-23-6 1 0,23 1-5 15,-12-7 7-15,12 1 11 0,0-6 0 16,0-2 4-16,0 0-1 0,0 0-7 15,0 0-7-15,20-22-13 0,-20 22 6 16,24-28 2-16,-5 9 0 0,1-3-1 0,4-3 0 16,28-29 1-16,-27 24 2 0,2 2-1 15,-2-1-2-15,-3 1 3 0,16-20-1 16,-26 27 2-16,0 2-5 0,-4 3 2 16,-3 2 5-16,-1 3-8 0,-3-6 8 15,-1 13 12-15,0 0 10 0,0-2 2 16,0 4-2-16,0-1-12 0,-24 0-9 15,24 3-7-15,-23 0-1 0,23 0 6 16,-20 0-4-16,-6 20 17 0,12-20-7 16,-1 20 3-16,0-20 0 0,1 28 3 15,2-13 0-15,-6 20 20 0,14-17-18 16,2 36 21-16,2-35-34 0,22-1 1 16,-22 1-5-16,31-1-3 15,-13-1 1-15,31 16-13 0,-21-19-24 0,1-1-66 16,1-2-122-16,2-1-183 0,32 2-869 15,-33-11 607-15,2-1-128 0,-2 0 134 16</inkml:trace>
  <inkml:trace contextRef="#ctx0" brushRef="#br1" timeOffset="18980.19">16087 16225 3893 0,'0'6'-23'0,"0"3"142"0,0-9 40 0,0 0-25 16,0 0-55-16,0 0-37 0,0 0-82 15,0 0 31-15,21-18 1 0,-21 18 25 16,18-16-7-16,4-7 1 0,-10 11-26 0,0-3 32 16,1-1 2-16,-2 1 0 0,0-2 25 15,11-17 78-15,-14 19-47 0,-2-1-8 16,1 3 2-16,-4 1 33 0,-1 0 3 16,0-2 150-16,-2 8-106 0,0 1-18 15,0 4-34-15,0-2-44 0,-20 3-46 16,20 0-15-16,-16 0 12 0,16 0 6 15,-23 22 0-15,8-22 8 0,-18 41 46 16,18-25-20-16,-1 4 12 0,3 0-7 16,-2-1-6-16,6 2-11 0,-7 19-8 15,13-20-22-15,-1-1 5 0,3 0 0 0,1-1 0 16,0 16 4-16,21-19-9 0,-21 0-5 16,27-1-3-16,-9-2 6 0,3-2-8 15,30 6-100-15,-20-11-57 0,3-3-131 16,0-2-121-16,3 0-136 0,3 0-19 15,36-20-396-15,-38-9 391 0,-4 11-66 16</inkml:trace>
  <inkml:trace contextRef="#ctx0" brushRef="#br1" timeOffset="19847.13">16452 15561 3417 0,'-1'-7'8'0,"0"1"55"0,-1-2 147 0,0-8 252 0,-1 1-189 16,3 8-234 0,0-5-23-16,0 5-23 0,20 4 101 0,-20-1 42 15,19 1 10-15,10-2 103 0,-11 3-164 16,1 1 8-16,3 1-6 0,42 0 71 16,-45 0-136-16,-1 0 3 15,-2 0 3-15,7 18 99 0,-16-18-61 16,-2 0 11-16,-1 16-12 0,-1-16 7 15,-2 31 79-15,-1-4-64 16,0 6-47-16,-20-17-24 0,20 5 4 16,-20 0 1-16,20 2-3 0,-24-1-7 15,-5 25 3-15,-12 19-10 16,19-32-1-16,13-22 0 0,3-4 0 16,-1-1-3-16,1 0 6 0,4-5-2 15,1-2 15-15,1 0 2 0,0 0-4 16,0 0 1-16,0 0-14 0,0-21-4 15,26 21-6-15,-26-32 6 0,29 8 0 16,-9-2-4-16,24-32 2 0,-19 27-1 16,1 1 2-16,1-1 0 0,-1 4 0 15,20-23 0-15,-29 28 1 0,2 2 2 16,-4 0-3-16,-5 5 0 0,-1 1 0 0,-2-8-2 16,-2 13 1-16,-3 1-1 0,-2 3-3 15,0 0 3-15,0-2-1 16,0 6 9-16,0 1-5 0,0-2-2 0,-18 2-1 15,18 0 0-15,-13 0 7 0,-5 25 3 16,5-25 4-16,-2 28 3 0,0-6 0 16,-2-2-2-16,-23 55 16 15,23-25-17-15,13-25-7 0,2-1-2 16,2 2 1-16,0-1-3 0,0 4-1 16,25 25-1-16,11-27-1 0,-11 1-9 15,4-3-37-15,7-4-60 0,3-1-57 16,53 7-460-16,-39-18 98 0,0-3-143 0,-1-6-299 15,1 0-122-15</inkml:trace>
  <inkml:trace contextRef="#ctx0" brushRef="#br1" timeOffset="22562.51">17919 15693 5824 0,'-14'0'2'0,"5"0"5"0,1 0 49 15,7 0 45-15,-5 0 117 0,6 0-159 16,0-14-41-16,0 14-17 0,31 0-2 15,-11-18 1-15,33-3 2 0,-21 10-2 16,3-2 0-16,2 2-4 0,0 0 0 16,56-15-26-16,-67 20-17 15,23-7-190-15,-28 9 14 0,-4-1-85 16,23-2-1108-16,-33 7 959 16,-1 0 140-16,-6 0 63 0,0 0-870 15</inkml:trace>
  <inkml:trace contextRef="#ctx0" brushRef="#br1" timeOffset="22763.13">17891 15904 5751 0,'-17'5'10'0,"-4"7"201"0,13-11-43 16,3-1 0-16,3 1-64 0,2-1-41 16,30 0-36-16,-30-21-24 15,108 0-3-15,-70-4 0 16,81-8-12-16,-48 14-98 15,-9 9-232-15,-35 3 42 0,17 0-666 16,-24 2 351-16,-5 3 27 0,-2-5 2 16,-4 0-107-16</inkml:trace>
  <inkml:trace contextRef="#ctx0" brushRef="#br1" timeOffset="23046.2">18279 15444 5717 0,'-12'0'2'0,"-13"-21"162"16,14 21 29-16,2-17 41 15,0 17-43-15,2-15-51 0,3 15-72 0,4-8-40 16,0 8-22-16,28 0 6 0,-8 0 5 16,3 0 5-16,7 0 6 0,36 0 44 15,-31 0-30-15,1 25 5 0,-3-25-4 16,-4 31-2-16,17 13 18 0,-31-17-40 15,-4 3-5-15,-7 7-4 0,-4 2-8 16,0 9-1-16,-59 54-23 0,29-42-52 16,-3 2-62-16,-5 4-70 0,-1-2-91 15,-1-1-48-15,-33 57-770 0,37-66 372 0,2-4-307 16,3-6 65-16,0-6 67 16</inkml:trace>
  <inkml:trace contextRef="#ctx0" brushRef="#br1" timeOffset="27562.72">20603 14940 4091 0,'0'-7'0'0,"0"-2"98"0,0 3 107 0,0-1 132 15,-21 0 269-15,21 4-432 0,0 0-77 16,-14 2-35-16,14 1 2 0,0 0 10 16,-12 0 46-16,12 0-69 0,0 0-14 15,0 0-8-15,0 0-4 0,0 0 1 16,-6 0 38-16,2 0-26 0,-1 19-4 0,-3-19-6 15,-3 21-2-15,-13 8 16 16,7-8-23-16,-1 0 5 0,1-2 1 0,-2 6 3 16,1 0 2-16,-14 32 20 0,15-23-22 15,5 2 0-15,-1 0 2 0,3 5-1 16,4 1-4-16,3 46 17 0,3-41-27 16,0 0-2-16,0 2 5 0,25 3-1 15,10 54 16-15,-16-52-25 0,6 4 0 16,1 3-4-16,1 0 0 0,0-1 0 15,21 59-3-15,-27-58 1 0,0-4-3 16,-5-1 1-16,-5 0 6 0,-3-3-5 16,-8 48 6-16,0-49-11 0,-41 0-69 0,10 1-42 15,-10-1-47-15,-58 48-331 16,42-55 103-16,-5 3-201 0,1-11-90 0,0-6-375 16,4-8 8-16</inkml:trace>
  <inkml:trace contextRef="#ctx0" brushRef="#br1" timeOffset="28245.36">21436 15049 4931 0,'-1'-8'3'0,"1"2"-8"0,0 1 72 0,0-9 393 15,-1 7-161-15,0 6-65 0,-1 1-105 16,2 0-64-16,0 0-55 0,0 0-19 16,0 0 5-16,0 0 32 0,0 16 14 15,0-16 10-15,22 34 56 0,-7-17-67 16,-15 5 13-16,22 4-8 0,-12 2-5 15,-1 2-8-15,10 32-12 0,-12-28-16 16,-1 0-3-16,1-4 2 0,-2 2-2 0,2 24-1 16,-5-33 1-16,0 36 8 15,-2-45-5-15,0-2-1 0,0-4 3 16,0-1-3-16,0-4-10 0,-22-1-69 16,22-2 21-16,-19 0-6 0,4 0 12 15,-1-27 2-15,-24-1-29 0,17 10 55 16,-3 2 8-16,-1-2 9 0,0 2 0 15,-1 3 1-15,-26 3-1 0,27 1 0 16,2 9-1-16,0 0 3 0,-1 20 0 16,3-20 0-16,-20 55-6 0,24-33 1 15,0 4 1-15,4-2 1 0,5 1-2 0,6 21-11 16,4-27 13-16,21 0 1 0,-3-4 2 16,7-4 0-16,6-2 1 0,46-5-6 15,-31-4-2-15,3 0-22 0,2-23-46 16,3 23-82-16,0-31-126 0,46-7-696 15,-54 20 364-15,-5-4 35 0,-5 2-162 16,-6 0 11-16</inkml:trace>
  <inkml:trace contextRef="#ctx0" brushRef="#br1" timeOffset="28595.12">20882 16002 3858 0,'-6'3'26'0,"2"-2"171"0,1 3 151 16,2-2 52-16,-4 0 145 0,5-1-469 15,0-1-71-15,0 0-1 0,0 0-3 0,0 0 48 16,29 0 116-16,9-16-74 0,-10 16-25 16,7-18-3-16,3 18-4 0,10-26-11 15,59-3 8-15,-49 15-49 0,3 2-4 16,5-1-4-16,-1 0 0 0,73-7 3 16,-72 11-4-16,4-2-8 0,-2 3-73 15,114-17-731-15,-133 19 276 16,-4 0-19-16,-7 1-43 0,16-4-923 15</inkml:trace>
  <inkml:trace contextRef="#ctx0" brushRef="#br1" timeOffset="29146.22">21557 15959 3663 0,'0'0'94'16,"-2"0"114"-16,2 0 504 0,0 0-388 0,0 0-90 15,0 0-95-15,0 0-59 0,0 0-43 16,0 0 76-16,0 0 10 0,14 0 16 15,-14 0-3-15,0 0-39 0,18 24-26 16,-2 8 34-16,-6-10-61 0,-3 2-15 16,0 2-7-16,-1 1-5 0,1 1-8 15,0 29 1-15,-5-27-9 0,-2-3 4 16,0 0-2-16,0-4-2 0,0 19-1 16,0-25 0-16,0-3 1 0,0-4-3 0,0-3 6 15,0-2 0-15,0 0 13 16,0-5-9-16,0 0-2 0,0 0-6 0,0 0-4 15,0 0-4-15,-17-26-8 0,6 1-1 16,1 8-9-16,-1 1 5 0,0-2 1 16,-19-15 16-16,12 18 5 0,0 3 0 15,-2 5-2-15,1 0 1 0,-2 7 1 16,-18 0-1-16,20 0 1 0,1 0-3 16,3 25-3-16,2-25 5 0,2 28-3 15,-5 20-13-15,13-14-7 16,3-20 2-16,0 1-16 0,26-3-15 15,-26-1-28-15,29-2-39 0,11 2-282 0,-19-7 76 16,2-3-137-16,3-1-55 16,-1 0-68-16,3-19-32 0,25-10-722 0</inkml:trace>
  <inkml:trace contextRef="#ctx0" brushRef="#br1" timeOffset="29595.12">21798 16065 3821 0,'0'0'23'0,"0"0"12"0,0 15 368 0,0-15-187 0,0 0-138 15,0 0 68-15,18 0 43 16,-18 0 25-16,19 0-27 0,6 16 48 0,-11-16-129 16,1 13 1-16,-1-13-8 0,1 13-21 15,-3-13-9-15,11 22 116 0,-14-11-84 16,-3 2-18-16,-5 2-30 0,-1 6-13 15,0 27-6-15,-35-20-25 0,17 4-6 16,-3-1-1-16,1 1 2 0,1-3-4 16,-10 16-5-16,16-27 0 0,13-5-1 15,0-6 4-15,0-2 1 0,0-5 1 16,0 0 3-16,20-30-3 0,-20 13-1 0,31-4-2 16,-10-4-1-16,23-32-2 15,-23 26 0-15,-3-1 5 0,0-3 1 16,-5 3 0-16,0 3 4 0,-4-21 0 0,0 30 6 15,-9 5 4-15,0 5 0 0,0 3-3 16,0 7-3-16,-23 0-2 0,23 19 1 16,-31-19-2-16,13 30-3 0,0-10-4 15,-16 23-5-15,22-21 2 0,12 0 0 16,-10 0 2-16,10-2-3 0,0 0 0 16,33 15-14-16,-16-19 4 0,1 1-18 15,4-5-47-15,-1-1-77 0,4-2-95 16,29 3-741-16,-26-11 299 0,1-1-306 15,4 0-37-15</inkml:trace>
  <inkml:trace contextRef="#ctx0" brushRef="#br1" timeOffset="30711.47">23281 15052 4424 0,'7'-16'97'0,"-2"2"146"0,-5 0 105 0,3-3 57 16,-3 5-56-16,0-9 60 16,0 12-312-16,0 3-33 0,0-1-17 0,-17 2-2 15,17-1 27-15,-18 6-50 0,18 0-7 16,-23 0-3-16,5 27 8 0,-3-7 25 15,-30 41 63-15,21-20-46 0,-4 8-14 16,0 5-9-16,0 3-5 0,-28 66-1 16,38-64-25-16,2 5-4 0,6-1-5 15,7-2-2-15,9-1-2 0,28 49-35 16,-4-59-19-16,8 0-34 0,7-7-38 16,5-5-51-16,6-6-55 0,55 16-688 0,-51-30 192 15,2-8-180-15,0-4-124 16,-3-6 78-16</inkml:trace>
  <inkml:trace contextRef="#ctx0" brushRef="#br1" timeOffset="31244.8">23366 15454 5455 0,'-2'-18'3'0,"-1"18"11"0,1-16 72 16,1 16 26-16,1-21 5 0,0 5 20 0,0 16-126 15,25-15-9-15,-25 15 6 0,29-14-5 16,7 0 11-16,-16 9-10 0,3-1 6 16,-3 4-11-16,1-2 6 0,-2 4-4 15,11 0 20-15,-17 0 11 0,-3 0 28 16,-2 0 23-16,-3 20 5 0,-3-20-8 15,-2 20 15-15,0 8-71 0,0-10-10 16,-28 3-6-16,28 3 0 0,-50 21 0 16,33-21-6-16,-1 0-1 0,1-3-2 0,2-5 4 15,4-1-3-15,-3 4-4 16,14-14 0-16,0-1 3 0,0-4 2 0,0 0 0 16,0 0 0-16,27-28-3 0,-27 28 1 15,33-37-1-15,-9 15 4 0,3-6-5 16,29-30 0-16,-30 28 1 0,-4-1 0 15,0 4 5-15,-3 2-1 0,-6 4 3 16,4-11 40-16,-10 12 99 16,-7 20-126-16,0 0-20 15,-20 0 0-15,20 22 1 0,-20 4 6 16,-3-9-2-16,23 1 0 0,-21 2-7 0,21-1 0 16,-15 0-3-16,15 15-3 0,0-18 5 15,0-2-3-15,32 0-10 16,-14-3-30-16,2-3-39 0,28 4-288 0,-21-7 1 15,2-5-234-15,3 0-103 0,4 0-402 16</inkml:trace>
  <inkml:trace contextRef="#ctx0" brushRef="#br1" timeOffset="31711.46">23735 14996 3945 0,'-11'1'47'0,"-5"1"233"0,8 0 38 0,0-2 41 0,-10 3 345 16,14-2-649-16,1 2-46 0,2-3-3 15,0 0-8-15,1 1-11 0,0-1 6 16,0 0 10-16,30 0 3 0,-11 0 3 16,31-19-9-16,-20 19-1 0,4-18 1 15,1 18 2-15,2-20-1 0,-2 20-3 16,22-17-7-16,-35 3 11 0,-6 14-11 0,-3-8-51 16,-5 8-77-16,-2-5-405 15,-6 3 165-15,0 2 20 0,0 0-15 0,0 0-323 16,-22 0-46-16</inkml:trace>
  <inkml:trace contextRef="#ctx0" brushRef="#br1" timeOffset="34777.63">24498 14574 3830 0,'0'-3'33'0,"-21"0"22"0,5-1 263 0,16 1-60 16,0 1 35-16,-17 2 195 15,17 0-464-15,0 0-11 0,0 0-1 16,0 0-3-16,0 0 32 0,0 0 56 16,0 13 27-16,0 4 149 0,0-17-256 15,14 15-1-15,-14-5 1 0,16 6 12 16,-16-9-24-16,12 0-3 16,-4 1-2-16,3-2 0 0,-3 0-1 0,12 1 0 15,-10-5 1-15,1-2 1 0,1 0 2 16,1 0-4-16,13-19 1 0,-12 19 3 15,0-21 0-15,-1 21 5 0,-3-24-3 16,-4 11 17-16,1-13 93 0,-6 14-34 16,-1-2-4-16,0 3-6 0,0 0-3 15,0-9 87-15,0 15-128 16,-16-1 2-16,16 5-28 16,0 1-9-16,0 0 2 0,0 0-3 0,0 0 4 15,0 0 4-15,0 18 3 16,0 1 4-16,0-19-4 0,0 28-4 0,0-13 2 15,0 1-6-15,0 16-15 0,0-17 0 16,19 1-44-16,-19 0-50 0,0 0-83 16,17-4-118-16,-5 13-616 0,-12-13 412 15,17-2 1-15,-8-1-201 0,-1 1-41 16</inkml:trace>
  <inkml:trace contextRef="#ctx0" brushRef="#br1" timeOffset="35377.53">24859 14987 4754 0,'-2'9'8'0,"2"0"164"0,0-6 76 0,0-2 55 0,0-1-41 0,0 3-59 16,0 1-86-16,0-4-113 0,0 5 0 0,0-3 11 15,0 2 6-15,20 2-1 16,-1 4 6-16,-6-4-18 0,0 1-4 0,2-2 2 16,0 0-1-16,19 1-1 0,-17-6-4 15,-1 0 2-15,0 0-1 0,-3 0 2 16,1 0 0-16,4-23 10 0,-9 5 18 15,-3 18 5-15,-1-22 16 0,-3 22 17 16,1-22-5-16,0 7 78 0,-3 5-68 16,0 10 4-16,0-8-10 0,0 8-11 15,0-7-11-15,0 5-48 0,0 2-5 16,0 0-2-16,0 0 3 0,0 0 3 0,0 23 6 16,0-23-2-16,19 28 12 0,-19-9 3 15,16 3-2-15,-16 6 5 0,19 33-2 16,-2-26 18-16,-17 2-3 0,8-1 3 15,-8 4-8-15,0 40-15 0,0-43-13 16,-22 4 6-16,22-4-4 0,-33-2 1 16,14-2 0-16,-21 20 7 0,20-31-1 15,0-8 0-15,3-4 5 0,2-5 4 16,2-5-8-16,-9 0 1 0,12-28-17 0,-1 11 4 16,4-6-2-16,1-2 0 15,-3-39-14-15,8 29 12 0,1-2-13 16,0-2-32-16,0-1-51 0,26 3-59 0,9-30-330 15,-11 36 109-15,2 1-149 16,5 5-78-16,2 0-424 0,2 4-25 0</inkml:trace>
  <inkml:trace contextRef="#ctx0" brushRef="#br1" timeOffset="35661.82">25397 14502 5589 0,'-14'-12'33'0,"10"0"71"0,1-8 146 0,1 11-158 0,2 6-63 0,34-2 86 16,-12 5-52-16,5 0-4 15,5 23-6-15,40 3 71 0,-33-8-75 16,2 3-10-16,0 5-16 0,-5 2-2 15,-1 4-5-15,22 37 15 0,-34-26-27 16,-4 2 0-16,-9 8-4 0,-6 5 14 16,-4 5-3-16,-25 75-2 0,5-63-54 15,-5 0-58-15,-4 3-83 0,-76 128-1180 16,67-145 645-16</inkml:trace>
  <inkml:trace contextRef="#ctx0" brushRef="#br1" timeOffset="36293.66">26883 14843 4755 0,'-10'9'20'0,"2"-9"70"0,-3 2 578 0,5-2-362 16,6 0-242-16,0 0-39 0,0 0-21 15,0 0-1-15,27 0-1 0,6 0 5 16,-11 0-5-16,7 0-6 0,1-22 3 16,-1 22-4-16,6-14-4 0,28 2-145 15,-33 12-111-15,-5-11-168 0,-3 11-80 16,-3 0-86-16,14-9-955 0</inkml:trace>
  <inkml:trace contextRef="#ctx0" brushRef="#br1" timeOffset="36477.27">27043 15008 4803 0,'-19'13'54'0,"-14"7"290"16,20-15-64-16,0-1-11 0,1-2-77 15,-6 7-10-15,18-7-186 16,0-1 7-16,0-1-2 0,54 0-4 16,-27 0-1-16,6-24-11 0,10 24-47 0,100-61-642 15,-97 43 279 1,1 2-16-16,41-18-665 0,-53 16 377 0,-3 5-95 15</inkml:trace>
  <inkml:trace contextRef="#ctx0" brushRef="#br1" timeOffset="38060.62">28416 14223 3861 0,'4'-7'52'0,"3"-1"38"0,-3-1 94 0,-2 3 145 0,2 2 31 16,-3-7 259-16,-1 7-437 0,0 1-65 15,0-2-23-15,0 3 6 16,0-9 158-16,0 7-201 0,-14-1 16 16,14 4-36-16,0 1-2 0,0-2-6 15,0 2 6-15,0-1-9 0,-8 1 20 16,-5 0-12-16,-11 18-9 15,10 5-12-15,-5-6 1 0,1 1 2 16,-2 3 9-16,-16 22 21 0,19-20-25 16,4 4 5-16,2-2-4 0,1 2 3 15,0 3-5-15,3 28 10 0,5-26-16 0,2-1-1 16,0 2-3-16,0 0-2 0,19 0-2 16,5 33 5-16,-24-31-10 0,27-2 0 15,-10 2-6-15,-3-3 6 0,19 33 1 16,-18-32 1-16,0 0 12 0,-2 0-2 15,-1 3 5-15,-2-4-3 0,3 37-18 16,-13-32-5-16,0-1-8 0,0 0-53 16,-30 0-51-16,6 0-59 0,-39 32-314 15,25-35 206-15,0-1-75 0,-2-7-87 16,3-2-126-16,-24 6-515 0,41-23 556 16,2-4-55-16,4-2-52 0</inkml:trace>
  <inkml:trace contextRef="#ctx0" brushRef="#br1" timeOffset="38694.28">28667 14641 4450 0,'0'-9'29'0,"0"-11"199"0,0 10-12 0,0 1 52 16,0 3-33-16,0 0-59 0,15-3-44 16,-15 5-135-16,18 1 4 0,-7-3 4 15,2 3 2-15,0-2 4 0,22-7 79 16,-14 9-41-16,2-3-2 0,-2 2-21 15,-1 2 9-15,-3 0 1 0,20 2 46 16,-24 0-38-16,0 0 20 0,-3 0 28 16,-3 19 18-16,-2-19-8 0,-2 39 40 0,-3-19-110 15,0 5-10-15,-33 4-7 0,12 1-5 16,-30 36 1-16,22-33-11 0,-2-1 1 16,4-2-2-16,4-3 1 0,6-5-2 15,-9 11-11-15,18-22 7 0,8-4 1 16,0-3 5-16,0-4 0 0,0 0 0 15,18-22-4-15,-18 22 2 0,30-36-1 16,-10 16-2-16,5-6 1 0,31-33-8 16,-27 25 4-16,2 0-3 0,-1 0 1 15,1-2 3-15,-3 3 2 0,19-30 5 0,-29 37 2 16,-3 2 3-16,-5 7-1 0,-4 3 12 16,-4-2 11-16,-2 13-18 0,0 0-11 15,0 3 0-15,-29 0 1 0,29 0-1 16,-27 19 0-16,-5 2 1 0,18-21 3 15,2 26-2-15,0-11-1 0,-3 19-6 16,15-1 9-16,0 4-2 16,0-17-2-16,0-2-2 0,0 1-2 15,0 4-7-15,21-3-13 0,-5 20-154 16,-16-19-21-16,20-6-156 0,-7-1-120 16,2-2-122-16,22-3-919 0,-16-9 672 0</inkml:trace>
  <inkml:trace contextRef="#ctx0" brushRef="#br1" timeOffset="39109.96">29279 14599 5312 0,'-9'13'3'0,"1"-3"10"0,3 0 67 0,2-3 72 0,1-5 15 16,2 5 77-16,0-4-215 0,0-2-20 15,22-1-6-15,-22 0 3 0,33 0-3 16,12-20 1-16,-17-3-7 0,0 7 5 16,0-1-2-16,-1-1 2 0,-4-1 1 15,34-42 130-15,-37 22 32 16,-16 21-75-16,-2-1-14 0,-2 4-13 15,0 2-20-15,0 1-19 0,-30-4 18 16,-4 16-16-16,11 0 8 0,-5 0 0 0,-2 26 3 16,0-8-3-16,-56 53 66 15,42-20-64-15,30-26-30 0,1 0-4 16,4 46-9-16,9-48 7 16,0 0 0-16,28 0-1 0,-9-4-2 15,31 15-16-15,-21-18-11 0,5-1-51 16,1-4-54-16,1 0-78 0,36-1-569 15,-37-8 207-15,-2-2-92 0,3 0-272 16,-4 0-17-16</inkml:trace>
  <inkml:trace contextRef="#ctx0" brushRef="#br1" timeOffset="40193.69">29487 13940 5010 0,'-12'0'101'0,"2"0"105"0,-6 0 279 0,11 0-339 0,3 0-90 0,1 0-50 16,1 0-12-16,0 0 0 0,0 0 6 16,0 0 9-16,20 0-5 0,-20 0 2 15,20 0-3-15,4 15-10 16,-3-15 4-16,-21 0-1 0,11 0 9 15,-11 0-3-15,0 0-3 0,0 0 13 0,0 0-4 16,0 0 0-16,0 0 0 0,0 0-9 16,0 0-6-16,0 0 2 15,0 0 4-15,0 0-3 0,0 0-6 16,0 0 2-16,0 0-4 0,0 0 8 16,0 0 1-16,0 0 3 15,0 0 6-15,0 0-4 0,0 0 6 16,0 0 0-16,0 0 5 15,0 0-1-15,0 0-2 16,0 0-12-16,0 0-2 0,0 0 1 16,0-14 9-1,0 14-5-15,0 0-5 0,0 0 2 0,0-10 1 16,-13 10 4-16,13-9-1 16,0 1-5-16,0 4 3 0,0 2 3 15,0-3-8-15,0-4-2 16,0 6 6-16,0-1 2 0,0 0-1 15,18 0-2-15,-18-5-6 0,20 4 8 16,-20-1 0-16,18 2 4 0,-6-1-1 16,-3 2-2-16,4-1 2 0,-2 2 0 15,2 0 3-15,3 0-2 0,-2 1 1 16,16 1 1-16,3 0-2 16,-17 0-1-16,-1 0-2 0,-1 0 1 15,-1 17-1-15,-1-17-3 0,-3 0 11 0,-2 13 15 16,0-13 15-16,0 14 13 0,-1 2 43 15,-3 3-20-15,-3-7-37 16,0 0 4-16,0 2-5 0,-23 20 37 16,-5 9-40-16,10-18-29 15,-5 0 0-15,2 0 0 0,0-2-5 16,1-1-1-16,1-1 4 0,4-5-2 16,-2-1 1-16,7-3 4 0,4-5 8 15,1 2 71-15,-1-9-41 0,6 0-14 16,0 0-24-16,0 0-16 0,22-31 4 15,-22 31 0-15,30-33 2 0,-11 10 4 0,5 0-4 16,0-4 0-16,6-1 6 0,32-29-3 16,-32 27 0-16,1 1 0 0,-2 2-3 15,0-1 4-15,-3 0 2 0,-3 3-4 16,-5 3 5-16,-2 0-4 0,-5 4 3 16,-3 3 2-16,1-8-4 15,-8 10-1-15,-1 8 0 0,0 4-4 16,0 1 3-16,0 0 1 0,0 0 0 15,0 0 4-15,-19 27 0 0,19-27 1 16,-30 83 14-16,30-57-16 16,-14 3 0-16,14-1 0 0,0 0-2 0,0 1-2 15,0-3-2-15,0 30-21 0,31-5-136 16,-2-27-23-16,-12 0-144 16,51 32-2118-1</inkml:trace>
  <inkml:trace contextRef="#ctx0" brushRef="#br1" timeOffset="42676.35">30645 13812 4760 0,'0'-13'119'0,"0"1"106"0,0 2 60 0,0-7 206 16,0 10-342-16,0 7-150 0,0-1-4 16,0 1-2-16,0 0 5 0,0 0 51 15,0 0 11-15,0 20 9 0,0-20 12 16,0 27-31-16,23-4 1 0,4 30 56 16,-15-20-68-16,2 36-6 15,5-34-32-15,-19 0 0 0,15 34 6 16,-9-2 0-16,-6-42-3 15,0 20 6 1,0-4 7-16,0-33 9 0,0-4 4 16,0-1-6-16,-18-1 2 0,0-2-23 15,-11 0-5-15,11 0-2 16,-4-18 4-16,1 18 2 0,-2 0-2 0,-1-19 5 16,3 19-2-16,1-14-5 0,2 14 0 15,1 0-2-15,-13 0 6 16,4 0 5-16,16 29-2 0,-1-29-1 15,4 27-8-15,-1 6-4 16,8 1 2-16,20-20 6 0,-20-2 0 16,41-2-1-1,169 0-323-15,-171-28 89 16,-2 18-115-16,-5-20-272 0,2 20-356 16,0-31-227-16</inkml:trace>
  <inkml:trace contextRef="#ctx0" brushRef="#br1" timeOffset="43160.11">31027 13953 4354 0,'0'-4'24'0,"0"1"94"0,0-2 88 0,24-3 275 15,-1 2-267-15,-8 3-132 16,5 3 4-16,1-2 6 0,-1 2 4 15,24 0 19-15,-5 18 1 16,-23-18-44-16,-4 15 10 0,-2-15 14 16,-2 20 14-16,-5-6 4 0,-3 1-29 0,0 5-12 15,0 2-14-15,-32 1-30 0,13 4-6 16,-25 26 9-16,0-1-11 16,25-31-19-16,2-3 1 0,5 8 0 15,-3-9 5-15,15-14 20 16,0-3-21-16,0 0-8 15,26-27-5-15,-26 27 6 0,37-34-4 16,-13 13 6-16,5-4-1 0,1-2-5 16,1-3 4-16,32-33-10 0,-5 1 6 15,-36 33 3-15,-3 4 8 16,-3 3 17-16,-5 3 24 0,-4 6 14 0,-4 6-2 16,-1 0-23-16,-2 6-22 15,-48 67-3 1,24-22-17-16,7 6 6 15,17-25 0-15,0 3 0 0,36-1-12 16,59 42-103-16,-57-53-15 16,6 1-71-16,2-3-151 0,5-4-234 15,0-3-320-15,2-7-363 0,-2 0-224 16</inkml:trace>
  <inkml:trace contextRef="#ctx0" brushRef="#br1" timeOffset="44142.78">20439 17706 3981 0,'-2'2'-11'0,"1"-2"22"0,1 0 30 16,0 0 79-16,0 0 23 0,0-19 68 0,20 19-199 15,-20 0-3-15,0 0 18 16,0 0 61-16,17-10 140 0,0 10-151 0,-4-9-48 16,3 9-34-16,6-15 14 0,124-45-22 15,-116 46 1 1,2 0 4-16,-2 2-6 0,22-12-71 15,-27 15-63-15,-3-1-79 0,0 3-47 16,-5 2 43-16,-3 4 54 0,3 1-114 16,-13 0 12-16,-4 0-297 0</inkml:trace>
  <inkml:trace contextRef="#ctx0" brushRef="#br1" timeOffset="44276.37">20725 17749 3754 0,'-58'47'46'0,"48"-38"-37"0,1-2-9 16,5 2 14-16,4-7-2 0,0-2-21 15,35 0-15-15,-9 0 26 0,9-28-13 16,8 12 11-16,61-27 37 16,16-7-37-16,-60 25-83 0,52-19-805 15</inkml:trace>
  <inkml:trace contextRef="#ctx0" brushRef="#br1" timeOffset="47108.73">21754 14929 4076 0,'0'-4'-6'0,"0"0"86"0,0 3 73 0,0-1 124 0,0 0 407 16,0 2-97 0,-17 0-495-16,5 20-75 15,-6-4-8-15,4-6 4 0,-1 7-3 16,-4 1 0-16,-27 30 11 0,21-21-15 16,-4 5-8-16,-3 1-5 0,-3 4-5 15,-3 1-6-15,-96 93-274 0,87-87 19 16,-52 48-682-16,52-50 355 15,3-2 46-15,4-3-100 0,4-4 4 0</inkml:trace>
  <inkml:trace contextRef="#ctx0" brushRef="#br1" timeOffset="47392.45">21679 15804 2824 0,'3'-15'-181'0,"-2"15"-277"0</inkml:trace>
  <inkml:trace contextRef="#ctx0" brushRef="#br1" timeOffset="47875.51">21879 15860 4707 0,'10'-31'2'0,"-2"1"43"0,-3 6 101 0,0 0 83 15,-3 4 0-15,3-3 36 0,-3 16-245 16,-2 4-28-16,0 3-9 0,0 0 3 16,-51 22-8-16,25 14 6 15,-81 56-128-15,60-54 57 0,-4 5-33 16,-4 5-47-16,-8 4-91 0,-4 3-116 15,-75 65-475-15,64-57 511 0,1 3 59 0,1 0-241 16,1-3-82-16</inkml:trace>
  <inkml:trace contextRef="#ctx0" brushRef="#br1" timeOffset="48258.77">20972 15033 4140 0,'15'-11'-3'0,"-7"1"-17"0,-5 3 20 16,-3 3 23-16,-32 4 48 0,12 0-38 0,-4 22-47 15,-3-22-17-15,-5 42-16 16,-35 22 39-16,28-25 10 0,-2 7 12 0,-3 6-37 15,-4 6 15-15,0 5-11 0,-48 68-332 16,47-61 127-16,2 1-35 0,2 1 34 16,5-4-271-16</inkml:trace>
  <inkml:trace contextRef="#ctx0" brushRef="#br1" timeOffset="50425.39">22919 17458 3247 0,'-7'-10'37'0,"2"10"32"0,1-11 39 0,2 11 5 0,0-10 33 16,2 6-66-16,0-5-12 0,0 6-57 15,19-6 14-15,-19 1 49 0,27-3 7 16,6-14 237-16,-12 14-174 0,-1-2 10 16,3 1-46-16,-2 2-13 0,1 2-15 15,15-4 35-15,-22 9-69 0,1 1 3 16,-4 2 10-16,-1 0 29 0,-2 0 15 15,6 22 94-15,-10-22-119 0,0 25-9 16,-2-8-11-16,0 5-10 0,-2 21 4 0,-1-19-33 16,0 3-2-16,0-1-1 15,0 0-6-15,-18-1 2 0,18 20-1 0,-19-25-3 16,19-2-6-16,0-7 3 0,-16-1 7 16,16 1 49-16,0-9 17 15,0-2-56-15,0 0-6 0,0 0-17 16,0-18-4-16,0 18 3 0,0-31-2 15,23 8 9-15,2-35-4 16,6-11 0-16,-14 32-2 0,2 0-4 16,15-27 7-16,-20 38 0 0,-1 0 5 15,-3 6-3-15,-3 4 1 0,0 4-4 16,-5 5-4-16,-2-2 7 0,0 7 54 16,0 2-31-16,-22 0-13 15,22 0-15-15,-17 0 0 0,17 24 0 0,-19-24 1 16,7 24 1-16,0-9 5 0,-11 25 8 15,5 7 1-15,9-22-13 16,0 23 0-16,7-23-3 0,2-3-3 16,0 0 2-16,0-2-2 0,26-1-1 15,-26 0-12-15,59 12-159 16,-6-12-381-16,-22-16 93 0,33-3-609 16,0-18-509-16</inkml:trace>
  <inkml:trace contextRef="#ctx0" brushRef="#br1" timeOffset="50791.53">23395 17036 3522 0,'-7'0'0'0,"1"0"47"0,0 0 129 0,1 0 147 0,-2 0 335 0,5 0-486 0,-1 0-135 16,3 0-61-16,0 0 6 0,0 0 11 16,0 0 55-16,0 0 23 0,21 0 26 15,-21 0 16-15,22 0-31 0,-5 0-22 16,22 0-2-16,5-18-41 15,-3 18-17-15,-21-17-7 0,-3 17 2 16,-3 0-11-16,-1 0-7 0,4 0-285 16,-9 0-11-16,-2 0-136 0,-4 0 17 0,0 0 38 15,-2 0-185-15,0 0-548 16</inkml:trace>
  <inkml:trace contextRef="#ctx0" brushRef="#br1" timeOffset="51242.1">23827 16698 4222 0,'0'0'10'0,"0"0"79"0,0 0 306 16,0 0-218-16,0 0-66 0,0 0-108 0,0 0-3 15,0 0 16-15,0 18 40 0,0-18-19 16,0 0-14-16,18 20 7 0,-18-20-24 16,16 15 34-16,4 1-36 0,-20-16 7 15,23 12-6-15,-9-12-7 0,-2 7 10 16,14-7-14-16,-15 0 8 0,1 0 0 16,-2 0 13-16,1 0-8 0,-2-20 12 15,5 2-11-15,-9 18 63 0,-1-26 13 16,2 13 40-16,-4 2 18 0,1-10 60 15,-3 13-141-15,0 0 28 0,0 1-19 0,0 1 15 16,0 1 3-16,0-3-1 16,0 4-74-16,0 3-11 0,0 0-2 0,0 1-2 15,0 0-1-15,0 0-7 0,0 0 4 16,0 0 5-16,0 0 3 0,0 0 2 16,0 22 1-16,0 1-6 0,0-6 3 15,0 43 2-15,17-36-4 16,-17 0-6-16,17 1 2 0,-6 1-27 15,12 23-288-15,-10-25-60 0,1 1-228 16,0-5-90-16,3-1-352 0</inkml:trace>
  <inkml:trace contextRef="#ctx0" brushRef="#br1" timeOffset="51858.27">24392 17109 5380 0,'0'0'-9'0,"0"8"-1"0,0-8-2 0,0 0 53 0,0 0 44 0,17 0 4 0,-17 0-9 16,14 0-35-16,-2 0 13 0,15 0 57 15,-9 0-65-15,-3 0-40 0,-1 0 0 16,1 0 3-16,12-18 30 0,-16 18-3 15,1-12 10-15,-3 12 7 0,-1-17-2 16,2 17-2-16,5-26 37 0,-8 18-36 16,-2-2 0-16,-1 3 3 0,-1 0 2 15,2-5 69-15,-4 10-54 0,-1-1 7 16,0 0 5-16,0 3 4 0,0 0 2 16,0 0 48-16,0 0-97 0,0 0-24 15,0 0-10-15,0 0-6 0,0 0-6 0,0 0-3 16,0 0 6-16,0 14 4 0,0-14 3 15,0 23 7-15,0-7 0 0,0 29 19 16,0-18-23-16,25 5 1 0,-25 3-8 16,24 2 0-16,6 42-7 0,-14-39 0 15,1 1 2-15,1 3-4 0,3-1 11 16,-3 1-6-16,17 33-3 0,-20-39 4 16,0-1-3-16,-4-3 1 0,-2-3 3 15,-5-5-5-15,1 18 2 0,-5-26 0 16,0-2 4-16,0-3 0 0,-22-3-2 15,-3 4-2-15,10-10 2 0,-4-1-1 16,-1-3 1-16,-1 0 1 0,0 0-1 0,-19 0-3 16,19-23-1-16,4 23 1 0,3-30-4 15,1 12-2-15,0-7-13 0,-5-32-42 16,10 22 23-16,3 0-1 0,3-5-4 16,0 2-19-16,2-37-102 0,0 40 50 15,0 0-31-15,25 4-37 0,-25 1-96 16,30 2-140-16,12-24-892 0,-18 27 531 15,6 0-134-15,1 2 188 0</inkml:trace>
  <inkml:trace contextRef="#ctx0" brushRef="#br1" timeOffset="52774.44">20977 17236 3154 0,'-15'-12'15'0,"-3"4"0"0,-1-2 27 16,2 3 108-16,-4 2 41 0,-19 0 227 16,21 3-243-16,1 1-8 0,-1-1 58 0,4 1 44 15,-10-2 230-15,17 2-356 0,0-1-67 16,3 1-55-16,3 0-8 0,1 1-8 15,1 0 45-15,0 0-2 0,0 0 18 16,21 20 2-16,-21-20-7 0,26 22-14 16,11 9 64-16,-11-14-50 0,3 1-1 15,7 1-18-15,3 1-8 0,53 21-15 16,-40-20-12-16,3-1-1 0,3-1 0 16,0 0 0-16,-1 1-3 0,45 16 12 15,-55-16 8-15,-6-1 6 0,-7 3 11 16,-5 0 6-16,-9 3-7 0,-6 0-4 0,-6 36-3 15,-8-27-30-15,-23 4-6 0,0 4-2 16,-7 6-4-16,-7 0-35 0,-5 5-58 16,-50 54-364-16,44-55 53 0,3-1-116 15,0-2-1-15,7-1-376 0</inkml:trace>
  <inkml:trace contextRef="#ctx0" brushRef="#br1" timeOffset="53591.77">26099 16664 4433 0,'-22'12'-11'0,"0"-1"16"0,3 1 143 0,2-3 107 16,-12 6 309-16,18-8-419 0,3-1-89 0,2-2-44 16,5-2 3-16,1-1 30 0,0-1-28 15,30 0-3-15,-10 0-2 16,4 0-11-16,5-25 5 0,42-7-7 0,-31 13-3 16,2-2 0-16,-1-2-27 0,-3 1-154 15,-2 4-206-15,18-11-917 0,-33 17 422 16,-8 5 117-16,-6 7 34 0</inkml:trace>
  <inkml:trace contextRef="#ctx0" brushRef="#br1" timeOffset="53741.22">26138 16886 5569 0,'-12'20'1'16,"1"-3"32"-16,3-7 65 0,5-2 114 16,3-8-129-16,0 0-50 0,0 0-12 15,26 0-2-15,15-26-5 0,-13 26-12 16,8-31-8-16,8 9-1 0,3-4-81 15,4-2-181-15,58-33-978 0,-51 25 141 16,-1-2-34-16</inkml:trace>
  <inkml:trace contextRef="#ctx0" brushRef="#br1" timeOffset="58040.59">25481 10094 5643 0,'-22'-29'7'0,"22"15"13"0,-31 1 87 0,11 1 61 0,-1 3 37 16,-1 1-5-16,-16 3 1 0,20 5-162 15,-2 0-23-15,4 0-7 0,-2 20 1 0,3-20 2 16,-11 44 20-16,12-24-19 0,4 2-8 15,1 4-1-15,0 1-2 0,5 2 4 16,1 30 11-16,3-28-8 0,0 2-2 16,0 1 0-16,18-1 5 0,11 36 24 15,-9-31-18-15,3 3-2 0,4-1-7 16,2 2 0-16,3 1-2 0,35 40 2 16,-33-40-4-16,-1 1-3 0,-4-3 1 0,-4 0 0 15,-4 2 0-15,-2 36 7 0,-19-40-7 16,0 2-6-16,-33-3-8 15,4 4-6-15,-50 31-117 0,31-39 27 0,-5-2-35 16,1-3-7-16,1-7-35 0,6-7-68 16,-29-4-567-16,46-11 208 0,11 0-28 15,5-40 64-15,12 12-183 0,0-6 80 16</inkml:trace>
  <inkml:trace contextRef="#ctx0" brushRef="#br1" timeOffset="58440.46">25587 10496 5365 0,'0'-10'75'0,"0"6"-18"0,0 3 49 16,0-1 33-16,0 2 13 0,0 0-7 16,0 21 28-16,0-21-133 0,0 26-10 15,0-9 0-15,0 2-4 0,0 2-1 16,18 14 5-16,-18-19-24 0,29-3-3 15,-11-3-2-15,3 0 2 0,19-2 1 16,-19-8-2-16,-1 0 1 0,2 0-1 16,-4 0-2-16,-2-22 0 0,32-18 1 15,-36 24-1-15,9-21 2 16,-15 19 2-16,-1-3 1 0,-1 1 16 0,-2 0 28 16,0-14 121-16,-1 19-77 0,-1 5-27 15,0 3-27-15,0 3-19 0,0 1-18 16,0 2-11-16,0 1 6 0,0 0 2 15,0 0 1-15,0 0-2 0,0 23 2 16,0-6 0-16,0-17 0 0,22 22 0 16,-22-10 1-16,17-2-2 0,4 10-6 15,-21-12-2-15,21 3-15 0,-10-3-55 16,2 3-49-16,-2-3-69 0,14 5-411 16,-12-7 134-16,-1 0-140 0,1-5-61 0,3 0-218 15,0-1 16-15</inkml:trace>
  <inkml:trace contextRef="#ctx0" brushRef="#br1" timeOffset="58774.35">26149 10283 4564 0,'0'-7'58'0,"0"-1"67"16,-9 4 17-16,9-4 384 15,0 8-381-15,0 0 6 0,0 0 146 16,0 20-159-16,0-20-39 0,23 17-15 0,-23-17-18 15,21 19-11-15,4-7 1 16,-11 10-43-16,2-11-2 0,2 1 1 0,-3 3-2 16,4 0-3-16,16 10 6 0,-17-14-13 15,2-1-2-15,-7 1 1 0,1-5 1 16,5 4 38-16,-13-7-3 0,-3-2 23 16,3 1-3-16,-4-2-7 0,0 0-12 15,3-19-18-15,-3 19-17 0,3-22-2 16,-2 5 0-16,1 0-2 0,0-2 3 15,1-16-9-15,-1 17 6 0,-2-1-8 16,-2 4-20-16,2-1-53 0,-2-9-286 16,0 13 44-16,0 2-159 0,0 0-138 0,2 1-153 15,6 0-273-15</inkml:trace>
  <inkml:trace contextRef="#ctx0" brushRef="#br1" timeOffset="59242.26">26957 9718 5817 0,'0'-2'22'0,"0"1"17"0,-11 0 32 15,11 1 37-15,0-3 79 16,-8 3-109-16,8 0-18 0,0 0 10 0,0 29 0 15,0-29-20-15,0 60-1 0,21-34-36 16,-21 4-5-16,17 0-6 0,-17-1 1 16,33 28-1-16,-10-5 0 15,2-9-1-15,-15-25 0 0,-3-3 1 16,0-3-1-16,-3 0 1 0,1-5 2 16,-2 1 8-16,-3-6-6 0,0-2 2 15,0 0-5-15,0 0-3 0,0 0 1 0,-28-23-3 16,-48 4-3-1,25 19 4-15,24-14 2 0,-1 14-2 16,1 0 3-16,-27 0 0 0,33 19 0 16,-2-19 1-16,4 22-2 15,-19 19 2-15,32-26-3 0,2 2-1 16,4-1 1-16,0 36-5 16,27-25 2-16,-27-14 4 0,23-5-3 15,-8-1-1-15,2-3 1 0,3-2-8 16,25-2-71-16,-18 0-20 0,2 0-70 15,3-21-108-15,4 21-198 0,0-33-194 16,40-15-1095-16,-36 19 866 0,-3-1 152 0</inkml:trace>
  <inkml:trace contextRef="#ctx0" brushRef="#br1" timeOffset="59690.26">27288 9907 3706 0,'-14'19'43'0,"14"-8"768"0,0-11-619 0,0 0-30 16,0 8-19-16,0-8 59 0,18 8 34 0,4 1 145 16,-22-5-244-1,53 6 117-15,-40-5-193 0,18 2 67 16,-24-4-85-16,9 9 173 16,-16-6-137-16,0 3-9 0,0 1-11 15,0 5-10-15,-23 18-1 0,23-14-38 16,-25 2-9-16,25-1 2 0,-25-1-2 15,3 25-4-15,8-35-2 16,14-2 2-16,0-1-2 0,0-6 5 16,0 0 1-16,0 0 1 0,0-20 0 15,23-6-7-15,11 8 2 0,-11-2 1 16,4-4 2-16,2-3-3 0,0-1 1 16,25-29 2-16,-30 30 1 0,-1-2 1 15,-3 4 1-15,-7 4 3 0,-2 1 11 0,-1-5 85 16,-8 17-55-16,-2 5-7 0,0 3-22 15,-20 0 6-15,-11 20 49 0,10 11-44 16,4-10-10-16,-4 1-13 0,3 3-6 16,4 2-1-16,14 22-1 0,0-24 2 15,0-2-7-15,32-2 2 0,2-2 0 16,11-1-49-16,65 3-253 0,-45-14 17 16,5-3-141-16,4-4-249 0,-1 0-366 15</inkml:trace>
  <inkml:trace contextRef="#ctx0" brushRef="#br1" timeOffset="63090.42">27218 16579 3522 0,'-6'0'136'0,"4"0"119"0,-2 0 108 16,2 0-12-16,0-15-85 0,0 15-84 15,2 0-199-15,0 0 4 0,0 0 1 16,0-9 14-16,20 9 2 0,1 0-7 15,-21 0-1-15,24-6 10 0,-10 6 13 16,-1 0 56-16,-1 0 34 0,9 0 127 0,-11 0-122 16,-1 22-12-16,-2-22 12 0,-1 22-19 15,4 8 56-15,-8-12-100 0,-2 3-22 16,0 6-16-16,-25 57 3 16,25-55-14-16,-27 2 1 0,10-1-1 15,-16 24 3-15,20-32-3 0,-3-3 0 16,5-2 2-16,2-5 16 0,-3 2 46 15,12-11-34-15,0-3-15 0,0 0-14 16,0 0-6-16,0-24 0 0,25-9-5 16,7 9 7-16,-9-5 1 0,56-74-4 15,-54 67 2-15,2 2 3 0,-1-4 1 16,21-32-4-16,-29 40 3 0,-2 3-1 16,-1 0 3-16,-5 2-5 0,-4 5-3 15,1-16 4-15,-7 29 2 16,0 2-7-16,-27 5 2 0,27 0 1 15,-25 0 0-15,10 20 2 0,-4-20-2 16,-14 42 4-16,17-26-2 0,0 3 3 16,5 2-4-16,0-1 3 0,2 18-1 15,4-20-2-15,5 0 3 0,0 1 0 16,0 0-2-16,0-1 2 0,30 12-11 16,1-14-1-16,-10-1-22 0,1-3-52 15,5-3-73-15,2-3-140 0,65 0-1451 16,-29-6 278-16,-36-29 734 0</inkml:trace>
  <inkml:trace contextRef="#ctx0" brushRef="#br1" timeOffset="63506.3">27822 16629 3384 0,'-6'17'55'0,"-2"-9"15"0,8-2 54 0,-3-6 24 0,2 4 0 16,1 0-20-16,0-1 98 0,0-3-17 15,18 0 36-15,-18 0-19 0,25 0-41 16,6-23-66-16,-12-2-48 0,0 7-16 16,3-3 16-16,2-1-12 0,34-42 63 15,-41 42-56-15,0 2 8 16,3-12 109-16,-16 19-75 0,-3 3-3 15,-1 3-41-15,-23-4-13 16,23 11-52-16,-32 0-2 0,-10 26 5 0,15-26 4 16,0 31 7-16,-2-12 4 15,0 3 3-15,4 1 4 0,-17 24 10 0,23-24-25 16,6 1-2-16,5-2 1 0,4 0-3 16,4 0-2-16,0 18-3 0,25-21-1 15,-25-4 6-15,81 26-3 16,-56-34-9-16,4-2-14 0,0-3-47 15,38-2-282-15,-35 0 19 0,2-24-180 16,4 24-97-16,0-29-67 0,-3 9-175 16,28-26-626-16</inkml:trace>
  <inkml:trace contextRef="#ctx0" brushRef="#br1" timeOffset="64089.54">28093 16036 3797 0,'0'-5'12'0,"21"1"-12"0,-21-5 308 0,23 4-71 0,-23 0-2 15,49-10 196-15,-33 11-283 16,-1 0-24-16,1-1-42 0,14-2 51 15,-18 5-61-15,3 2 3 0,-2 0-17 0,0 0-19 16,1 0-13-16,9 0 73 0,-14 22-36 16,-3-22 14-16,2 22-1 0,-5-7-4 15,0 3-4-15,-3 17 17 0,0-13-61 16,-20 2-7-16,20-2-4 0,-23 1-4 16,23 0-2-16,-28 15-2 0,3-19-2 15,25-6 0-15,-19-1-2 0,19-4 4 16,-12 0 39-16,12-5-1 0,0-3 1 15,0 0-12-15,0 0-18 0,0 0-10 16,18-21-13-16,7-25 5 16,11-2 4-16,-15 21-3 0,3-2 3 0,2-2-2 15,-1-3-1-15,23-35 7 0,-28 38 0 16,31-56-7-16,-41 66 1 16,-3 1 1-16,-4 4 2 0,-2 3 0 15,-1 2 5-15,0-3 4 0,0 9-7 16,-20 4-6-16,20 1-1 0,-21 0 1 15,-8 24 2-15,16-24 2 0,-3 26 6 16,2-9-2-16,0 3 0 0,1 0 3 16,-3 23-2-16,8-20-4 0,8-2 0 0,-5 3 3 15,5-1-5-15,0 18 3 16,28-2-5-16,-28-23-2 16,66 27-151-16,-19-23-228 0,-20-11 24 15,5-2-220-15,1-4-98 0,0 0-228 16,4-3-128-16</inkml:trace>
  <inkml:trace contextRef="#ctx0" brushRef="#br1" timeOffset="65139.92">29217 16573 4446 0,'-4'6'0'0,"-1"-2"265"0,5-3-39 0,0 1 14 0,0-2-92 0,0 0-57 15,0 0-56-15,0 0-36 0,0 0 7 16,25 0-6-16,-25-20 8 0,25 20 5 16,8-14-1-16,-14-3-10 0,0 7 1 15,3 1 3-15,-1 1-3 0,-1 0-5 16,21-5-17-16,-25 6 16 0,1 2-2 15,-4 1 5-15,-2 0-3 0,-2 0-13 16,3 2-274-16,-8 2-61 0,-3 0-152 16,1 0-13-16,3 0 11 0,0 0-824 15</inkml:trace>
  <inkml:trace contextRef="#ctx0" brushRef="#br1" timeOffset="65655.96">29789 16424 3406 0,'0'0'-8'15,"0"10"16"-15,0-10 33 0,0 6 63 16,0-3-2-16,17 3 110 0,-17-1-55 16,15-4 43-16,-2 0 2 0,0-1 5 15,3 0-84-15,18 0 113 0,-16 0-117 16,1-25-8-16,0 25-16 0,1-21 26 16,18-8 78-16,-21 15-123 0,0-3-26 15,-2 0-4-15,-1 1-5 0,-4-2 3 16,3-15 41-16,-10 16-30 0,-3 2-6 15,0 1 6-15,0 2-4 0,0-7 0 16,-28 9-47-16,5 10-5 0,-9 0 5 16,14 0 3-16,-3 19 8 0,0-19 15 15,-3 26 14-15,-24 8 56 0,26-15-59 16,1 2-9-16,2 1-7 0,2 0 0 16,3 1-8-16,0 21 1 0,9-22-16 15,5 1 0-15,0 35-1 16,28-41-1-16,-28-1 0 0,29-2 2 15,7 10-15-15,-14-17-14 0,1-1-41 16,53-4-511-16,-50-2 201 16,0 0-127-16,1-24-109 0,0 24-59 0,27-43-823 15,-30 25 747-15</inkml:trace>
  <inkml:trace contextRef="#ctx0" brushRef="#br1" timeOffset="66239.2">30037 15697 4085 0,'0'-8'10'0,"22"0"143"0,-22 1 51 0,29 1 17 15,-15 0 9-15,21-1 135 0,2 4-61 16,-17 3-209-16,-2 0-17 16,14 0 77-16,-6 0-24 15,-18 20-66-15,0-20 0 0,-1 0 13 16,-2 21 12-16,1 2 86 16,-6 10-54-16,0-11-85 0,-21 0-7 15,21 3 3-15,-30 3-10 0,-13 31 1 16,-5 4-25-16,26-36 1 0,0-1 5 15,3-3-3-15,4-6 1 0,3-2 1 16,5-7 4-16,2-2 8 0,5-1 10 16,0-5 10-16,24-27-30 15,-24 11-9-15,34-5 2 0,-10-4 3 16,1-1 2-16,2-3-1 0,3-4-5 16,-1-1-3-16,-1-2-3 0,0 0 8 15,24-33-2-15,-14 6 2 16,-23 38 2-16,-5 3 6 0,-5 5 6 0,-3-5 17 15,-2 12-18-15,0 10-14 16,-22 0-3-16,22 0 3 0,-19 0 4 16,19 28 1-16,-19-28 0 0,19 31 1 15,-16-10 5-15,16 2 1 0,0-1 1 16,0 32-1-16,0-5 0 16,32-24-5-16,-14-4-3 0,5 0 0 15,69 18-102-15,-58-33-30 16,4-1-75-16,2-5-76 0,1 0-62 15,-1 0-115-15,-3-21-187 0,0 21-252 16,-2-24-244-16,-3 8-144 0</inkml:trace>
  <inkml:trace contextRef="#ctx0" brushRef="#br1" timeOffset="67239.16">28937 17534 4437 0,'0'-5'7'0,"0"-2"8"0,0 2 14 0,-20 0 247 0,-7 4-59 15,11 1-8-15,0 0-54 0,-2 0-32 16,3 22-33-16,-16 4 105 0,16-6-92 16,1 0-5-16,2 5-15 0,-2 5 16 15,-11 36 38-15,15-30-86 0,0 6-17 16,6 1-7-16,-2 2-9 0,5-1-2 16,1 0-10-16,25 40-2 0,-25-46-1 15,37-3-2-15,-10-4 2 0,6-6-6 16,5-2-7-16,43 4-160 0,8-12-455 15,-41-15 98-15,46-23-748 16,-48 5 393-16,0-4 95 0</inkml:trace>
  <inkml:trace contextRef="#ctx0" brushRef="#br1" timeOffset="68488.83">29608 17356 3577 0,'0'-13'116'0,"-7"1"189"15,0 3 136-15,-10-8 336 0,7 12-590 16,0 3-119-16,-2 0-36 0,-1 2 7 16,-1 0 37-16,-2 20 29 0,-18 18 78 15,-2 14-74-15,16-18-75 16,-18 39 13-16,6-2-30 15,17-37-13-15,-13 32 2 0,17-38-8 16,2-3 3-16,-3-3-4 0,5-2 1 16,1-6 2-16,1-2-2 0,1 2 9 15,2-10 10-15,2-4-6 0,0 0 0 16,19-28-11-16,-19 10-6 16,22-4 9-16,-7-4-7 0,1-8 4 0,1-3 2 15,23-45 4-15,0-6 5 16,-23 48-12-16,15-41 4 0,-7 18 19 15,-15 36 17-15,3-10 62 16,-9 26-61-16,-2 3-26 0,-2 2-15 16,1 3-9-16,-1 3 2 0,2 0 7 15,8 0 6-15,5 28 9 16,-5 2-1-16,15 14 30 0,3 5-13 16,-16-24-26-16,15 28-4 15,-14-27 0-15,-3-1 1 0,1 0-5 0,-2-2 3 16,2 1-3-16,-1-1-8 0,3 13-54 15,-6-11-116-15,-5-17 68 16,-2 4-113-16,0-7 73 0,-25-4-60 16,25 0-51-16,-32-1-76 0,8 0 1 15,0 0 51-15,-33 0-132 16,-1-19 237-16,27 19 144 0,-25-17-11 16,14 5 61-16,22 12 23 15,-10-9 166-15,20 9-6 0,1-6 87 16,2 6 53-16,0 0 28 0,1-6-25 15,4 4-43-15,-1-4 87 0,1 0-228 16,2 3-132-16,0-7-3 16,17-7-12-16,-17 5 1 0,47-16 22 15,-21 11-9-15,4-1 7 0,5-3-1 16,4 0-2-16,5-1-4 0,-1 0-10 16,53-20-6-16,-7 6 2 15,-49 19-5-15,31-8-2 0,-44 18 0 16,-6 0-1-16,-4 2 1 0,-5 1-2 15,8 1-1-15,-18 3 8 16,-1 0 0-16,-1 0 2 0,0 26-2 16,0 1 1-16,0 6 1 0,0-16-2 15,0 12-2-15,0-17-2 0,0-2-1 16,0-2 4-16,0-2 2 0,0-6 2 16,0 6 4-16,0-6 14 15,0 0-14-15,0 0-11 0,15-18 3 16,1-6 0-16,-7-8-4 15,14-8 1-15,-9 21-1 0,1 2 3 16,0 0-5-16,1 2 3 0,-1 1 0 16,0 4-3-16,11 0 1 0,-5 10 9 15,-10 0-6-15,4 23 5 16,-8-23-5-16,0 20 2 0,0-20-2 0,0 23 0 16,-2-23 0-16,1 19 4 0,4-2-4 15,-1-6-2-15,-6-11 4 16,1 7 4-16,1-7 3 15,-3 0-7-15,0 0-5 0,1 0 2 16,2-24-3-16,1 24 5 0,-1-25-2 16,4 8-1-16,0-2 4 0,2 0 27 15,-1-5 4-15,12-25 22 16,2 4-56-16,-13 21 2 0,0 4 1 16,1 1 0-16,3 2 0 0,-2 4 0 15,-2 1-7-15,3 3 1 0,-1-1 2 16,23 2 4-16,4 2-2 0,-20 6-1 15,4 0 1-15,1 0-1 0,-2 0 1 16,-3 25-2-16,2-25 4 0,-3 20-1 16,-1-7-1-16,11 15 6 15,-11 3 5-15,-13-15-11 0,-4 1 0 16,-1 3-4-16,0-1-3 0,0 3-17 16,-22 0-35-16,22 1-34 0,-16-2-57 15,0 19-253-15,16-14-111 16,0-18 204-16,0-3-120 0,0-5-140 15,0 0-259-15,0 0-141 0,28-28-55 16</inkml:trace>
  <inkml:trace contextRef="#ctx0" brushRef="#br1" timeOffset="68605.48">30935 17070 4702 0,'9'-11'157'0,"-2"2"86"0,-2 3 39 0,-2-1-5 15,-1 4-44-15,-2 2-204 0,0 1-40 16,0 0-2-16,0 0-17 0,0 0-114 15,0 0-272-15,0 0-403 0,0 0-326 16</inkml:trace>
  <inkml:trace contextRef="#ctx0" brushRef="#br1" timeOffset="68906.09">31176 16562 4918 0,'-11'-6'49'16,"11"-1"28"-16,-5 6 72 0,5-2 75 16,0 2 5-16,21 1 167 0,10 0-255 15,-10 23-27-15,1-23 0 0,2 31-16 0,0-12-15 16,2 6-22-16,-3 2-14 15,1 3-12-15,-4 4-6 0,-1 1-1 16,13 40 13-16,-18 5-28 0,-14-38-18 16,0 2-7-16,-65 55-171 15,-18 22-392-15,28-54-84 0,-11 10-333 16,-8 1-214-16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2-02T19:11:53.75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10183 1017 3490 0,'0'0'0'0,"-11"0"69"0,11 0 141 0,-10-19 482 16,2 2-360-16,8 17-100 0,-4-16-123 16,4 16-43-16,0-17-31 0,0-4 68 15,0 11-40-15,0-2 6 0,0-2-5 16,21 0-7-16,-3-24 61 0,4 26-80 15,2-4 5-15,-10 8-27 0,-2 3-19 16,9-1 3-16,5 3 13 16,-14 1-7-16,-2 1-3 0,14 0-28 15,-14 1 27-15,-1 0 2 0,-1 0 3 16,1 0 36-16,7 26 34 0,-10 1-27 16,-2-7-15-16,1 4-9 0,-2 2-2 15,-3 2-7-15,0 28 14 0,0-27-18 16,-24 1-1-16,24-1 0 0,-29-2 3 15,9 2-2-15,-25 23 13 0,19-27-15 16,0 0 2-16,0-4-3 0,3-3 7 0,-19 12 47 16,26-21-17-16,0-2 4 0,4-3-5 15,0-1 0-15,3-3-10 0,-9 0 15 16,13 0-32-16,0-19-2 0,2 19 0 16,2 0-6-16,0-20-8 0,1 8-10 15,0 12 0-15,0-10 2 0,0 10 0 16,26-8 2-16,-5-2 3 0,-21 10 0 15,30-7 1-15,-12 2-6 0,4 4 5 16,-3-1-3-16,23 0 0 0,-20 2 3 16,-1 0 0-16,-1 0 0 0,-1 0 0 15,-2 0 0-15,17 20-3 0,-20-20 3 0,1 21-5 16,-2-21 6-16,0 17-2 0,7 2 4 16,-11-10-4-16,-2 1 4 0,-1-2-6 15,1 0 5-15,-3 0-12 0,4 3-44 16,-6-6 3-16,0-4-5 0,-1 2-9 15,0-1-31-15,-1-2-47 0,0 0-541 16,0 0 21-16,1 0-166 0,-1-18-228 16,0 18-27-16</inkml:trace>
  <inkml:trace contextRef="#ctx0" brushRef="#br0" timeOffset="166.76">10753 1138 5089 0,'-24'0'69'0,"24"0"66"0,0 0 30 0,-36-15 192 15,36 15-410-15,0 0-40 0,0 0-85 16,0 0-191-16,0-10-156 0,0 10-503 16,20-6 487-16,-20 1 44 0,14-1 3 15</inkml:trace>
  <inkml:trace contextRef="#ctx0" brushRef="#br0" timeOffset="684.01">10987 902 4656 0,'-18'0'127'0,"18"0"120"16,0-1 61-16,0 0 22 0,0 1 66 15,0 0-310-15,0 0-41 0,0-1-21 0,0 1 12 16,0 0 22-16,0 0 97 16,0 0-82-16,0 0-15 0,19 21-13 15,-19-21-11-15,15 18 4 0,7 2-28 16,15 10 7-16,-23-20-15 0,3-2 5 16,-3-1-2-16,0-1 2 0,3-6-3 15,16 5-2-15,-15-5-4 0,0 0 0 16,-1 0 1-16,0-22 0 0,13 2 13 15,-19 20-12-15,3-27 4 0,-6 11-4 16,-1 0 1-16,-2-1 6 0,3-18 53 16,-6 20 12-16,-2 1 5 0,0-1 7 15,0-4 54-15,0 11-31 0,0 4-68 16,0 3-5-16,-17 0 14 16,17 1-31-16,0 0-13 0,0 0-8 0,0 0-5 15,0 0 5-15,0 0-4 0,0 0 4 16,0 0 1-16,0 18 10 0,0 6-3 15,0-8 2-15,0 3-3 0,0 4-3 16,0 2-3-16,0 27 4 0,0-24-9 16,0 0 15-16,0 3-5 0,0-1-4 15,0 27 9-15,0-28-7 0,0-1-16 16,19 0-31-16,-19-1-46 0,13-1-70 16,-13 18-307-16,14-23 172 0,-14-3-102 0,9-3-221 15,-9-2-185-15,0-5-351 16</inkml:trace>
  <inkml:trace contextRef="#ctx0" brushRef="#br0" timeOffset="1783.78">12406 631 3998 0,'8'-10'9'0,"-8"2"635"15,0 1-207-15,0-3 236 16,0 1-360-16,0 3-166 0,0 2-20 15,0-2 11-15,0-1 88 0,0 5-157 16,-13 1-20-16,13 0-26 0,0 1-18 16,0 0-10-16,0 0-7 0,-10 0 13 15,10 0 4-15,-11 17 8 0,1-17 9 0,-4 24 11 16,-2-4 3-16,-27 37 48 0,16-18-49 16,-4 8 6-16,-1 8-20 0,-3 6 14 15,1 4-10-15,-2 4-6 0,2 0 0 16,-1 8-10-16,4-4-8 0,-15 70 5 15,27-14-8-15,19-71-2 16,0-4 6-16,35-2-7 0,-6-8 3 16,10-6-28-16,5-5-31 0,10-7-35 15,5-4-66-15,4-8-57 0,71-3-485 16,1-11-822-16,-72-30 388 16,-2 9-295-16</inkml:trace>
  <inkml:trace contextRef="#ctx0" brushRef="#br0" timeOffset="2349.33">12625 1017 5070 0,'0'-19'150'0,"0"2"382"0,-18 9-243 0,18 0-61 16,0 1-88-16,-17-6 76 15,5 5-28-15,12 4-125 0,0 1-29 16,-7 0-28-16,7 3-21 0,0 0-4 16,0 0 12-16,0 0-3 0,0 0 7 15,0 38 6-15,0-22-2 16,0 5-3-16,0 3 19 0,0 2-2 15,16 31 9-15,-4 4-18 16,-2 22 13-16,0-40-11 16,-1-23-10-16,-3 10-9 15,-3-7 20-15,-2-15 16 0,2-3 20 16,-3-1 15-16,0-4 11 0,0 2-19 16,0-2-16-16,0 0-19 0,0-19-13 15,0-6-22-15,-18-13 5 16,5 13 26-16,13-1-14 0,-14-6-5 15,14-2 7-15,-16-1-6 0,7-2-1 16,9 0 10-16,-13-1-5 0,13-2-6 16,-4-58-19-16,4 27 39 15,0 55-17-15,22 1-3 0,-22 2-6 16,21 1-8-16,-5 1-3 16,17-9-55-16,-18 12 6 0,4 2-28 0,-2 1-43 15,4-1-40-15,-1 4-37 0,18 2-336 16,-17 0 131-16,-2 0-218 0,2 0-277 15,-4 0-266-15,2 19-133 0</inkml:trace>
  <inkml:trace contextRef="#ctx0" brushRef="#br0" timeOffset="2532.91">12655 986 4098 0,'-14'10'136'0,"-2"0"162"0,3-2 68 0,-9 7 474 15,18-11-745-15,3-2-48 0,1 0-13 0,0-1 19 16,0-1 19-16,22 0-2 0,-22 0-9 16,29 0-31-16,-6 0-22 0,32-22-32 15,9 7-197-15,-34 2-41 16,1 13-190-16,-4-10-276 0,-5 10-284 16,-1 0-208-16</inkml:trace>
  <inkml:trace contextRef="#ctx0" brushRef="#br0" timeOffset="2716.83">12702 1228 4319 0,'-24'21'207'16,"5"-1"92"-16,6-4 28 0,-14 11 164 15,13-12-323-15,12-9-101 16,2-3 24-16,0-3 7 0,23 0-13 16,17 0-17-16,23-20-71 15,-22-2-6-15,-1 22-61 16,94-50-655-16,-93 36 160 15,73-22-2766-15</inkml:trace>
  <inkml:trace contextRef="#ctx0" brushRef="#br0" timeOffset="3316.12">13109 1008 5303 0,'-2'12'142'16,"2"-12"230"-16,0 0-178 15,0 0-40-15,0 0-54 0,23-18-31 16,-23 18-14-16,23 0-8 0,-23-14-9 0,30 14 4 16,5-11 15-16,-1 1-16 15,-18 10-33-15,-3 0-10 16,-1 0 1-16,1 0 3 0,-6 0 6 0,2 21 12 15,-4-21 8-15,-3 23 18 0,0-7-1 16,-2 26 42-16,-23 9-22 16,23-25-35-16,-27 3-1 0,10-2-10 15,-10 20 5-15,4-10-8 16,23-23-12-16,-13-4-3 0,13-3 7 16,-8-1 23-16,8-6 8 15,0 0-30-15,0 0-3 0,0-23-8 16,27 23 3-16,-27-27 4 0,55-35-10 15,-37 35 0-15,2-2-4 0,0 3-4 16,1-4-3-16,-2 1 5 16,0 3 6-16,0-2 0 0,22-37-2 15,-34 47 13-15,-3 6 1 0,-2 4 3 16,-2 1-6-16,0 3-6 0,0 2-6 16,-17 2 2-16,-4 0-3 15,-6 21 11-15,10-21 8 0,1 23-2 16,1-10-8-16,-4 3 19 0,3 5-14 15,1-1 5-15,1 2 4 0,3 0-7 16,-7 28 8-16,11-3-23 16,7-25 7-16,0-3 0 0,0 2 6 15,0-4-7-15,25 0-1 0,-25-2-8 0,31-1-19 16,-10-2-32-16,6-1-53 0,36 5-315 16,8-14-321-16,-31-2 108 15,2 0-321-15,0 0-151 0</inkml:trace>
  <inkml:trace contextRef="#ctx0" brushRef="#br0" timeOffset="3749.39">13998 976 3114 0,'-22'-6'270'0,"22"3"167"0,-21-1 99 0,21-2 11 0,-23 2-186 0,10 1-108 0,0 1-85 0,-16 2 71 16,4 0-56-16,11 0-107 15,1 19-3-15,2-19 4 0,-1 21 1 16,-13 12 62-16,4 8-39 16,11-21-72-16,4 2 3 0,-1 1-12 15,1 19 5-15,3-8-20 16,3-18-6-16,0-3 1 0,0-3 4 0,22 3-1 16,-4-7 0-1,-18-6 0-15,19 0-3 0,-6 0 4 0,0 0-6 16,1-28-2-16,1 28 2 0,3-30-3 15,-3 11 9-15,2-1-1 0,-2-2 5 16,-1-1-8-16,9-19 3 0,-16 23 16 16,1-8 74-16,-6 17-44 15,1 5-16-15,-3 2-18 0,0 3-26 16,0 0 9-16,0 0 3 16,0 0-5-16,0 21 5 15,0-3-3-15,0 7-1 0,0-14 5 16,0 0-17-16,0 3-14 0,20-3-22 15,-20 1-30-15,22-2-13 0,16 19-333 16,-24-21 195-16,4-1-87 0,1-2-243 16,2-2-352-16,2-3-218 0</inkml:trace>
  <inkml:trace contextRef="#ctx0" brushRef="#br0" timeOffset="4333.12">14432 965 4057 0,'0'-6'857'0,"0"2"-396"0,-14-1-167 15,14-1-91-15,0 0-55 0,0-6-28 0,-11 7 7 16,11-1-4-16,0-1 11 0,-7 3-7 16,7-4 53-16,-7 7-86 15,7 1-67-15,0 0-6 0,0 0-6 16,-3 0 12-16,-3 0 14 0,-1 30 0 15,-5-30-1-15,-2 30-11 0,0-12-10 16,-2 5 0-16,-15 26 1 0,14-5-22 16,11-20 5-1,6 32-1-15,0-42-3 0,33 1 5 16,-33-2-2-16,32-3 1 0,-11-1-1 16,4-3 0-16,1-2-3 0,31-3-13 15,-31-1 2-15,9 0 2 0,-1-27-7 0,1 27 3 16,-1-31-3-16,0 12-2 15,59-50-5-15,-67 43 18 0,-4-6-14 16,-5 0 10-16,-1-4 0 0,-6-3 0 16,-4 0 22-16,2-47-21 0,-6 7-9 15,-2 11 30 1,-25 18 33-16,25 34-16 0,-20-9 24 16,20 16-35-16,0 3-3 0,-14 2-11 0,14 2-17 15,0 2 6-15,0-1-4 16,0 1 10-16,0 0 3 0,0 0 2 15,0 18-4-15,0-18-4 0,0 29 2 0,0 10 4 16,0-15 0-16,0 3 5 0,14 3-3 16,-14 2-11-16,0 1 16 0,12 4-11 15,-12 2-2-15,10 3 13 0,-3 0-17 16,5 38 14-16,2-5-13 16,-7-44-3-16,1-4-19 0,0-2-28 15,-1-5-50-15,0-2-57 0,-2-5-49 16,0-3-38-16,-2-2-69 0,1-6-1052 15,-4-2-1268-15</inkml:trace>
  <inkml:trace contextRef="#ctx0" brushRef="#br0" timeOffset="4516.14">14754 881 4576 0,'-8'-1'267'0,"5"1"355"0,3 0-338 0,0 0-92 0,0 0-57 0,0 18 11 15,0-18 5-15,0 0 17 0,22 0-12 16,-22 0-52-16,26 0-47 0,16 0-33 16,12 0-88-16,-23-20-54 0,4 20-101 15,65-45-1083 1,-38 24-669-16</inkml:trace>
  <inkml:trace contextRef="#ctx0" brushRef="#br0" timeOffset="5148.56">15839 702 4000 0,'0'0'148'0,"0"0"107"0,0 0 99 15,0 0 337-15,0 0-492 0,0 0-65 16,0 0-57-16,0 0 17 0,0 0 15 16,0 0 3-16,0 17 95 0,20-17-114 15,-20 17-4-15,0-17-5 0,16 25-2 16,-16-9-15-16,14 5-6 0,-14 4-2 16,13 4-13-16,-2 34 24 15,-2 10-52-15,-9-38-9 0,0-1-11 16,0-3 13-16,0-4-8 0,0 0-3 15,0-5 1-15,0-3-2 0,0-1-1 16,0 2 16-16,0-8 30 16,-14-11-21-16,14-1-7 0,0 0-9 0,0 0-10 15,-10 0-6-15,10-27 9 0,-12 27-5 16,5-33 9-16,-2 11-23 0,-1-3 22 16,3-7-2-16,-5-42 12 0,8 33-14 15,3-2 2-15,1 0 2 0,0 1-3 16,0 0-8-16,0 5-4 0,24-25 3 15,1 37 6-15,-25 3 5 0,28 4-10 16,-12 3-13-16,2 4-8 0,20-5-103 16,3 6-96-16,-21 6 72 15,18 2-348-15,-17 2 24 0,-2 0-350 16,3 0-229-16,-1 0-371 0</inkml:trace>
  <inkml:trace contextRef="#ctx0" brushRef="#br0" timeOffset="5365.79">15913 955 5058 0,'-30'21'115'0,"1"-5"102"0,7-3 61 0,6-2 12 0,-9 0 44 16,17-7-251-16,8-4-91 0,0 0 18 15,28 0-5-15,-5 0-1 0,7-26-11 16,6 26-4-16,6-22-20 0,8 8-20 0,56-13-190 15,-6 2-231-15,-57 14 96 16,-6 3-224-16,-5-1-284 0,-11 9-232 16</inkml:trace>
  <inkml:trace contextRef="#ctx0" brushRef="#br0" timeOffset="5549.48">15978 1177 4512 0,'-25'21'117'15,"2"-2"118"-15,5-4 94 0,1-2 34 16,3 6 108-16,10-12-349 0,4 1-43 0,0-2-12 16,0-2 5-16,0 1-13 15,25-5-12-15,-25 0-15 0,38 0-25 0,-12 0-7 16,2 0-55-16,44-23-331 16,10 2-861-16,-38 21 175 0,0-27-238 15</inkml:trace>
  <inkml:trace contextRef="#ctx0" brushRef="#br0" timeOffset="6132.33">16652 888 4788 0,'-11'-19'583'0,"5"13"-356"15,6 0-35-15,-7 1-54 0,2-1 7 16,-10-1 24-16,-2 7-36 16,5 0-68-16,0 0 14 0,-3 18 0 15,-1-18-6-15,-2 28-5 0,-2-8-12 16,-1 1-18-16,0 4-4 0,-18 29 3 16,10-3-30-16,20-30-10 15,3-2 3-15,3-2-7 0,3-4 2 0,0-3-8 16,0-2 11-16,0-4 2 0,20-2-3 15,-20-2 10-15,23 0-11 16,26-26 5-16,-31 26 1 0,3-28-3 16,2 10 2-16,-2 0 1 0,3-4-1 15,-2 1 1-15,-1 0-2 0,0 2 9 16,-1 1 3-16,18-18 34 16,-32 28-36-16,-1 8-12 0,-5-3-7 15,1 3 26-15,-1 0 9 16,0 32 14-16,0 4-22 0,0-9-9 15,0 4 2-15,-15 2 2 0,15 3-9 0,0 34 9 16,-12-34-5-16,12-3 4 0,0-2-13 16,0-1 5-16,0-7-5 0,0-1-1 15,0-4 10-15,0-2-5 0,19-7 8 16,-19-3 1-16,15-5 24 16,24-23-8-16,-22 22-27 0,3-34-2 15,3 14 0-15,2-4 0 0,-3-3 4 16,-1 0-6-16,-1 0-7 0,-3 1-16 15,16-23-87-15,-13 14-123 16,-15 20 67-16,0 7-53 0,-1 2-74 16,-4 2-214-16,0 2-366 0,0 2-257 15,0 0-341-15</inkml:trace>
  <inkml:trace contextRef="#ctx0" brushRef="#br0" timeOffset="7215.45">16940 833 5890 0,'-11'-10'-5'0,"11"4"44"0,-16-4 211 0,6 4-62 0,10 1-18 16,-12 3-63-16,8 2-30 0,4 0-36 0,-3 0 1 15,1 0 55-15,2 20-23 16,0 2-48-16,0-10-7 0,0 20 2 15,24-4-10-15,-24-15-4 16,0-1-4-16,15-1 2 0,-15-3 1 16,14-1-3-16,-14-2 3 0,15-2-9 15,-5 0 6-15,-1-2-1 0,1-1-4 16,2 0 6-16,16 0-4 0,-15-27 7 16,-1 27 0-16,3-27-3 0,-1 11 3 0,1-3-5 15,-1 0-1-15,-1 1-3 16,-3 3-1-16,9-8-1 0,-14 16 8 15,0 1 6-15,-3 6-7 0,0-5 4 0,-2 5-5 16,1 0-9-16,-1 0-5 0,0 0 4 16,0 0 6-16,0 0 9 0,0 23-11 15,0-23 9-15,0 26-5 0,0-10-6 16,0 1 8-16,22 6-7 0,-22-3 7 16,33 14-8-16,-20-19 11 0,3-5-10 15,1-1 12-15,1-3-7 0,3-6-7 16,-1 6 9-16,3-6-3 15,50 0-12-15,-48-21-1 0,-1 21 4 0,0-25-4 16,0 10 6-16,-4-4-8 16,0-3 8-16,-3 1 5 0,11-23 23 0,-18 20-16 15,-4 4 2-15,-3 0-11 0,-3-1 2 16,0 6 11-16,0-12 24 0,-22 16-30 16,22 5-2-16,-20 0-3 0,20 5-2 15,-27 1 6-15,11 0-6 0,-19 25-3 16,17-25 11-16,-1 28 1 0,2-11-6 15,-1 4 14-15,4 1-9 0,1 2 0 16,5 0 0-16,0-2-8 0,1 23-6 16,7-10 1-16,0-19 7 0,0-7 8 15,24-2 2-15,-24-1-7 16,21-5 6-16,-21-1-10 0,25 0 5 0,-7 0 1 16,1-23-5-16,0 23 11 0,21-45-1 15,-22 27-2-15,-2 0-5 0,-2-1 8 16,0 3 4-16,-4 4 8 0,-3 0 12 15,0 1-4-15,1-3 6 0,-6 14-34 16,-1 0-5-16,-1 0 5 0,0 0-3 16,0 0-6-16,0 0 10 0,0 0-4 15,0 27-4-15,-16 19 7 16,16-26-2-16,0-1 4 0,0-1-6 0,0-3-2 16,30-2 7-16,-30-3-2 0,29-1 4 15,-9-3-7-15,-2-6-5 16,4 5 2-16,28-5-5 0,2 0 0 15,-23-27 2-15,-2 27-7 0,1-30 7 16,-1 9 2-16,19-22 3 0,-28 19-11 16,0-5 2-16,-6-1-3 0,-2-2-3 15,-1-3 10-15,-2-33-6 0,-5 34 11 16,-2 0 12-16,0 4-1 0,0 2 13 16,0 3 15-16,-22-13 41 0,22 23-42 15,0 3-5-15,-16 6-7 0,16 0-13 0,0 1-12 16,0 4-11-16,-11 1-1 0,11 0 16 15,0 0 6-15,0 28-6 0,0-28 11 16,0 29-13-16,0 10 8 0,0-15-15 16,0 1 11-16,0 4-2 0,0 1-6 15,0 2 13-15,0 2-3 0,0 35 2 16,0 2-18-16,0-40-12 16,13 0-20-16,-13-1-32 0,0-4-38 15,0-2-41-15,0-4-45 0,7-5-46 16,-7-1-32-16,0-4-33 0,0-2-116 15,0-5-1061-15,0-3 354 0,0 0-105 16</inkml:trace>
  <inkml:trace contextRef="#ctx0" brushRef="#br0" timeOffset="7598.76">17912 752 4596 0,'-7'-10'126'0,"2"4"98"0,1-3 358 0,2 5-358 0,1 2-63 0,1 2-47 0,0 0-21 16,0 0-24-16,0 0 64 0,0 0-62 15,19 0-4-15,-19 0-14 0,22 0-13 16,-5-17-18-16,5 17-4 0,32 0-5 16,-21-14-9-16,3 14-2 0,1-13 9 15,1 13-7-15,-1-13 1 0,39 0 7 16,-42 8-8-16,0-3 9 0,-5 3 7 0,-3 0 22 16,-6 3 27-16,-3-3 20 0,1 3 71 15,-12 0-102-15,-3 2-24 0,-3 0-12 16,0 0-8-16,0 0-9 0,0 0 2 15,0 0-7-15,0 0-1 0,0 0-4 16,0 0 17-16,0 19 0 0,0-19 10 16,-16 31 4-16,16-15-10 0,0 2-10 15,0 0 11-15,0 1-8 0,0 2-1 16,0 0-3-16,18 24 1 16,-5 16-4-16,-13-45-2 15,10 2 0-15,-10-5-4 0,6 11-129 16,-6-20 24-16,0-2-41 15,5-1-867-15,-5-1 159 0,2 0-222 16,-2-24-319-16</inkml:trace>
  <inkml:trace contextRef="#ctx0" brushRef="#br0" timeOffset="7782.85">18545 510 5533 0,'0'-5'88'0,"0"1"84"15,-17-1 69-15,17 1 23 0,0-1-49 0,-14-3 36 16,14 0-159-16,0 6-74 16,0-3-3-16,0 3-20 15,0 2-42-15,0-1-64 0,0 0-84 0,0-3-120 16,0 0-1041-16,21 0 253 0,-21 1-321 16</inkml:trace>
  <inkml:trace contextRef="#ctx0" brushRef="#br0" timeOffset="8115.35">18640 648 4216 0,'0'21'172'0,"-19"-2"164"0,19 32 830 16,0-38-935-16,0-1-64 0,0 0-36 16,0-1-17-16,0-2-23 0,0-1-6 15,0 0-22-15,21-1-13 0,4 7 24 16,9-5-21-16,-19-7-46 15,6-2 7-15,2 0-1 0,0 0 1 16,-2 0 1-16,-1-25-4 0,-2 25-2 16,13-15 22-16,-19 1-14 0,-5 14-8 15,0-21-4-15,-3 8-1 0,-3 1 1 16,-1-18-4-16,-21 2 6 16,21 15-4-16,-24-7-7 0,-1 13 1 0,8 5-1 15,-2-4-6-15,2 6 4 0,-2 0-15 16,-18 0-58-16,15 0-11 0,3 22-37 15,4-22-49-15,1 22-57 0,2-22-66 16,3 23-106-16,-4 4-1008 0,12-15 353 16,0-1-163-16</inkml:trace>
  <inkml:trace contextRef="#ctx0" brushRef="#br0" timeOffset="8665.66">18885 692 4995 0,'3'-9'336'0,"-1"4"-67"0,-1 0 56 16,3 2-66-16,-2 0-33 0,1 0-61 15,11-3 40-15,-7 1-141 0,3 3 10 16,1-3-23-16,0 3 1 0,3-1-7 16,0 0-20-16,16 1 25 0,-16 2-47 15,1 0 2-15,-1 0-12 0,-3 0 19 16,2 0-1-16,5 0 11 0,-10 22-28 0,-1-22 0 15,-3 0-11-15,0 18 23 0,-2-18-3 16,-1 18 2-16,-1 8-7 16,0-15 0-16,0 4 2 0,0 0 7 0,0-1-6 15,-23 0 5-15,23 0-4 0,0-2-4 16,-22 0 5-16,9 7-5 16,13-7 9-16,-11-9 5 15,11-1 19-15,0-2-20 0,0 0-1 16,0 0-4-16,0-18-5 0,0 18-7 15,0-18 7-15,17-7-8 0,-2 11 8 16,-15-3-2-16,49-28-3 16,-35 27-6-16,0 4 7 0,1 2 4 0,1 1-2 15,15-4-6-15,1 10 0 16,-15 4 10-16,12 1 1 16,-17 0-10-16,0 0-1 0,-3 0 0 0,-1 23 3 15,2-23 10-15,5 17 3 0,-4 20-14 16,-6-23 6-16,1-3 1 15,3 16 3-15,0-3-7 16,-6-13-7-16,8 8-63 16,-3-1-85-16,-5-13 60 0,2 0-7 0,-3-3-27 15,1-2-62-15,-1 0-71 16,5 0-153-16,-3-19-228 0,1 19-290 0,4-36-1646 16</inkml:trace>
  <inkml:trace contextRef="#ctx0" brushRef="#br0" timeOffset="8898.93">19394 420 5792 0,'0'-14'249'0,"-24"-8"437"0,24 19-582 0,0 3-48 0,0 0 57 0,0 0-37 16,27 0 1-16,-27 0-6 0,33 0-15 16,-8 21-28-16,5-21 0 0,36 18 8 15,-32 4-3-15,-2-9-10 0,67 34 51 16,-73-28-60-16,-1 2-10 0,-2 2 2 15,-2 4-8-15,12 31 2 0,-14 7 1 16,-15-28-2-16,-4 6-7 16,0 46-88-16,-53-2-126 15,23-41 28-15,-6 0-113 0,-5-4-215 16,-7-2-466-16</inkml:trace>
  <inkml:trace contextRef="#ctx0" brushRef="#br0" timeOffset="10598.45">9344 2431 4207 0,'-9'0'-57'0,"2"0"-93"0,1 0-48 0,-2 0-132 0,7 0 430 0,1 0 149 16,0 0 53-16,0 0 1 0,0 0 54 15,0 0-289-15,0 0-35 0,0 0-8 16,0 0 50-16,0 0 50 0,15 0 181 15,-15 0-181-15,0 0-19 0,20 0-22 16,-8 0-3-16,2-15-18 0,20 15 21 16,-11 0-48-16,0 0-2 0,5-14-1 15,57 7 44-15,-54 7-67 16,0-7-2-16,35 2 16 0,-31 2-11 16,0 0 2-16,4-3-3 0,5 2 0 0,3-3-1 15,50-11 7-15,-43 7-11 0,3 0-2 16,2-1 2-16,2 0 0 0,55-11 10 15,-63 13-10-15,7-1-1 0,-4 1 0 16,-1 0 34-16,2-1 9 0,0 3 0 16,66-10 12-16,11 5-56 15,-65 4-3-15,2 0 2 0,2 3-6 16,-1-1 4-16,1 0 0 0,0 1-4 16,-1-5 11-16,5 4-11 0,-2 1 6 0,-1 0-6 15,73-4 2-15,-6 6 3 16,-73-1-6-16,-1 1 5 15,66-3-6-15,-3-1 4 0,-64 2 2 16,5 2 4-16,142-11-3 16,-138 9-5-16,-3 2 4 0,7-1 0 15,-3-1-2-15,1 1 1 0,0-1 2 16,87-8 2-16,5 0 4 16,-88 7-9-16,4 0 1 0,-2 0-2 15,3 1-1-15,-3 0 2 0,2-1 4 16,1 0-4-16,-1 0 3 0,3-1 3 15,88-7-4-15,-6-2-5 0,-90 9 6 16,-1-1 3-16,2-1-9 0,-1 1 3 16,-1-1 0-16,158-22-4 15,-157 21 1-15,1 0 5 0,1 1-2 16,1-1 5-16,2 4-2 0,1-2 0 16,3 1-3-16,98-6-12 15,-2 3-2-15,-11 3 13 16,-92 5 5-16,3-2-4 0,75-2 0 15,0-3 14-15,-82 5-16 16,3-1 8-16,2 0-4 0,-1-1-5 16,-2 1 4-16,5-1 4 0,2-2 1 0,2 0 7 15,5 0 6-15,98-7 13 16,2-2-6-16,-96 10-20 0,1-3 5 16,4 1 2-16,0-2-15 0,114-13 13 15,4-1 10-15,-112 15-16 16,0 0 9-16,-2-1-9 0,1 3 4 15,-4-1-1-15,0 0-4 0,1 0 2 16,2-1 1-16,2 3 3 0,103-10 16 16,-11 0 1-16,-104 11-27 15,-4-1 11-15,-2 2 0 0,76-4 23 16,-16 4-12-16,-81 1-9 0,-3 2-8 16,-8-1 3-16,50-3 0 15,-14 1 17-15,-54 3-20 16,-7 0 9-16,-6 0-1 0,-3-2 8 0,-7 5 2 15,-2-3 1-15,-5 0 5 0,-3 2-13 16,-3-1 11-16,-2 1 1 16,-3 0-10-16,0 1-15 0,0 0-5 15,0 0-2-15,0 0 4 0,0 0-4 16,0 0 4-16,0 0-7 0,0 0 3 16,0 0-3-16,0 0 0 0,0 0-1 15,0 0-6-15,0 0-8 0,0 0-22 16,0 0-43-16,0 0-52 0,0 0-355 15,0 0-607-15,0 0 85 0,0 0-259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48E1-5F3A-F64C-C0E8-D04F1625C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84118-F8F8-C071-65FB-E8808E684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41B41-2B6B-F879-7BFC-5D09C534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0AF8A-4ECF-48EA-C206-475526B33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86234-04C8-C8FA-81AC-97B5D6ECF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95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2C2D5-971B-F48F-96C6-B044FC7A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FC2EA-F5E1-B3F3-3CD8-7570BE58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6E162-6A7E-F9DC-102F-AFC5673B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68794-9926-BBF7-2192-25903BB2A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BB421-7C5D-D0F5-E6BE-0F3A84E7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29A6-66CE-98CE-5624-E1BDBC29A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DCE37-76DA-2E07-6B11-C95A3B21F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355D8-8ABE-8CEE-6AEE-32D454FB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D8CA9-74D8-9F25-66B7-F26A4E6D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7B4B7-EAB2-63B7-B1A1-2C403FBD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7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10E1-F641-78E2-B01B-B53E30EE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3C086-592E-1B77-FA04-D7B58386B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F51ED-8649-059F-DDCB-62B2E0BDA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61ABA-F4C6-8BB5-D802-30D8061D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78A9C-B5D5-0C24-E3D1-9A3BF9A4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0903-C63C-DCAC-76DD-0BFE4CDA2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7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A5C2-7695-9417-4917-03AD6A830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4F7D7-E8DA-DFA4-0ACC-05CCE0D9E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2ABD2-3CC5-8A45-23D6-667DB0E79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78C63-16A2-F942-E6DE-AD861396B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BBEAEA-8DD7-DC8D-28B7-9DCAEB93B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5DD37-433C-B58F-EED4-EE904DC4B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A6A7C2-B0DF-93EC-E7BC-B488CB7C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DC133-0D54-B493-2499-A5246A5E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3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0C01-AAE3-5531-7291-514CAE46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1E242-F027-038C-0C23-F9493E14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7D530-ACE3-22F8-E0A4-FCC950FE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3CE4F-0069-DDE7-1564-5A59075D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0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D3079-A1B0-1826-1F18-A6DA13D22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1C3E7-9911-198C-A34C-EA484D01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F71FE-EEF2-2E9E-3C96-E7E08ACA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1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A032-9428-AD72-EE72-35609330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A92DB-EA6B-2776-4719-ED1F1D9AC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897E2-686D-E74E-03F3-B799755E3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498AD-6BB2-BE5F-569D-E6C80821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06993-971E-3CD1-A9A3-F01777F7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D2287-EDDE-52BC-9ADF-F057D05E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5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0AC9-E9B5-3D27-20FD-634DBD3E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BA33AB-0206-87BE-8A7D-D28E4D7A7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4495F-A287-6211-4DD9-BB2F78538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FB980-D0F3-9D73-7DA8-67C5ADDD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E9615-5A21-A92C-33F7-0FF4B6A1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3BD1F-E1FD-E496-04D5-8641D581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4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02416-14F9-CC06-B0BB-8414F8DD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F8EC4-449C-1F8C-3B7B-D302EB2A5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284F5-B911-4964-1818-7753202C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2D632-45DA-F07E-50DC-02C37C89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3E230-3B85-EC83-328A-E12E30A7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38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6C2B1-99D9-A25B-41F6-DC0C9C87A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C37EB-88B6-8837-92B0-580E85573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FA2D9-1562-FE68-929E-A2A9817E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2141E-84EF-C725-8BFD-D209EE65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FE5E4-A980-1B26-311B-77B57E24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05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603076-9BD9-BC88-BFD0-DDC15000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EE984-A1C6-2422-0113-7011E4D4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A4514-E011-48D6-00F4-08EFCDED4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08750-44DE-4C31-A654-F216E2E7E552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DB7DA-63C1-AC5F-4B36-EC2831960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A4FD-ACA3-74B8-8CB4-46A4FEB34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01983-CDE2-4339-9654-33137597B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5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FB486D-B9C2-2246-0E12-BFAB10097E89}"/>
                  </a:ext>
                </a:extLst>
              </p14:cNvPr>
              <p14:cNvContentPartPr/>
              <p14:nvPr/>
            </p14:nvContentPartPr>
            <p14:xfrm>
              <a:off x="514080" y="254520"/>
              <a:ext cx="11431800" cy="6294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FB486D-B9C2-2246-0E12-BFAB10097E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720" y="245160"/>
                <a:ext cx="11450520" cy="631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80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B4E8-EF2A-E414-CB73-382009A2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CA560B2-F3F0-C24F-F50C-C6ABD602F3BD}"/>
                  </a:ext>
                </a:extLst>
              </p14:cNvPr>
              <p14:cNvContentPartPr/>
              <p14:nvPr/>
            </p14:nvContentPartPr>
            <p14:xfrm>
              <a:off x="598320" y="252720"/>
              <a:ext cx="4286880" cy="2250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CA560B2-F3F0-C24F-F50C-C6ABD602F3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960" y="243360"/>
                <a:ext cx="4305600" cy="22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A167E4F-DEEE-16AD-0473-0D748E952858}"/>
                  </a:ext>
                </a:extLst>
              </p14:cNvPr>
              <p14:cNvContentPartPr/>
              <p14:nvPr/>
            </p14:nvContentPartPr>
            <p14:xfrm>
              <a:off x="1200240" y="229680"/>
              <a:ext cx="6571080" cy="33022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A167E4F-DEEE-16AD-0473-0D748E9528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0880" y="220320"/>
                <a:ext cx="6589800" cy="33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83435E9-6DF6-7CEC-46B2-14E44C9D2B65}"/>
                  </a:ext>
                </a:extLst>
              </p14:cNvPr>
              <p14:cNvContentPartPr/>
              <p14:nvPr/>
            </p14:nvContentPartPr>
            <p14:xfrm>
              <a:off x="1224360" y="380880"/>
              <a:ext cx="9581400" cy="56426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83435E9-6DF6-7CEC-46B2-14E44C9D2B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5000" y="371520"/>
                <a:ext cx="9600120" cy="56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954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1566-3A25-65CD-4519-A7E99378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156017-875B-DB1D-BBBA-7EAD793611B4}"/>
                  </a:ext>
                </a:extLst>
              </p14:cNvPr>
              <p14:cNvContentPartPr/>
              <p14:nvPr/>
            </p14:nvContentPartPr>
            <p14:xfrm>
              <a:off x="305280" y="207720"/>
              <a:ext cx="11155320" cy="6366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156017-875B-DB1D-BBBA-7EAD793611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920" y="198360"/>
                <a:ext cx="11174040" cy="638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4427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BE8A-0FB5-7DE7-4D02-17A9F5C2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630212-7626-E223-58FB-2A6DE0BD8CE9}"/>
                  </a:ext>
                </a:extLst>
              </p14:cNvPr>
              <p14:cNvContentPartPr/>
              <p14:nvPr/>
            </p14:nvContentPartPr>
            <p14:xfrm>
              <a:off x="3352680" y="137160"/>
              <a:ext cx="4351680" cy="738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630212-7626-E223-58FB-2A6DE0BD8C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3320" y="127800"/>
                <a:ext cx="4370400" cy="7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677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3AC01-4562-182E-6755-828F4C4C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069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Noshin Nawar</dc:creator>
  <cp:lastModifiedBy>Noshin Nawar</cp:lastModifiedBy>
  <cp:revision>1</cp:revision>
  <dcterms:created xsi:type="dcterms:W3CDTF">2025-02-02T19:24:00Z</dcterms:created>
  <dcterms:modified xsi:type="dcterms:W3CDTF">2025-02-02T19:24:03Z</dcterms:modified>
</cp:coreProperties>
</file>